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按对话中参考图可见轮廓手动录入路径；没有图像生成调用，没有嵌入原位图。不是自动逐像素追踪。化学细小标注与立体化学需作者核对。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按对话中参考图可见轮廓手动录入路径；没有图像生成调用，没有嵌入原位图。不是自动逐像素追踪。化学细小标注与立体化学需作者核对。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按对话中参考图可见轮廓手动录入路径；没有图像生成调用，没有嵌入原位图。不是自动逐像素追踪。化学细小标注与立体化学需作者核对。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按对话中参考图可见轮廓手动录入路径；没有图像生成调用，没有嵌入原位图。不是自动逐像素追踪。化学细小标注与立体化学需作者核对。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8" name="01_MEF装置_按参考图描线 — 手动路径描摹"/>
          <p:cNvGrpSpPr/>
          <p:nvPr/>
        </p:nvGrpSpPr>
        <p:grpSpPr>
          <a:xfrm>
            <a:off x="1736007" y="1065627"/>
            <a:ext cx="5606965" cy="5106572"/>
            <a:chOff x="1736007" y="1065627"/>
            <a:chExt cx="5606965" cy="5106572"/>
          </a:xfrm>
        </p:grpSpPr>
        <p:sp>
          <p:nvSpPr>
            <p:cNvPr id="2" name="01 金属底座与控制面板"/>
            <p:cNvSpPr/>
            <p:nvPr/>
          </p:nvSpPr>
          <p:spPr>
            <a:xfrm>
              <a:off x="1736007" y="3580486"/>
              <a:ext cx="5606965" cy="629993"/>
            </a:xfrm>
            <a:custGeom>
              <a:avLst/>
              <a:gdLst/>
              <a:ahLst/>
              <a:cxnLst/>
              <a:rect l="l" t="t" r="r" b="b"/>
              <a:pathLst>
                <a:path w="61615" h="6923">
                  <a:moveTo>
                    <a:pt x="0" y="6923"/>
                  </a:moveTo>
                  <a:lnTo>
                    <a:pt x="5769" y="0"/>
                  </a:lnTo>
                  <a:lnTo>
                    <a:pt x="61615" y="0"/>
                  </a:lnTo>
                  <a:lnTo>
                    <a:pt x="55846" y="6923"/>
                  </a:lnTo>
                  <a:lnTo>
                    <a:pt x="0" y="6923"/>
                  </a:lnTo>
                  <a:close/>
                </a:path>
              </a:pathLst>
            </a:custGeom>
            <a:gradFill>
              <a:gsLst>
                <a:gs pos="0">
                  <a:srgbClr val="C7C7C5"/>
                </a:gs>
                <a:gs pos="50000">
                  <a:srgbClr val="DEDEDC"/>
                </a:gs>
                <a:gs pos="100000">
                  <a:srgbClr val="BBBBBA"/>
                </a:gs>
              </a:gsLst>
              <a:lin ang="1200000" scaled="1"/>
            </a:gradFill>
            <a:ln w="8440" cap="rnd">
              <a:solidFill>
                <a:srgbClr val="8A8B8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01 金属底座与控制面板"/>
            <p:cNvSpPr/>
            <p:nvPr/>
          </p:nvSpPr>
          <p:spPr>
            <a:xfrm>
              <a:off x="6817993" y="3580486"/>
              <a:ext cx="524979" cy="2562014"/>
            </a:xfrm>
            <a:custGeom>
              <a:avLst/>
              <a:gdLst/>
              <a:ahLst/>
              <a:cxnLst/>
              <a:rect l="l" t="t" r="r" b="b"/>
              <a:pathLst>
                <a:path w="5769" h="28154">
                  <a:moveTo>
                    <a:pt x="0" y="6923"/>
                  </a:moveTo>
                  <a:lnTo>
                    <a:pt x="5769" y="0"/>
                  </a:lnTo>
                  <a:lnTo>
                    <a:pt x="5769" y="21923"/>
                  </a:lnTo>
                  <a:lnTo>
                    <a:pt x="0" y="28154"/>
                  </a:lnTo>
                  <a:lnTo>
                    <a:pt x="0" y="6923"/>
                  </a:lnTo>
                  <a:close/>
                </a:path>
              </a:pathLst>
            </a:custGeom>
            <a:gradFill>
              <a:gsLst>
                <a:gs pos="0">
                  <a:srgbClr val="999A96"/>
                </a:gs>
                <a:gs pos="100000">
                  <a:srgbClr val="C6C7C3"/>
                </a:gs>
              </a:gsLst>
              <a:lin ang="0" scaled="1"/>
            </a:gradFill>
            <a:ln w="8440" cap="rnd">
              <a:solidFill>
                <a:srgbClr val="8C8E8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01 金属底座与控制面板"/>
            <p:cNvSpPr/>
            <p:nvPr/>
          </p:nvSpPr>
          <p:spPr>
            <a:xfrm>
              <a:off x="1744393" y="4230858"/>
              <a:ext cx="5106572" cy="1941341"/>
            </a:xfrm>
            <a:prstGeom prst="rect">
              <a:avLst/>
            </a:prstGeom>
            <a:gradFill>
              <a:gsLst>
                <a:gs pos="0">
                  <a:srgbClr val="AAAAA8"/>
                </a:gs>
                <a:gs pos="50000">
                  <a:srgbClr val="C6C6C4"/>
                </a:gs>
                <a:gs pos="100000">
                  <a:srgbClr val="ADADAA"/>
                </a:gs>
              </a:gsLst>
              <a:lin ang="0" scaled="1"/>
            </a:gradFill>
            <a:ln w="8440" cap="rnd">
              <a:solidFill>
                <a:srgbClr val="989A9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01 金属底座与控制面板"/>
            <p:cNvSpPr/>
            <p:nvPr/>
          </p:nvSpPr>
          <p:spPr>
            <a:xfrm>
              <a:off x="2693963" y="4441873"/>
              <a:ext cx="3967089" cy="1603716"/>
            </a:xfrm>
            <a:prstGeom prst="rect">
              <a:avLst/>
            </a:prstGeom>
            <a:gradFill>
              <a:gsLst>
                <a:gs pos="0">
                  <a:srgbClr val="F4F4F1"/>
                </a:gs>
                <a:gs pos="50000">
                  <a:srgbClr val="B9B9B7"/>
                </a:gs>
                <a:gs pos="100000">
                  <a:srgbClr val="F8F8F7"/>
                </a:gs>
              </a:gsLst>
              <a:lin ang="0" scaled="1"/>
            </a:gradFill>
            <a:ln w="16881" cap="rnd">
              <a:solidFill>
                <a:srgbClr val="62635E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01 金属底座与控制面板"/>
            <p:cNvSpPr/>
            <p:nvPr/>
          </p:nvSpPr>
          <p:spPr>
            <a:xfrm>
              <a:off x="2778369" y="4526279"/>
              <a:ext cx="3798276" cy="1434904"/>
            </a:xfrm>
            <a:prstGeom prst="rect">
              <a:avLst/>
            </a:prstGeom>
            <a:gradFill>
              <a:gsLst>
                <a:gs pos="0">
                  <a:srgbClr val="DBDCD9"/>
                </a:gs>
                <a:gs pos="50000">
                  <a:srgbClr val="F2F2F0"/>
                </a:gs>
                <a:gs pos="100000">
                  <a:srgbClr val="D0D1CD"/>
                </a:gs>
              </a:gsLst>
              <a:lin ang="0" scaled="1"/>
            </a:gradFill>
            <a:ln w="10550" cap="rnd">
              <a:solidFill>
                <a:srgbClr val="A4A59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01 金属底座与控制面板"/>
            <p:cNvSpPr/>
            <p:nvPr/>
          </p:nvSpPr>
          <p:spPr>
            <a:xfrm>
              <a:off x="2926080" y="4779498"/>
              <a:ext cx="1202787" cy="949569"/>
            </a:xfrm>
            <a:prstGeom prst="rect">
              <a:avLst/>
            </a:prstGeom>
            <a:solidFill>
              <a:srgbClr val="282B2C"/>
            </a:solidFill>
            <a:ln w="16881" cap="rnd">
              <a:solidFill>
                <a:srgbClr val="777A74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01 金属底座与控制面板"/>
            <p:cNvSpPr/>
            <p:nvPr/>
          </p:nvSpPr>
          <p:spPr>
            <a:xfrm>
              <a:off x="3031587" y="4885006"/>
              <a:ext cx="991772" cy="738553"/>
            </a:xfrm>
            <a:prstGeom prst="rect">
              <a:avLst/>
            </a:prstGeom>
            <a:gradFill>
              <a:gsLst>
                <a:gs pos="0">
                  <a:srgbClr val="59ACDE"/>
                </a:gs>
                <a:gs pos="100000">
                  <a:srgbClr val="1E6CB2"/>
                </a:gs>
              </a:gsLst>
              <a:lin ang="5400000" scaled="1"/>
            </a:gradFill>
            <a:ln w="7385" cap="rnd">
              <a:solidFill>
                <a:srgbClr val="6B9AB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4.8V"/>
            <p:cNvSpPr txBox="1"/>
            <p:nvPr/>
          </p:nvSpPr>
          <p:spPr>
            <a:xfrm>
              <a:off x="3225342" y="4906107"/>
              <a:ext cx="760415" cy="466343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160" b="1">
                  <a:solidFill>
                    <a:srgbClr val="FFFFFF"/>
                  </a:solidFill>
                  <a:latin typeface="Times New Roman"/>
                </a:defRPr>
              </a:pPr>
              <a:r>
                <a:t>4.8V</a:t>
              </a:r>
            </a:p>
          </p:txBody>
        </p:sp>
        <p:sp>
          <p:nvSpPr>
            <p:cNvPr id="10" name="50Hz"/>
            <p:cNvSpPr txBox="1"/>
            <p:nvPr/>
          </p:nvSpPr>
          <p:spPr>
            <a:xfrm>
              <a:off x="3191052" y="5201529"/>
              <a:ext cx="828995" cy="466343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160" b="1">
                  <a:solidFill>
                    <a:srgbClr val="FFFFFF"/>
                  </a:solidFill>
                  <a:latin typeface="Times New Roman"/>
                </a:defRPr>
              </a:pPr>
              <a:r>
                <a:t>50Hz</a:t>
              </a:r>
            </a:p>
          </p:txBody>
        </p:sp>
        <p:sp>
          <p:nvSpPr>
            <p:cNvPr id="11" name="01 金属底座与控制面板"/>
            <p:cNvSpPr/>
            <p:nvPr/>
          </p:nvSpPr>
          <p:spPr>
            <a:xfrm>
              <a:off x="1955409" y="4716193"/>
              <a:ext cx="485335" cy="928467"/>
            </a:xfrm>
            <a:prstGeom prst="rect">
              <a:avLst/>
            </a:prstGeom>
            <a:solidFill>
              <a:srgbClr val="22221F"/>
            </a:solidFill>
            <a:ln w="9495" cap="rnd">
              <a:solidFill>
                <a:srgbClr val="70716B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01 金属底座与控制面板"/>
            <p:cNvSpPr/>
            <p:nvPr/>
          </p:nvSpPr>
          <p:spPr>
            <a:xfrm>
              <a:off x="2018713" y="4779498"/>
              <a:ext cx="358726" cy="801858"/>
            </a:xfrm>
            <a:prstGeom prst="rect">
              <a:avLst/>
            </a:prstGeom>
            <a:gradFill>
              <a:gsLst>
                <a:gs pos="0">
                  <a:srgbClr val="FF2B1A"/>
                </a:gs>
                <a:gs pos="50000">
                  <a:srgbClr val="E60000"/>
                </a:gs>
                <a:gs pos="100000">
                  <a:srgbClr val="A30000"/>
                </a:gs>
              </a:gsLst>
              <a:lin ang="5400000" scaled="1"/>
            </a:gradFill>
            <a:ln w="9495" cap="rnd">
              <a:solidFill>
                <a:srgbClr val="8E110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I"/>
            <p:cNvSpPr txBox="1"/>
            <p:nvPr/>
          </p:nvSpPr>
          <p:spPr>
            <a:xfrm>
              <a:off x="2093624" y="4821701"/>
              <a:ext cx="394598" cy="394598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827" b="1">
                  <a:solidFill>
                    <a:srgbClr val="FFFFFF"/>
                  </a:solidFill>
                  <a:latin typeface="Times New Roman"/>
                </a:defRPr>
              </a:pPr>
              <a:r>
                <a:t>I</a:t>
              </a:r>
            </a:p>
          </p:txBody>
        </p:sp>
        <p:sp>
          <p:nvSpPr>
            <p:cNvPr id="14" name="0"/>
            <p:cNvSpPr txBox="1"/>
            <p:nvPr/>
          </p:nvSpPr>
          <p:spPr>
            <a:xfrm>
              <a:off x="2093624" y="5222630"/>
              <a:ext cx="394598" cy="394598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827" b="1">
                  <a:solidFill>
                    <a:srgbClr val="FFFFFF"/>
                  </a:solidFill>
                  <a:latin typeface="Times New Roman"/>
                </a:defRPr>
              </a:pPr>
              <a:r>
                <a:t>0</a:t>
              </a:r>
            </a:p>
          </p:txBody>
        </p:sp>
        <p:sp>
          <p:nvSpPr>
            <p:cNvPr id="15" name="V"/>
            <p:cNvSpPr txBox="1"/>
            <p:nvPr/>
          </p:nvSpPr>
          <p:spPr>
            <a:xfrm>
              <a:off x="4433468" y="4659219"/>
              <a:ext cx="204473" cy="204473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947" b="1">
                  <a:solidFill>
                    <a:srgbClr val="343932"/>
                  </a:solidFill>
                  <a:latin typeface="Times New Roman"/>
                </a:defRPr>
              </a:pPr>
              <a:r>
                <a:t>V</a:t>
              </a:r>
            </a:p>
          </p:txBody>
        </p:sp>
        <p:sp>
          <p:nvSpPr>
            <p:cNvPr id="16" name="01 金属底座与控制面板"/>
            <p:cNvSpPr/>
            <p:nvPr/>
          </p:nvSpPr>
          <p:spPr>
            <a:xfrm>
              <a:off x="4424289" y="4906107"/>
              <a:ext cx="126609" cy="126609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AEB1A8"/>
                </a:gs>
              </a:gsLst>
              <a:lin ang="5400000" scaled="1"/>
            </a:gradFill>
            <a:ln w="7385" cap="rnd">
              <a:solidFill>
                <a:srgbClr val="767D7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01 金属底座与控制面板"/>
            <p:cNvSpPr/>
            <p:nvPr/>
          </p:nvSpPr>
          <p:spPr>
            <a:xfrm>
              <a:off x="4424289" y="5243732"/>
              <a:ext cx="126609" cy="126609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AEB1A8"/>
                </a:gs>
              </a:gsLst>
              <a:lin ang="5400000" scaled="1"/>
            </a:gradFill>
            <a:ln w="7385" cap="rnd">
              <a:solidFill>
                <a:srgbClr val="767D7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01 金属底座与控制面板"/>
            <p:cNvSpPr/>
            <p:nvPr/>
          </p:nvSpPr>
          <p:spPr>
            <a:xfrm>
              <a:off x="4424289" y="5560255"/>
              <a:ext cx="126609" cy="126609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AEB1A8"/>
                </a:gs>
              </a:gsLst>
              <a:lin ang="5400000" scaled="1"/>
            </a:gradFill>
            <a:ln w="7385" cap="rnd">
              <a:solidFill>
                <a:srgbClr val="767D7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01 金属底座与控制面板"/>
            <p:cNvSpPr/>
            <p:nvPr/>
          </p:nvSpPr>
          <p:spPr>
            <a:xfrm>
              <a:off x="4739007" y="4819542"/>
              <a:ext cx="126035" cy="146965"/>
            </a:xfrm>
            <a:custGeom>
              <a:avLst/>
              <a:gdLst/>
              <a:ahLst/>
              <a:cxnLst/>
              <a:rect l="l" t="t" r="r" b="b"/>
              <a:pathLst>
                <a:path w="1385" h="1615">
                  <a:moveTo>
                    <a:pt x="692" y="0"/>
                  </a:moveTo>
                  <a:lnTo>
                    <a:pt x="0" y="1615"/>
                  </a:lnTo>
                  <a:lnTo>
                    <a:pt x="1385" y="1615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rgbClr val="3237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01 金属底座与控制面板"/>
            <p:cNvSpPr/>
            <p:nvPr/>
          </p:nvSpPr>
          <p:spPr>
            <a:xfrm>
              <a:off x="4739007" y="5281458"/>
              <a:ext cx="126035" cy="147056"/>
            </a:xfrm>
            <a:custGeom>
              <a:avLst/>
              <a:gdLst/>
              <a:ahLst/>
              <a:cxnLst/>
              <a:rect l="l" t="t" r="r" b="b"/>
              <a:pathLst>
                <a:path w="1385" h="1616">
                  <a:moveTo>
                    <a:pt x="692" y="0"/>
                  </a:moveTo>
                  <a:lnTo>
                    <a:pt x="0" y="1616"/>
                  </a:lnTo>
                  <a:lnTo>
                    <a:pt x="1385" y="1616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rgbClr val="3237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01 金属底座与控制面板"/>
            <p:cNvSpPr/>
            <p:nvPr/>
          </p:nvSpPr>
          <p:spPr>
            <a:xfrm>
              <a:off x="5183944" y="5117123"/>
              <a:ext cx="400929" cy="400929"/>
            </a:xfrm>
            <a:prstGeom prst="ellipse">
              <a:avLst/>
            </a:prstGeom>
            <a:gradFill>
              <a:gsLst>
                <a:gs pos="0">
                  <a:srgbClr val="E7E8E5"/>
                </a:gs>
                <a:gs pos="50000">
                  <a:srgbClr val="9DA29C"/>
                </a:gs>
                <a:gs pos="100000">
                  <a:srgbClr val="CFD2CB"/>
                </a:gs>
              </a:gsLst>
              <a:lin ang="0" scaled="1"/>
            </a:gradFill>
            <a:ln w="10550" cap="rnd">
              <a:solidFill>
                <a:srgbClr val="656D6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01 金属底座与控制面板"/>
            <p:cNvSpPr/>
            <p:nvPr/>
          </p:nvSpPr>
          <p:spPr>
            <a:xfrm>
              <a:off x="5053958" y="4934566"/>
              <a:ext cx="630084" cy="136955"/>
            </a:xfrm>
            <a:custGeom>
              <a:avLst/>
              <a:gdLst/>
              <a:ahLst/>
              <a:cxnLst/>
              <a:rect l="l" t="t" r="r" b="b"/>
              <a:pathLst>
                <a:path w="6924" h="1505">
                  <a:moveTo>
                    <a:pt x="0" y="1274"/>
                  </a:moveTo>
                  <a:lnTo>
                    <a:pt x="137" y="1045"/>
                  </a:lnTo>
                  <a:lnTo>
                    <a:pt x="306" y="839"/>
                  </a:lnTo>
                  <a:lnTo>
                    <a:pt x="504" y="657"/>
                  </a:lnTo>
                  <a:lnTo>
                    <a:pt x="729" y="497"/>
                  </a:lnTo>
                  <a:lnTo>
                    <a:pt x="978" y="360"/>
                  </a:lnTo>
                  <a:lnTo>
                    <a:pt x="1249" y="245"/>
                  </a:lnTo>
                  <a:lnTo>
                    <a:pt x="1540" y="153"/>
                  </a:lnTo>
                  <a:lnTo>
                    <a:pt x="1849" y="82"/>
                  </a:lnTo>
                  <a:lnTo>
                    <a:pt x="2172" y="33"/>
                  </a:lnTo>
                  <a:lnTo>
                    <a:pt x="2507" y="6"/>
                  </a:lnTo>
                  <a:lnTo>
                    <a:pt x="2853" y="0"/>
                  </a:lnTo>
                  <a:lnTo>
                    <a:pt x="3207" y="15"/>
                  </a:lnTo>
                  <a:lnTo>
                    <a:pt x="3566" y="51"/>
                  </a:lnTo>
                  <a:lnTo>
                    <a:pt x="3928" y="107"/>
                  </a:lnTo>
                  <a:lnTo>
                    <a:pt x="4290" y="184"/>
                  </a:lnTo>
                  <a:lnTo>
                    <a:pt x="4651" y="281"/>
                  </a:lnTo>
                  <a:lnTo>
                    <a:pt x="5007" y="398"/>
                  </a:lnTo>
                  <a:lnTo>
                    <a:pt x="5357" y="535"/>
                  </a:lnTo>
                  <a:lnTo>
                    <a:pt x="5698" y="691"/>
                  </a:lnTo>
                  <a:lnTo>
                    <a:pt x="6027" y="866"/>
                  </a:lnTo>
                  <a:lnTo>
                    <a:pt x="6343" y="1060"/>
                  </a:lnTo>
                  <a:lnTo>
                    <a:pt x="6643" y="1273"/>
                  </a:lnTo>
                  <a:lnTo>
                    <a:pt x="6924" y="1505"/>
                  </a:lnTo>
                </a:path>
              </a:pathLst>
            </a:custGeom>
            <a:noFill/>
            <a:ln w="12660" cap="rnd">
              <a:solidFill>
                <a:srgbClr val="60685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01 金属底座与控制面板"/>
            <p:cNvSpPr/>
            <p:nvPr/>
          </p:nvSpPr>
          <p:spPr>
            <a:xfrm>
              <a:off x="5579028" y="5008458"/>
              <a:ext cx="105014" cy="63063"/>
            </a:xfrm>
            <a:custGeom>
              <a:avLst/>
              <a:gdLst/>
              <a:ahLst/>
              <a:cxnLst/>
              <a:rect l="l" t="t" r="r" b="b"/>
              <a:pathLst>
                <a:path w="1154" h="693">
                  <a:moveTo>
                    <a:pt x="0" y="0"/>
                  </a:moveTo>
                  <a:lnTo>
                    <a:pt x="1154" y="693"/>
                  </a:lnTo>
                </a:path>
              </a:pathLst>
            </a:custGeom>
            <a:noFill/>
            <a:ln w="10550" cap="rnd">
              <a:solidFill>
                <a:srgbClr val="60685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01 金属底座与控制面板"/>
            <p:cNvSpPr/>
            <p:nvPr/>
          </p:nvSpPr>
          <p:spPr>
            <a:xfrm>
              <a:off x="5663021" y="4987528"/>
              <a:ext cx="21021" cy="83993"/>
            </a:xfrm>
            <a:custGeom>
              <a:avLst/>
              <a:gdLst/>
              <a:ahLst/>
              <a:cxnLst/>
              <a:rect l="l" t="t" r="r" b="b"/>
              <a:pathLst>
                <a:path w="231" h="923">
                  <a:moveTo>
                    <a:pt x="0" y="0"/>
                  </a:moveTo>
                  <a:lnTo>
                    <a:pt x="231" y="923"/>
                  </a:lnTo>
                </a:path>
              </a:pathLst>
            </a:custGeom>
            <a:noFill/>
            <a:ln w="10550" cap="rnd">
              <a:solidFill>
                <a:srgbClr val="60685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Voltage"/>
            <p:cNvSpPr txBox="1"/>
            <p:nvPr/>
          </p:nvSpPr>
          <p:spPr>
            <a:xfrm>
              <a:off x="5078436" y="5602458"/>
              <a:ext cx="585820" cy="251108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163" b="0">
                  <a:solidFill>
                    <a:srgbClr val="242C23"/>
                  </a:solidFill>
                  <a:latin typeface="Times New Roman"/>
                </a:defRPr>
              </a:pPr>
              <a:r>
                <a:t>Voltage</a:t>
              </a:r>
            </a:p>
          </p:txBody>
        </p:sp>
        <p:sp>
          <p:nvSpPr>
            <p:cNvPr id="26" name="01 金属底座与控制面板"/>
            <p:cNvSpPr/>
            <p:nvPr/>
          </p:nvSpPr>
          <p:spPr>
            <a:xfrm>
              <a:off x="5922498" y="5138224"/>
              <a:ext cx="464233" cy="379827"/>
            </a:xfrm>
            <a:prstGeom prst="rect">
              <a:avLst/>
            </a:prstGeom>
            <a:solidFill>
              <a:srgbClr val="C5CBC0"/>
            </a:solidFill>
            <a:ln w="8440" cap="rnd">
              <a:solidFill>
                <a:srgbClr val="A3AB9E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01 金属底座与控制面板"/>
            <p:cNvSpPr/>
            <p:nvPr/>
          </p:nvSpPr>
          <p:spPr>
            <a:xfrm>
              <a:off x="6049107" y="5222630"/>
              <a:ext cx="232116" cy="189913"/>
            </a:xfrm>
            <a:prstGeom prst="rect">
              <a:avLst/>
            </a:prstGeom>
            <a:solidFill>
              <a:srgbClr val="343D34"/>
            </a:solidFill>
            <a:ln w="8440" cap="rnd">
              <a:solidFill>
                <a:srgbClr val="8F978A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01 金属底座与控制面板"/>
            <p:cNvSpPr/>
            <p:nvPr/>
          </p:nvSpPr>
          <p:spPr>
            <a:xfrm>
              <a:off x="6091310" y="5243732"/>
              <a:ext cx="147710" cy="147710"/>
            </a:xfrm>
            <a:prstGeom prst="ellipse">
              <a:avLst/>
            </a:prstGeom>
            <a:solidFill>
              <a:srgbClr val="203D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02 烧杯、黄色液体及电极"/>
            <p:cNvSpPr/>
            <p:nvPr/>
          </p:nvSpPr>
          <p:spPr>
            <a:xfrm>
              <a:off x="2219035" y="1921465"/>
              <a:ext cx="2162979" cy="2139501"/>
            </a:xfrm>
            <a:custGeom>
              <a:avLst/>
              <a:gdLst/>
              <a:ahLst/>
              <a:cxnLst/>
              <a:rect l="l" t="t" r="r" b="b"/>
              <a:pathLst>
                <a:path w="23769" h="23511">
                  <a:moveTo>
                    <a:pt x="0" y="0"/>
                  </a:moveTo>
                  <a:lnTo>
                    <a:pt x="0" y="20308"/>
                  </a:lnTo>
                  <a:lnTo>
                    <a:pt x="19" y="20464"/>
                  </a:lnTo>
                  <a:lnTo>
                    <a:pt x="60" y="20616"/>
                  </a:lnTo>
                  <a:lnTo>
                    <a:pt x="122" y="20764"/>
                  </a:lnTo>
                  <a:lnTo>
                    <a:pt x="204" y="20909"/>
                  </a:lnTo>
                  <a:lnTo>
                    <a:pt x="306" y="21049"/>
                  </a:lnTo>
                  <a:lnTo>
                    <a:pt x="428" y="21186"/>
                  </a:lnTo>
                  <a:lnTo>
                    <a:pt x="567" y="21319"/>
                  </a:lnTo>
                  <a:lnTo>
                    <a:pt x="725" y="21449"/>
                  </a:lnTo>
                  <a:lnTo>
                    <a:pt x="901" y="21574"/>
                  </a:lnTo>
                  <a:lnTo>
                    <a:pt x="1093" y="21696"/>
                  </a:lnTo>
                  <a:lnTo>
                    <a:pt x="1302" y="21813"/>
                  </a:lnTo>
                  <a:lnTo>
                    <a:pt x="1527" y="21927"/>
                  </a:lnTo>
                  <a:lnTo>
                    <a:pt x="1767" y="22037"/>
                  </a:lnTo>
                  <a:lnTo>
                    <a:pt x="2022" y="22143"/>
                  </a:lnTo>
                  <a:lnTo>
                    <a:pt x="2291" y="22245"/>
                  </a:lnTo>
                  <a:lnTo>
                    <a:pt x="2574" y="22343"/>
                  </a:lnTo>
                  <a:lnTo>
                    <a:pt x="2869" y="22438"/>
                  </a:lnTo>
                  <a:lnTo>
                    <a:pt x="3178" y="22528"/>
                  </a:lnTo>
                  <a:lnTo>
                    <a:pt x="3498" y="22615"/>
                  </a:lnTo>
                  <a:lnTo>
                    <a:pt x="3830" y="22697"/>
                  </a:lnTo>
                  <a:lnTo>
                    <a:pt x="4173" y="22776"/>
                  </a:lnTo>
                  <a:lnTo>
                    <a:pt x="4526" y="22851"/>
                  </a:lnTo>
                  <a:lnTo>
                    <a:pt x="4889" y="22921"/>
                  </a:lnTo>
                  <a:lnTo>
                    <a:pt x="5261" y="22988"/>
                  </a:lnTo>
                  <a:lnTo>
                    <a:pt x="5642" y="23051"/>
                  </a:lnTo>
                  <a:lnTo>
                    <a:pt x="6031" y="23110"/>
                  </a:lnTo>
                  <a:lnTo>
                    <a:pt x="6427" y="23165"/>
                  </a:lnTo>
                  <a:lnTo>
                    <a:pt x="6831" y="23216"/>
                  </a:lnTo>
                  <a:lnTo>
                    <a:pt x="7241" y="23262"/>
                  </a:lnTo>
                  <a:lnTo>
                    <a:pt x="7657" y="23305"/>
                  </a:lnTo>
                  <a:lnTo>
                    <a:pt x="8078" y="23344"/>
                  </a:lnTo>
                  <a:lnTo>
                    <a:pt x="8504" y="23379"/>
                  </a:lnTo>
                  <a:lnTo>
                    <a:pt x="8935" y="23409"/>
                  </a:lnTo>
                  <a:lnTo>
                    <a:pt x="9369" y="23436"/>
                  </a:lnTo>
                  <a:lnTo>
                    <a:pt x="9806" y="23459"/>
                  </a:lnTo>
                  <a:lnTo>
                    <a:pt x="10246" y="23477"/>
                  </a:lnTo>
                  <a:lnTo>
                    <a:pt x="10688" y="23492"/>
                  </a:lnTo>
                  <a:lnTo>
                    <a:pt x="11131" y="23502"/>
                  </a:lnTo>
                  <a:lnTo>
                    <a:pt x="11575" y="23508"/>
                  </a:lnTo>
                  <a:lnTo>
                    <a:pt x="12020" y="23511"/>
                  </a:lnTo>
                  <a:lnTo>
                    <a:pt x="12465" y="23509"/>
                  </a:lnTo>
                  <a:lnTo>
                    <a:pt x="12908" y="23503"/>
                  </a:lnTo>
                  <a:lnTo>
                    <a:pt x="13351" y="23492"/>
                  </a:lnTo>
                  <a:lnTo>
                    <a:pt x="13792" y="23478"/>
                  </a:lnTo>
                  <a:lnTo>
                    <a:pt x="14230" y="23460"/>
                  </a:lnTo>
                  <a:lnTo>
                    <a:pt x="14666" y="23437"/>
                  </a:lnTo>
                  <a:lnTo>
                    <a:pt x="15097" y="23410"/>
                  </a:lnTo>
                  <a:lnTo>
                    <a:pt x="15525" y="23379"/>
                  </a:lnTo>
                  <a:lnTo>
                    <a:pt x="15949" y="23344"/>
                  </a:lnTo>
                  <a:lnTo>
                    <a:pt x="16367" y="23305"/>
                  </a:lnTo>
                  <a:lnTo>
                    <a:pt x="16779" y="23262"/>
                  </a:lnTo>
                  <a:lnTo>
                    <a:pt x="17186" y="23214"/>
                  </a:lnTo>
                  <a:lnTo>
                    <a:pt x="17585" y="23162"/>
                  </a:lnTo>
                  <a:lnTo>
                    <a:pt x="17977" y="23106"/>
                  </a:lnTo>
                  <a:lnTo>
                    <a:pt x="18361" y="23046"/>
                  </a:lnTo>
                  <a:lnTo>
                    <a:pt x="18737" y="22981"/>
                  </a:lnTo>
                  <a:lnTo>
                    <a:pt x="19103" y="22912"/>
                  </a:lnTo>
                  <a:lnTo>
                    <a:pt x="19461" y="22839"/>
                  </a:lnTo>
                  <a:lnTo>
                    <a:pt x="19808" y="22762"/>
                  </a:lnTo>
                  <a:lnTo>
                    <a:pt x="20144" y="22680"/>
                  </a:lnTo>
                  <a:lnTo>
                    <a:pt x="20469" y="22595"/>
                  </a:lnTo>
                  <a:lnTo>
                    <a:pt x="20782" y="22504"/>
                  </a:lnTo>
                  <a:lnTo>
                    <a:pt x="21083" y="22410"/>
                  </a:lnTo>
                  <a:lnTo>
                    <a:pt x="21371" y="22311"/>
                  </a:lnTo>
                  <a:lnTo>
                    <a:pt x="21646" y="22208"/>
                  </a:lnTo>
                  <a:lnTo>
                    <a:pt x="21906" y="22101"/>
                  </a:lnTo>
                  <a:lnTo>
                    <a:pt x="22152" y="21989"/>
                  </a:lnTo>
                  <a:lnTo>
                    <a:pt x="22383" y="21873"/>
                  </a:lnTo>
                  <a:lnTo>
                    <a:pt x="22599" y="21753"/>
                  </a:lnTo>
                  <a:lnTo>
                    <a:pt x="22798" y="21628"/>
                  </a:lnTo>
                  <a:lnTo>
                    <a:pt x="22980" y="21499"/>
                  </a:lnTo>
                  <a:lnTo>
                    <a:pt x="23145" y="21365"/>
                  </a:lnTo>
                  <a:lnTo>
                    <a:pt x="23292" y="21228"/>
                  </a:lnTo>
                  <a:lnTo>
                    <a:pt x="23421" y="21085"/>
                  </a:lnTo>
                  <a:lnTo>
                    <a:pt x="23531" y="20939"/>
                  </a:lnTo>
                  <a:lnTo>
                    <a:pt x="23621" y="20788"/>
                  </a:lnTo>
                  <a:lnTo>
                    <a:pt x="23691" y="20632"/>
                  </a:lnTo>
                  <a:lnTo>
                    <a:pt x="23741" y="20472"/>
                  </a:lnTo>
                  <a:lnTo>
                    <a:pt x="23769" y="20308"/>
                  </a:lnTo>
                  <a:lnTo>
                    <a:pt x="23769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DCDDCB"/>
                </a:gs>
                <a:gs pos="50000">
                  <a:srgbClr val="FBFBE7"/>
                </a:gs>
                <a:gs pos="100000">
                  <a:srgbClr val="B8BBA9"/>
                </a:gs>
              </a:gsLst>
              <a:lin ang="0" scaled="1"/>
            </a:gradFill>
            <a:ln w="13715" cap="rnd">
              <a:solidFill>
                <a:srgbClr val="8F958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02 烧杯、黄色液体及电极"/>
            <p:cNvSpPr/>
            <p:nvPr/>
          </p:nvSpPr>
          <p:spPr>
            <a:xfrm>
              <a:off x="2271932" y="2669344"/>
              <a:ext cx="2089052" cy="1139483"/>
            </a:xfrm>
            <a:prstGeom prst="rect">
              <a:avLst/>
            </a:prstGeom>
            <a:gradFill>
              <a:gsLst>
                <a:gs pos="0">
                  <a:srgbClr val="DEC55D"/>
                </a:gs>
                <a:gs pos="50000">
                  <a:srgbClr val="F4E28C"/>
                </a:gs>
                <a:gs pos="100000">
                  <a:srgbClr val="D9C562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02 烧杯、黄色液体及电极"/>
            <p:cNvSpPr/>
            <p:nvPr/>
          </p:nvSpPr>
          <p:spPr>
            <a:xfrm>
              <a:off x="2271932" y="2416126"/>
              <a:ext cx="2089052" cy="485335"/>
            </a:xfrm>
            <a:prstGeom prst="ellipse">
              <a:avLst/>
            </a:prstGeom>
            <a:gradFill>
              <a:gsLst>
                <a:gs pos="0">
                  <a:srgbClr val="F6E6A5"/>
                </a:gs>
                <a:gs pos="100000">
                  <a:srgbClr val="E0CC77"/>
                </a:gs>
              </a:gsLst>
              <a:lin ang="5400000" scaled="1"/>
            </a:gradFill>
            <a:ln w="8440" cap="rnd">
              <a:solidFill>
                <a:srgbClr val="C9BC7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02 烧杯、黄色液体及电极"/>
            <p:cNvSpPr/>
            <p:nvPr/>
          </p:nvSpPr>
          <p:spPr>
            <a:xfrm>
              <a:off x="2250830" y="3555609"/>
              <a:ext cx="2152356" cy="569741"/>
            </a:xfrm>
            <a:prstGeom prst="ellipse">
              <a:avLst/>
            </a:prstGeom>
            <a:gradFill>
              <a:gsLst>
                <a:gs pos="0">
                  <a:srgbClr val="D8C26D"/>
                </a:gs>
                <a:gs pos="50000">
                  <a:srgbClr val="F3E18D"/>
                </a:gs>
                <a:gs pos="100000">
                  <a:srgbClr val="CBB967"/>
                </a:gs>
              </a:gsLst>
              <a:lin ang="0" scaled="1"/>
            </a:gradFill>
            <a:ln w="11605" cap="rnd">
              <a:solidFill>
                <a:srgbClr val="999A7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02 烧杯、黄色液体及电极"/>
            <p:cNvSpPr/>
            <p:nvPr/>
          </p:nvSpPr>
          <p:spPr>
            <a:xfrm>
              <a:off x="2968283" y="1909689"/>
              <a:ext cx="168812" cy="1456006"/>
            </a:xfrm>
            <a:prstGeom prst="rect">
              <a:avLst/>
            </a:prstGeom>
            <a:gradFill>
              <a:gsLst>
                <a:gs pos="0">
                  <a:srgbClr val="7E8379"/>
                </a:gs>
                <a:gs pos="50000">
                  <a:srgbClr val="E4E4D9"/>
                </a:gs>
                <a:gs pos="100000">
                  <a:srgbClr val="686E63"/>
                </a:gs>
              </a:gsLst>
              <a:lin ang="0" scaled="1"/>
            </a:gradFill>
            <a:ln w="4220" cap="rnd">
              <a:solidFill>
                <a:srgbClr val="9FA28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02 烧杯、黄色液体及电极"/>
            <p:cNvSpPr/>
            <p:nvPr/>
          </p:nvSpPr>
          <p:spPr>
            <a:xfrm>
              <a:off x="2974972" y="3286465"/>
              <a:ext cx="126035" cy="294021"/>
            </a:xfrm>
            <a:custGeom>
              <a:avLst/>
              <a:gdLst/>
              <a:ahLst/>
              <a:cxnLst/>
              <a:rect l="l" t="t" r="r" b="b"/>
              <a:pathLst>
                <a:path w="1385" h="3231">
                  <a:moveTo>
                    <a:pt x="0" y="0"/>
                  </a:moveTo>
                  <a:lnTo>
                    <a:pt x="1385" y="0"/>
                  </a:lnTo>
                  <a:lnTo>
                    <a:pt x="1385" y="3231"/>
                  </a:lnTo>
                  <a:lnTo>
                    <a:pt x="693" y="2308"/>
                  </a:lnTo>
                  <a:lnTo>
                    <a:pt x="0" y="3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D62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02 烧杯、黄色液体及电极"/>
            <p:cNvSpPr/>
            <p:nvPr/>
          </p:nvSpPr>
          <p:spPr>
            <a:xfrm>
              <a:off x="3875649" y="1909689"/>
              <a:ext cx="168812" cy="1456006"/>
            </a:xfrm>
            <a:prstGeom prst="rect">
              <a:avLst/>
            </a:prstGeom>
            <a:gradFill>
              <a:gsLst>
                <a:gs pos="0">
                  <a:srgbClr val="7E8379"/>
                </a:gs>
                <a:gs pos="50000">
                  <a:srgbClr val="E4E4D9"/>
                </a:gs>
                <a:gs pos="100000">
                  <a:srgbClr val="686E63"/>
                </a:gs>
              </a:gsLst>
              <a:lin ang="0" scaled="1"/>
            </a:gradFill>
            <a:ln w="4220" cap="rnd">
              <a:solidFill>
                <a:srgbClr val="9FA28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02 烧杯、黄色液体及电极"/>
            <p:cNvSpPr/>
            <p:nvPr/>
          </p:nvSpPr>
          <p:spPr>
            <a:xfrm>
              <a:off x="3877965" y="3286465"/>
              <a:ext cx="126035" cy="294021"/>
            </a:xfrm>
            <a:custGeom>
              <a:avLst/>
              <a:gdLst/>
              <a:ahLst/>
              <a:cxnLst/>
              <a:rect l="l" t="t" r="r" b="b"/>
              <a:pathLst>
                <a:path w="1385" h="3231">
                  <a:moveTo>
                    <a:pt x="0" y="0"/>
                  </a:moveTo>
                  <a:lnTo>
                    <a:pt x="1385" y="0"/>
                  </a:lnTo>
                  <a:lnTo>
                    <a:pt x="1385" y="3231"/>
                  </a:lnTo>
                  <a:lnTo>
                    <a:pt x="693" y="2308"/>
                  </a:lnTo>
                  <a:lnTo>
                    <a:pt x="0" y="3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D62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02 烧杯、黄色液体及电极"/>
            <p:cNvSpPr/>
            <p:nvPr/>
          </p:nvSpPr>
          <p:spPr>
            <a:xfrm>
              <a:off x="2398541" y="2205110"/>
              <a:ext cx="147710" cy="1392701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02 烧杯、黄色液体及电极"/>
            <p:cNvSpPr/>
            <p:nvPr/>
          </p:nvSpPr>
          <p:spPr>
            <a:xfrm>
              <a:off x="2239965" y="3769493"/>
              <a:ext cx="2121028" cy="212667"/>
            </a:xfrm>
            <a:custGeom>
              <a:avLst/>
              <a:gdLst/>
              <a:ahLst/>
              <a:cxnLst/>
              <a:rect l="l" t="t" r="r" b="b"/>
              <a:pathLst>
                <a:path w="23308" h="2337">
                  <a:moveTo>
                    <a:pt x="0" y="0"/>
                  </a:moveTo>
                  <a:lnTo>
                    <a:pt x="30" y="119"/>
                  </a:lnTo>
                  <a:lnTo>
                    <a:pt x="83" y="234"/>
                  </a:lnTo>
                  <a:lnTo>
                    <a:pt x="158" y="347"/>
                  </a:lnTo>
                  <a:lnTo>
                    <a:pt x="255" y="456"/>
                  </a:lnTo>
                  <a:lnTo>
                    <a:pt x="372" y="563"/>
                  </a:lnTo>
                  <a:lnTo>
                    <a:pt x="510" y="667"/>
                  </a:lnTo>
                  <a:lnTo>
                    <a:pt x="667" y="767"/>
                  </a:lnTo>
                  <a:lnTo>
                    <a:pt x="843" y="865"/>
                  </a:lnTo>
                  <a:lnTo>
                    <a:pt x="1038" y="959"/>
                  </a:lnTo>
                  <a:lnTo>
                    <a:pt x="1250" y="1051"/>
                  </a:lnTo>
                  <a:lnTo>
                    <a:pt x="1480" y="1139"/>
                  </a:lnTo>
                  <a:lnTo>
                    <a:pt x="1726" y="1225"/>
                  </a:lnTo>
                  <a:lnTo>
                    <a:pt x="1988" y="1307"/>
                  </a:lnTo>
                  <a:lnTo>
                    <a:pt x="2265" y="1386"/>
                  </a:lnTo>
                  <a:lnTo>
                    <a:pt x="2557" y="1462"/>
                  </a:lnTo>
                  <a:lnTo>
                    <a:pt x="2863" y="1535"/>
                  </a:lnTo>
                  <a:lnTo>
                    <a:pt x="3183" y="1605"/>
                  </a:lnTo>
                  <a:lnTo>
                    <a:pt x="3515" y="1672"/>
                  </a:lnTo>
                  <a:lnTo>
                    <a:pt x="3859" y="1736"/>
                  </a:lnTo>
                  <a:lnTo>
                    <a:pt x="4215" y="1796"/>
                  </a:lnTo>
                  <a:lnTo>
                    <a:pt x="4582" y="1854"/>
                  </a:lnTo>
                  <a:lnTo>
                    <a:pt x="4959" y="1908"/>
                  </a:lnTo>
                  <a:lnTo>
                    <a:pt x="5346" y="1959"/>
                  </a:lnTo>
                  <a:lnTo>
                    <a:pt x="5741" y="2007"/>
                  </a:lnTo>
                  <a:lnTo>
                    <a:pt x="6146" y="2051"/>
                  </a:lnTo>
                  <a:lnTo>
                    <a:pt x="6558" y="2093"/>
                  </a:lnTo>
                  <a:lnTo>
                    <a:pt x="6977" y="2131"/>
                  </a:lnTo>
                  <a:lnTo>
                    <a:pt x="7403" y="2166"/>
                  </a:lnTo>
                  <a:lnTo>
                    <a:pt x="7834" y="2198"/>
                  </a:lnTo>
                  <a:lnTo>
                    <a:pt x="8271" y="2227"/>
                  </a:lnTo>
                  <a:lnTo>
                    <a:pt x="8713" y="2252"/>
                  </a:lnTo>
                  <a:lnTo>
                    <a:pt x="9158" y="2274"/>
                  </a:lnTo>
                  <a:lnTo>
                    <a:pt x="9608" y="2293"/>
                  </a:lnTo>
                  <a:lnTo>
                    <a:pt x="10059" y="2308"/>
                  </a:lnTo>
                  <a:lnTo>
                    <a:pt x="10514" y="2320"/>
                  </a:lnTo>
                  <a:lnTo>
                    <a:pt x="10969" y="2329"/>
                  </a:lnTo>
                  <a:lnTo>
                    <a:pt x="11426" y="2335"/>
                  </a:lnTo>
                  <a:lnTo>
                    <a:pt x="11883" y="2337"/>
                  </a:lnTo>
                  <a:lnTo>
                    <a:pt x="12339" y="2336"/>
                  </a:lnTo>
                  <a:lnTo>
                    <a:pt x="12795" y="2332"/>
                  </a:lnTo>
                  <a:lnTo>
                    <a:pt x="13249" y="2324"/>
                  </a:lnTo>
                  <a:lnTo>
                    <a:pt x="13701" y="2313"/>
                  </a:lnTo>
                  <a:lnTo>
                    <a:pt x="14150" y="2299"/>
                  </a:lnTo>
                  <a:lnTo>
                    <a:pt x="14596" y="2281"/>
                  </a:lnTo>
                  <a:lnTo>
                    <a:pt x="15037" y="2260"/>
                  </a:lnTo>
                  <a:lnTo>
                    <a:pt x="15474" y="2235"/>
                  </a:lnTo>
                  <a:lnTo>
                    <a:pt x="15906" y="2207"/>
                  </a:lnTo>
                  <a:lnTo>
                    <a:pt x="16332" y="2176"/>
                  </a:lnTo>
                  <a:lnTo>
                    <a:pt x="16751" y="2141"/>
                  </a:lnTo>
                  <a:lnTo>
                    <a:pt x="17163" y="2103"/>
                  </a:lnTo>
                  <a:lnTo>
                    <a:pt x="17567" y="2061"/>
                  </a:lnTo>
                  <a:lnTo>
                    <a:pt x="17963" y="2016"/>
                  </a:lnTo>
                  <a:lnTo>
                    <a:pt x="18350" y="1967"/>
                  </a:lnTo>
                  <a:lnTo>
                    <a:pt x="18727" y="1915"/>
                  </a:lnTo>
                  <a:lnTo>
                    <a:pt x="19093" y="1859"/>
                  </a:lnTo>
                  <a:lnTo>
                    <a:pt x="19449" y="1800"/>
                  </a:lnTo>
                  <a:lnTo>
                    <a:pt x="19794" y="1738"/>
                  </a:lnTo>
                  <a:lnTo>
                    <a:pt x="20126" y="1672"/>
                  </a:lnTo>
                  <a:lnTo>
                    <a:pt x="20445" y="1602"/>
                  </a:lnTo>
                  <a:lnTo>
                    <a:pt x="20751" y="1529"/>
                  </a:lnTo>
                  <a:lnTo>
                    <a:pt x="21043" y="1452"/>
                  </a:lnTo>
                  <a:lnTo>
                    <a:pt x="21320" y="1372"/>
                  </a:lnTo>
                  <a:lnTo>
                    <a:pt x="21582" y="1288"/>
                  </a:lnTo>
                  <a:lnTo>
                    <a:pt x="21829" y="1200"/>
                  </a:lnTo>
                  <a:lnTo>
                    <a:pt x="22058" y="1109"/>
                  </a:lnTo>
                  <a:lnTo>
                    <a:pt x="22271" y="1015"/>
                  </a:lnTo>
                  <a:lnTo>
                    <a:pt x="22465" y="917"/>
                  </a:lnTo>
                  <a:lnTo>
                    <a:pt x="22642" y="815"/>
                  </a:lnTo>
                  <a:lnTo>
                    <a:pt x="22799" y="709"/>
                  </a:lnTo>
                  <a:lnTo>
                    <a:pt x="22936" y="600"/>
                  </a:lnTo>
                  <a:lnTo>
                    <a:pt x="23054" y="488"/>
                  </a:lnTo>
                  <a:lnTo>
                    <a:pt x="23150" y="371"/>
                  </a:lnTo>
                  <a:lnTo>
                    <a:pt x="23225" y="251"/>
                  </a:lnTo>
                  <a:lnTo>
                    <a:pt x="23278" y="127"/>
                  </a:lnTo>
                  <a:lnTo>
                    <a:pt x="23308" y="0"/>
                  </a:lnTo>
                </a:path>
              </a:pathLst>
            </a:custGeom>
            <a:noFill/>
            <a:ln w="25321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02 烧杯、黄色液体及电极"/>
            <p:cNvSpPr/>
            <p:nvPr/>
          </p:nvSpPr>
          <p:spPr>
            <a:xfrm>
              <a:off x="2208627" y="1804181"/>
              <a:ext cx="2194560" cy="316523"/>
            </a:xfrm>
            <a:prstGeom prst="rect">
              <a:avLst/>
            </a:prstGeom>
            <a:gradFill>
              <a:gsLst>
                <a:gs pos="0">
                  <a:srgbClr val="9A9D99"/>
                </a:gs>
                <a:gs pos="50000">
                  <a:srgbClr val="D6D8D3"/>
                </a:gs>
                <a:gs pos="100000">
                  <a:srgbClr val="8D928B"/>
                </a:gs>
              </a:gsLst>
              <a:lin ang="0" scaled="1"/>
            </a:gradFill>
            <a:ln w="6330" cap="rnd">
              <a:solidFill>
                <a:srgbClr val="90968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02 烧杯、黄色液体及电极"/>
            <p:cNvSpPr/>
            <p:nvPr/>
          </p:nvSpPr>
          <p:spPr>
            <a:xfrm>
              <a:off x="2208627" y="1529861"/>
              <a:ext cx="2194560" cy="590843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D4D7D1"/>
                </a:gs>
                <a:gs pos="100000">
                  <a:srgbClr val="F5F5F0"/>
                </a:gs>
              </a:gsLst>
              <a:lin ang="0" scaled="1"/>
            </a:gradFill>
            <a:ln w="9495" cap="rnd">
              <a:solidFill>
                <a:srgbClr val="B6BBB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02 烧杯、黄色液体及电极"/>
            <p:cNvSpPr/>
            <p:nvPr/>
          </p:nvSpPr>
          <p:spPr>
            <a:xfrm>
              <a:off x="2862775" y="1635369"/>
              <a:ext cx="379827" cy="211015"/>
            </a:xfrm>
            <a:prstGeom prst="rect">
              <a:avLst/>
            </a:prstGeom>
            <a:gradFill>
              <a:gsLst>
                <a:gs pos="0">
                  <a:srgbClr val="151C15"/>
                </a:gs>
                <a:gs pos="50000">
                  <a:srgbClr val="5C6357"/>
                </a:gs>
                <a:gs pos="100000">
                  <a:srgbClr val="070B06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02 烧杯、黄色液体及电极"/>
            <p:cNvSpPr/>
            <p:nvPr/>
          </p:nvSpPr>
          <p:spPr>
            <a:xfrm>
              <a:off x="2862775" y="1550963"/>
              <a:ext cx="379827" cy="168812"/>
            </a:xfrm>
            <a:prstGeom prst="ellipse">
              <a:avLst/>
            </a:prstGeom>
            <a:solidFill>
              <a:srgbClr val="11170F"/>
            </a:solidFill>
            <a:ln w="6330" cap="rnd">
              <a:solidFill>
                <a:srgbClr val="555D5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02 烧杯、黄色液体及电极"/>
            <p:cNvSpPr/>
            <p:nvPr/>
          </p:nvSpPr>
          <p:spPr>
            <a:xfrm>
              <a:off x="3791243" y="1508760"/>
              <a:ext cx="379827" cy="211015"/>
            </a:xfrm>
            <a:prstGeom prst="rect">
              <a:avLst/>
            </a:prstGeom>
            <a:gradFill>
              <a:gsLst>
                <a:gs pos="0">
                  <a:srgbClr val="151C15"/>
                </a:gs>
                <a:gs pos="50000">
                  <a:srgbClr val="5C6357"/>
                </a:gs>
                <a:gs pos="100000">
                  <a:srgbClr val="070B06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02 烧杯、黄色液体及电极"/>
            <p:cNvSpPr/>
            <p:nvPr/>
          </p:nvSpPr>
          <p:spPr>
            <a:xfrm>
              <a:off x="3791243" y="1424353"/>
              <a:ext cx="379827" cy="168812"/>
            </a:xfrm>
            <a:prstGeom prst="ellipse">
              <a:avLst/>
            </a:prstGeom>
            <a:solidFill>
              <a:srgbClr val="11170F"/>
            </a:solidFill>
            <a:ln w="6330" cap="rnd">
              <a:solidFill>
                <a:srgbClr val="555D5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02 烧杯、黄色液体及电极"/>
            <p:cNvSpPr/>
            <p:nvPr/>
          </p:nvSpPr>
          <p:spPr>
            <a:xfrm>
              <a:off x="3010486" y="1234440"/>
              <a:ext cx="105507" cy="569741"/>
            </a:xfrm>
            <a:prstGeom prst="rect">
              <a:avLst/>
            </a:prstGeom>
            <a:gradFill>
              <a:gsLst>
                <a:gs pos="0">
                  <a:srgbClr val="B28E19"/>
                </a:gs>
                <a:gs pos="50000">
                  <a:srgbClr val="FCE697"/>
                </a:gs>
                <a:gs pos="100000">
                  <a:srgbClr val="A6891C"/>
                </a:gs>
              </a:gsLst>
              <a:lin ang="0" scaled="1"/>
            </a:gradFill>
            <a:ln w="7385" cap="rnd">
              <a:solidFill>
                <a:srgbClr val="AA8D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02 烧杯、黄色液体及电极"/>
            <p:cNvSpPr/>
            <p:nvPr/>
          </p:nvSpPr>
          <p:spPr>
            <a:xfrm>
              <a:off x="2995993" y="1291472"/>
              <a:ext cx="105014" cy="42042"/>
            </a:xfrm>
            <a:custGeom>
              <a:avLst/>
              <a:gdLst/>
              <a:ahLst/>
              <a:cxnLst/>
              <a:rect l="l" t="t" r="r" b="b"/>
              <a:pathLst>
                <a:path w="1154" h="462">
                  <a:moveTo>
                    <a:pt x="0" y="462"/>
                  </a:moveTo>
                  <a:lnTo>
                    <a:pt x="1154" y="0"/>
                  </a:lnTo>
                </a:path>
              </a:pathLst>
            </a:custGeom>
            <a:noFill/>
            <a:ln w="8440" cap="rnd">
              <a:solidFill>
                <a:srgbClr val="B5902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02 烧杯、黄色液体及电极"/>
            <p:cNvSpPr/>
            <p:nvPr/>
          </p:nvSpPr>
          <p:spPr>
            <a:xfrm>
              <a:off x="2995993" y="1459458"/>
              <a:ext cx="105014" cy="42042"/>
            </a:xfrm>
            <a:custGeom>
              <a:avLst/>
              <a:gdLst/>
              <a:ahLst/>
              <a:cxnLst/>
              <a:rect l="l" t="t" r="r" b="b"/>
              <a:pathLst>
                <a:path w="1154" h="462">
                  <a:moveTo>
                    <a:pt x="0" y="462"/>
                  </a:moveTo>
                  <a:lnTo>
                    <a:pt x="1154" y="0"/>
                  </a:lnTo>
                </a:path>
              </a:pathLst>
            </a:custGeom>
            <a:noFill/>
            <a:ln w="8440" cap="rnd">
              <a:solidFill>
                <a:srgbClr val="B5902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02 烧杯、黄色液体及电极"/>
            <p:cNvSpPr/>
            <p:nvPr/>
          </p:nvSpPr>
          <p:spPr>
            <a:xfrm>
              <a:off x="2995993" y="1627535"/>
              <a:ext cx="105014" cy="41951"/>
            </a:xfrm>
            <a:custGeom>
              <a:avLst/>
              <a:gdLst/>
              <a:ahLst/>
              <a:cxnLst/>
              <a:rect l="l" t="t" r="r" b="b"/>
              <a:pathLst>
                <a:path w="1154" h="461">
                  <a:moveTo>
                    <a:pt x="0" y="461"/>
                  </a:moveTo>
                  <a:lnTo>
                    <a:pt x="1154" y="0"/>
                  </a:lnTo>
                </a:path>
              </a:pathLst>
            </a:custGeom>
            <a:noFill/>
            <a:ln w="8440" cap="rnd">
              <a:solidFill>
                <a:srgbClr val="B5902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02 烧杯、黄色液体及电极"/>
            <p:cNvSpPr/>
            <p:nvPr/>
          </p:nvSpPr>
          <p:spPr>
            <a:xfrm>
              <a:off x="3917852" y="1065627"/>
              <a:ext cx="105507" cy="569741"/>
            </a:xfrm>
            <a:prstGeom prst="rect">
              <a:avLst/>
            </a:prstGeom>
            <a:gradFill>
              <a:gsLst>
                <a:gs pos="0">
                  <a:srgbClr val="B28E19"/>
                </a:gs>
                <a:gs pos="50000">
                  <a:srgbClr val="FCE697"/>
                </a:gs>
                <a:gs pos="100000">
                  <a:srgbClr val="A6891C"/>
                </a:gs>
              </a:gsLst>
              <a:lin ang="0" scaled="1"/>
            </a:gradFill>
            <a:ln w="7385" cap="rnd">
              <a:solidFill>
                <a:srgbClr val="AA8D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02 烧杯、黄色液体及电极"/>
            <p:cNvSpPr/>
            <p:nvPr/>
          </p:nvSpPr>
          <p:spPr>
            <a:xfrm>
              <a:off x="3898986" y="1123486"/>
              <a:ext cx="105014" cy="42042"/>
            </a:xfrm>
            <a:custGeom>
              <a:avLst/>
              <a:gdLst/>
              <a:ahLst/>
              <a:cxnLst/>
              <a:rect l="l" t="t" r="r" b="b"/>
              <a:pathLst>
                <a:path w="1154" h="462">
                  <a:moveTo>
                    <a:pt x="0" y="462"/>
                  </a:moveTo>
                  <a:lnTo>
                    <a:pt x="1154" y="0"/>
                  </a:lnTo>
                </a:path>
              </a:pathLst>
            </a:custGeom>
            <a:noFill/>
            <a:ln w="8440" cap="rnd">
              <a:solidFill>
                <a:srgbClr val="B5902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02 烧杯、黄色液体及电极"/>
            <p:cNvSpPr/>
            <p:nvPr/>
          </p:nvSpPr>
          <p:spPr>
            <a:xfrm>
              <a:off x="3898986" y="1291472"/>
              <a:ext cx="105014" cy="42042"/>
            </a:xfrm>
            <a:custGeom>
              <a:avLst/>
              <a:gdLst/>
              <a:ahLst/>
              <a:cxnLst/>
              <a:rect l="l" t="t" r="r" b="b"/>
              <a:pathLst>
                <a:path w="1154" h="462">
                  <a:moveTo>
                    <a:pt x="0" y="462"/>
                  </a:moveTo>
                  <a:lnTo>
                    <a:pt x="1154" y="0"/>
                  </a:lnTo>
                </a:path>
              </a:pathLst>
            </a:custGeom>
            <a:noFill/>
            <a:ln w="8440" cap="rnd">
              <a:solidFill>
                <a:srgbClr val="B5902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02 烧杯、黄色液体及电极"/>
            <p:cNvSpPr/>
            <p:nvPr/>
          </p:nvSpPr>
          <p:spPr>
            <a:xfrm>
              <a:off x="3898986" y="1459458"/>
              <a:ext cx="105014" cy="42042"/>
            </a:xfrm>
            <a:custGeom>
              <a:avLst/>
              <a:gdLst/>
              <a:ahLst/>
              <a:cxnLst/>
              <a:rect l="l" t="t" r="r" b="b"/>
              <a:pathLst>
                <a:path w="1154" h="462">
                  <a:moveTo>
                    <a:pt x="0" y="462"/>
                  </a:moveTo>
                  <a:lnTo>
                    <a:pt x="1154" y="0"/>
                  </a:lnTo>
                </a:path>
              </a:pathLst>
            </a:custGeom>
            <a:noFill/>
            <a:ln w="8440" cap="rnd">
              <a:solidFill>
                <a:srgbClr val="B5902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02 烧杯、黄色液体及电极"/>
            <p:cNvSpPr/>
            <p:nvPr/>
          </p:nvSpPr>
          <p:spPr>
            <a:xfrm>
              <a:off x="2744014" y="3475472"/>
              <a:ext cx="546000" cy="252070"/>
            </a:xfrm>
            <a:custGeom>
              <a:avLst/>
              <a:gdLst/>
              <a:ahLst/>
              <a:cxnLst/>
              <a:rect l="l" t="t" r="r" b="b"/>
              <a:pathLst>
                <a:path w="6000" h="2770">
                  <a:moveTo>
                    <a:pt x="0" y="0"/>
                  </a:moveTo>
                  <a:lnTo>
                    <a:pt x="6000" y="2770"/>
                  </a:lnTo>
                </a:path>
              </a:pathLst>
            </a:custGeom>
            <a:noFill/>
            <a:ln w="8440" cap="rnd">
              <a:solidFill>
                <a:srgbClr val="454B3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02 烧杯、黄色液体及电极"/>
            <p:cNvSpPr/>
            <p:nvPr/>
          </p:nvSpPr>
          <p:spPr>
            <a:xfrm>
              <a:off x="2765035" y="3412500"/>
              <a:ext cx="0" cy="126035"/>
            </a:xfrm>
            <a:custGeom>
              <a:avLst/>
              <a:gdLst/>
              <a:ahLst/>
              <a:cxnLst/>
              <a:rect l="l" t="t" r="r" b="b"/>
              <a:pathLst>
                <a:path w="0" h="1385">
                  <a:moveTo>
                    <a:pt x="0" y="0"/>
                  </a:moveTo>
                  <a:lnTo>
                    <a:pt x="0" y="1385"/>
                  </a:lnTo>
                </a:path>
              </a:pathLst>
            </a:custGeom>
            <a:noFill/>
            <a:ln w="8440" cap="rnd">
              <a:solidFill>
                <a:srgbClr val="454B3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02 烧杯、黄色液体及电极"/>
            <p:cNvSpPr/>
            <p:nvPr/>
          </p:nvSpPr>
          <p:spPr>
            <a:xfrm>
              <a:off x="3688958" y="3517514"/>
              <a:ext cx="420056" cy="41951"/>
            </a:xfrm>
            <a:custGeom>
              <a:avLst/>
              <a:gdLst/>
              <a:ahLst/>
              <a:cxnLst/>
              <a:rect l="l" t="t" r="r" b="b"/>
              <a:pathLst>
                <a:path w="4616" h="461">
                  <a:moveTo>
                    <a:pt x="0" y="461"/>
                  </a:moveTo>
                  <a:lnTo>
                    <a:pt x="4616" y="0"/>
                  </a:lnTo>
                </a:path>
              </a:pathLst>
            </a:custGeom>
            <a:noFill/>
            <a:ln w="8440" cap="rnd">
              <a:solidFill>
                <a:srgbClr val="454B3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03 红蓝接线"/>
            <p:cNvSpPr/>
            <p:nvPr/>
          </p:nvSpPr>
          <p:spPr>
            <a:xfrm>
              <a:off x="3038035" y="1312493"/>
              <a:ext cx="3086993" cy="4656015"/>
            </a:xfrm>
            <a:custGeom>
              <a:avLst/>
              <a:gdLst/>
              <a:ahLst/>
              <a:cxnLst/>
              <a:rect l="l" t="t" r="r" b="b"/>
              <a:pathLst>
                <a:path w="33923" h="51165">
                  <a:moveTo>
                    <a:pt x="0" y="0"/>
                  </a:moveTo>
                  <a:lnTo>
                    <a:pt x="14" y="176"/>
                  </a:lnTo>
                  <a:lnTo>
                    <a:pt x="31" y="373"/>
                  </a:lnTo>
                  <a:lnTo>
                    <a:pt x="49" y="588"/>
                  </a:lnTo>
                  <a:lnTo>
                    <a:pt x="69" y="821"/>
                  </a:lnTo>
                  <a:lnTo>
                    <a:pt x="90" y="1071"/>
                  </a:lnTo>
                  <a:lnTo>
                    <a:pt x="113" y="1337"/>
                  </a:lnTo>
                  <a:lnTo>
                    <a:pt x="137" y="1619"/>
                  </a:lnTo>
                  <a:lnTo>
                    <a:pt x="162" y="1915"/>
                  </a:lnTo>
                  <a:lnTo>
                    <a:pt x="188" y="2225"/>
                  </a:lnTo>
                  <a:lnTo>
                    <a:pt x="216" y="2548"/>
                  </a:lnTo>
                  <a:lnTo>
                    <a:pt x="244" y="2882"/>
                  </a:lnTo>
                  <a:lnTo>
                    <a:pt x="273" y="3227"/>
                  </a:lnTo>
                  <a:lnTo>
                    <a:pt x="303" y="3583"/>
                  </a:lnTo>
                  <a:lnTo>
                    <a:pt x="334" y="3947"/>
                  </a:lnTo>
                  <a:lnTo>
                    <a:pt x="365" y="4320"/>
                  </a:lnTo>
                  <a:lnTo>
                    <a:pt x="397" y="4700"/>
                  </a:lnTo>
                  <a:lnTo>
                    <a:pt x="429" y="5087"/>
                  </a:lnTo>
                  <a:lnTo>
                    <a:pt x="462" y="5479"/>
                  </a:lnTo>
                  <a:lnTo>
                    <a:pt x="495" y="5876"/>
                  </a:lnTo>
                  <a:lnTo>
                    <a:pt x="528" y="6277"/>
                  </a:lnTo>
                  <a:lnTo>
                    <a:pt x="561" y="6681"/>
                  </a:lnTo>
                  <a:lnTo>
                    <a:pt x="594" y="7087"/>
                  </a:lnTo>
                  <a:lnTo>
                    <a:pt x="627" y="7494"/>
                  </a:lnTo>
                  <a:lnTo>
                    <a:pt x="659" y="7901"/>
                  </a:lnTo>
                  <a:lnTo>
                    <a:pt x="692" y="8308"/>
                  </a:lnTo>
                  <a:lnTo>
                    <a:pt x="713" y="8584"/>
                  </a:lnTo>
                  <a:lnTo>
                    <a:pt x="734" y="8864"/>
                  </a:lnTo>
                  <a:lnTo>
                    <a:pt x="753" y="9147"/>
                  </a:lnTo>
                  <a:lnTo>
                    <a:pt x="772" y="9434"/>
                  </a:lnTo>
                  <a:lnTo>
                    <a:pt x="790" y="9725"/>
                  </a:lnTo>
                  <a:lnTo>
                    <a:pt x="808" y="10018"/>
                  </a:lnTo>
                  <a:lnTo>
                    <a:pt x="825" y="10315"/>
                  </a:lnTo>
                  <a:lnTo>
                    <a:pt x="842" y="10615"/>
                  </a:lnTo>
                  <a:lnTo>
                    <a:pt x="859" y="10918"/>
                  </a:lnTo>
                  <a:lnTo>
                    <a:pt x="876" y="11224"/>
                  </a:lnTo>
                  <a:lnTo>
                    <a:pt x="892" y="11533"/>
                  </a:lnTo>
                  <a:lnTo>
                    <a:pt x="909" y="11844"/>
                  </a:lnTo>
                  <a:lnTo>
                    <a:pt x="925" y="12159"/>
                  </a:lnTo>
                  <a:lnTo>
                    <a:pt x="942" y="12476"/>
                  </a:lnTo>
                  <a:lnTo>
                    <a:pt x="959" y="12795"/>
                  </a:lnTo>
                  <a:lnTo>
                    <a:pt x="977" y="13117"/>
                  </a:lnTo>
                  <a:lnTo>
                    <a:pt x="995" y="13442"/>
                  </a:lnTo>
                  <a:lnTo>
                    <a:pt x="1014" y="13769"/>
                  </a:lnTo>
                  <a:lnTo>
                    <a:pt x="1033" y="14098"/>
                  </a:lnTo>
                  <a:lnTo>
                    <a:pt x="1054" y="14429"/>
                  </a:lnTo>
                  <a:lnTo>
                    <a:pt x="1075" y="14762"/>
                  </a:lnTo>
                  <a:lnTo>
                    <a:pt x="1097" y="15097"/>
                  </a:lnTo>
                  <a:lnTo>
                    <a:pt x="1120" y="15434"/>
                  </a:lnTo>
                  <a:lnTo>
                    <a:pt x="1145" y="15773"/>
                  </a:lnTo>
                  <a:lnTo>
                    <a:pt x="1171" y="16114"/>
                  </a:lnTo>
                  <a:lnTo>
                    <a:pt x="1198" y="16456"/>
                  </a:lnTo>
                  <a:lnTo>
                    <a:pt x="1227" y="16800"/>
                  </a:lnTo>
                  <a:lnTo>
                    <a:pt x="1257" y="17145"/>
                  </a:lnTo>
                  <a:lnTo>
                    <a:pt x="1289" y="17492"/>
                  </a:lnTo>
                  <a:lnTo>
                    <a:pt x="1322" y="17840"/>
                  </a:lnTo>
                  <a:lnTo>
                    <a:pt x="1358" y="18190"/>
                  </a:lnTo>
                  <a:lnTo>
                    <a:pt x="1395" y="18540"/>
                  </a:lnTo>
                  <a:lnTo>
                    <a:pt x="1435" y="18892"/>
                  </a:lnTo>
                  <a:lnTo>
                    <a:pt x="1476" y="19245"/>
                  </a:lnTo>
                  <a:lnTo>
                    <a:pt x="1520" y="19598"/>
                  </a:lnTo>
                  <a:lnTo>
                    <a:pt x="1566" y="19953"/>
                  </a:lnTo>
                  <a:lnTo>
                    <a:pt x="1615" y="20308"/>
                  </a:lnTo>
                  <a:lnTo>
                    <a:pt x="1657" y="20602"/>
                  </a:lnTo>
                  <a:lnTo>
                    <a:pt x="1700" y="20899"/>
                  </a:lnTo>
                  <a:lnTo>
                    <a:pt x="1744" y="21199"/>
                  </a:lnTo>
                  <a:lnTo>
                    <a:pt x="1789" y="21503"/>
                  </a:lnTo>
                  <a:lnTo>
                    <a:pt x="1835" y="21809"/>
                  </a:lnTo>
                  <a:lnTo>
                    <a:pt x="1883" y="22118"/>
                  </a:lnTo>
                  <a:lnTo>
                    <a:pt x="1932" y="22429"/>
                  </a:lnTo>
                  <a:lnTo>
                    <a:pt x="1981" y="22743"/>
                  </a:lnTo>
                  <a:lnTo>
                    <a:pt x="2032" y="23059"/>
                  </a:lnTo>
                  <a:lnTo>
                    <a:pt x="2084" y="23376"/>
                  </a:lnTo>
                  <a:lnTo>
                    <a:pt x="2137" y="23696"/>
                  </a:lnTo>
                  <a:lnTo>
                    <a:pt x="2191" y="24018"/>
                  </a:lnTo>
                  <a:lnTo>
                    <a:pt x="2246" y="24341"/>
                  </a:lnTo>
                  <a:lnTo>
                    <a:pt x="2302" y="24666"/>
                  </a:lnTo>
                  <a:lnTo>
                    <a:pt x="2359" y="24992"/>
                  </a:lnTo>
                  <a:lnTo>
                    <a:pt x="2416" y="25319"/>
                  </a:lnTo>
                  <a:lnTo>
                    <a:pt x="2475" y="25647"/>
                  </a:lnTo>
                  <a:lnTo>
                    <a:pt x="2534" y="25975"/>
                  </a:lnTo>
                  <a:lnTo>
                    <a:pt x="2595" y="26305"/>
                  </a:lnTo>
                  <a:lnTo>
                    <a:pt x="2656" y="26635"/>
                  </a:lnTo>
                  <a:lnTo>
                    <a:pt x="2718" y="26966"/>
                  </a:lnTo>
                  <a:lnTo>
                    <a:pt x="2780" y="27296"/>
                  </a:lnTo>
                  <a:lnTo>
                    <a:pt x="2844" y="27627"/>
                  </a:lnTo>
                  <a:lnTo>
                    <a:pt x="2908" y="27958"/>
                  </a:lnTo>
                  <a:lnTo>
                    <a:pt x="2973" y="28288"/>
                  </a:lnTo>
                  <a:lnTo>
                    <a:pt x="3039" y="28618"/>
                  </a:lnTo>
                  <a:lnTo>
                    <a:pt x="3105" y="28948"/>
                  </a:lnTo>
                  <a:lnTo>
                    <a:pt x="3172" y="29277"/>
                  </a:lnTo>
                  <a:lnTo>
                    <a:pt x="3239" y="29605"/>
                  </a:lnTo>
                  <a:lnTo>
                    <a:pt x="3307" y="29932"/>
                  </a:lnTo>
                  <a:lnTo>
                    <a:pt x="3376" y="30258"/>
                  </a:lnTo>
                  <a:lnTo>
                    <a:pt x="3445" y="30582"/>
                  </a:lnTo>
                  <a:lnTo>
                    <a:pt x="3515" y="30905"/>
                  </a:lnTo>
                  <a:lnTo>
                    <a:pt x="3585" y="31227"/>
                  </a:lnTo>
                  <a:lnTo>
                    <a:pt x="3656" y="31547"/>
                  </a:lnTo>
                  <a:lnTo>
                    <a:pt x="3727" y="31865"/>
                  </a:lnTo>
                  <a:lnTo>
                    <a:pt x="3799" y="32181"/>
                  </a:lnTo>
                  <a:lnTo>
                    <a:pt x="3871" y="32494"/>
                  </a:lnTo>
                  <a:lnTo>
                    <a:pt x="3943" y="32806"/>
                  </a:lnTo>
                  <a:lnTo>
                    <a:pt x="4016" y="33114"/>
                  </a:lnTo>
                  <a:lnTo>
                    <a:pt x="4089" y="33421"/>
                  </a:lnTo>
                  <a:lnTo>
                    <a:pt x="4162" y="33724"/>
                  </a:lnTo>
                  <a:lnTo>
                    <a:pt x="4236" y="34024"/>
                  </a:lnTo>
                  <a:lnTo>
                    <a:pt x="4310" y="34321"/>
                  </a:lnTo>
                  <a:lnTo>
                    <a:pt x="4384" y="34615"/>
                  </a:lnTo>
                  <a:lnTo>
                    <a:pt x="4471" y="34954"/>
                  </a:lnTo>
                  <a:lnTo>
                    <a:pt x="4560" y="35294"/>
                  </a:lnTo>
                  <a:lnTo>
                    <a:pt x="4650" y="35635"/>
                  </a:lnTo>
                  <a:lnTo>
                    <a:pt x="4742" y="35977"/>
                  </a:lnTo>
                  <a:lnTo>
                    <a:pt x="4836" y="36321"/>
                  </a:lnTo>
                  <a:lnTo>
                    <a:pt x="4931" y="36665"/>
                  </a:lnTo>
                  <a:lnTo>
                    <a:pt x="5028" y="37009"/>
                  </a:lnTo>
                  <a:lnTo>
                    <a:pt x="5126" y="37354"/>
                  </a:lnTo>
                  <a:lnTo>
                    <a:pt x="5225" y="37698"/>
                  </a:lnTo>
                  <a:lnTo>
                    <a:pt x="5325" y="38042"/>
                  </a:lnTo>
                  <a:lnTo>
                    <a:pt x="5427" y="38385"/>
                  </a:lnTo>
                  <a:lnTo>
                    <a:pt x="5529" y="38728"/>
                  </a:lnTo>
                  <a:lnTo>
                    <a:pt x="5632" y="39068"/>
                  </a:lnTo>
                  <a:lnTo>
                    <a:pt x="5736" y="39408"/>
                  </a:lnTo>
                  <a:lnTo>
                    <a:pt x="5841" y="39746"/>
                  </a:lnTo>
                  <a:lnTo>
                    <a:pt x="5946" y="40081"/>
                  </a:lnTo>
                  <a:lnTo>
                    <a:pt x="6051" y="40414"/>
                  </a:lnTo>
                  <a:lnTo>
                    <a:pt x="6157" y="40745"/>
                  </a:lnTo>
                  <a:lnTo>
                    <a:pt x="6264" y="41073"/>
                  </a:lnTo>
                  <a:lnTo>
                    <a:pt x="6370" y="41398"/>
                  </a:lnTo>
                  <a:lnTo>
                    <a:pt x="6477" y="41719"/>
                  </a:lnTo>
                  <a:lnTo>
                    <a:pt x="6583" y="42037"/>
                  </a:lnTo>
                  <a:lnTo>
                    <a:pt x="6690" y="42350"/>
                  </a:lnTo>
                  <a:lnTo>
                    <a:pt x="6796" y="42660"/>
                  </a:lnTo>
                  <a:lnTo>
                    <a:pt x="6902" y="42965"/>
                  </a:lnTo>
                  <a:lnTo>
                    <a:pt x="7008" y="43265"/>
                  </a:lnTo>
                  <a:lnTo>
                    <a:pt x="7113" y="43560"/>
                  </a:lnTo>
                  <a:lnTo>
                    <a:pt x="7218" y="43850"/>
                  </a:lnTo>
                  <a:lnTo>
                    <a:pt x="7322" y="44135"/>
                  </a:lnTo>
                  <a:lnTo>
                    <a:pt x="7426" y="44413"/>
                  </a:lnTo>
                  <a:lnTo>
                    <a:pt x="7528" y="44686"/>
                  </a:lnTo>
                  <a:lnTo>
                    <a:pt x="7630" y="44952"/>
                  </a:lnTo>
                  <a:lnTo>
                    <a:pt x="7730" y="45212"/>
                  </a:lnTo>
                  <a:lnTo>
                    <a:pt x="7830" y="45465"/>
                  </a:lnTo>
                  <a:lnTo>
                    <a:pt x="7928" y="45710"/>
                  </a:lnTo>
                  <a:lnTo>
                    <a:pt x="8025" y="45948"/>
                  </a:lnTo>
                  <a:lnTo>
                    <a:pt x="8121" y="46179"/>
                  </a:lnTo>
                  <a:lnTo>
                    <a:pt x="8215" y="46401"/>
                  </a:lnTo>
                  <a:lnTo>
                    <a:pt x="8307" y="46615"/>
                  </a:lnTo>
                  <a:lnTo>
                    <a:pt x="8509" y="47081"/>
                  </a:lnTo>
                  <a:lnTo>
                    <a:pt x="8694" y="47514"/>
                  </a:lnTo>
                  <a:lnTo>
                    <a:pt x="8866" y="47916"/>
                  </a:lnTo>
                  <a:lnTo>
                    <a:pt x="9027" y="48288"/>
                  </a:lnTo>
                  <a:lnTo>
                    <a:pt x="9181" y="48632"/>
                  </a:lnTo>
                  <a:lnTo>
                    <a:pt x="9331" y="48949"/>
                  </a:lnTo>
                  <a:lnTo>
                    <a:pt x="9480" y="49240"/>
                  </a:lnTo>
                  <a:lnTo>
                    <a:pt x="9630" y="49506"/>
                  </a:lnTo>
                  <a:lnTo>
                    <a:pt x="9784" y="49748"/>
                  </a:lnTo>
                  <a:lnTo>
                    <a:pt x="9946" y="49969"/>
                  </a:lnTo>
                  <a:lnTo>
                    <a:pt x="10119" y="50169"/>
                  </a:lnTo>
                  <a:lnTo>
                    <a:pt x="10305" y="50349"/>
                  </a:lnTo>
                  <a:lnTo>
                    <a:pt x="10507" y="50511"/>
                  </a:lnTo>
                  <a:lnTo>
                    <a:pt x="10728" y="50655"/>
                  </a:lnTo>
                  <a:lnTo>
                    <a:pt x="10972" y="50784"/>
                  </a:lnTo>
                  <a:lnTo>
                    <a:pt x="11241" y="50899"/>
                  </a:lnTo>
                  <a:lnTo>
                    <a:pt x="11538" y="51000"/>
                  </a:lnTo>
                  <a:lnTo>
                    <a:pt x="11775" y="51062"/>
                  </a:lnTo>
                  <a:lnTo>
                    <a:pt x="12023" y="51109"/>
                  </a:lnTo>
                  <a:lnTo>
                    <a:pt x="12283" y="51141"/>
                  </a:lnTo>
                  <a:lnTo>
                    <a:pt x="12553" y="51160"/>
                  </a:lnTo>
                  <a:lnTo>
                    <a:pt x="12833" y="51165"/>
                  </a:lnTo>
                  <a:lnTo>
                    <a:pt x="13122" y="51158"/>
                  </a:lnTo>
                  <a:lnTo>
                    <a:pt x="13420" y="51139"/>
                  </a:lnTo>
                  <a:lnTo>
                    <a:pt x="13727" y="51109"/>
                  </a:lnTo>
                  <a:lnTo>
                    <a:pt x="14041" y="51068"/>
                  </a:lnTo>
                  <a:lnTo>
                    <a:pt x="14362" y="51019"/>
                  </a:lnTo>
                  <a:lnTo>
                    <a:pt x="14689" y="50960"/>
                  </a:lnTo>
                  <a:lnTo>
                    <a:pt x="15023" y="50894"/>
                  </a:lnTo>
                  <a:lnTo>
                    <a:pt x="15362" y="50820"/>
                  </a:lnTo>
                  <a:lnTo>
                    <a:pt x="15706" y="50740"/>
                  </a:lnTo>
                  <a:lnTo>
                    <a:pt x="16054" y="50654"/>
                  </a:lnTo>
                  <a:lnTo>
                    <a:pt x="16405" y="50563"/>
                  </a:lnTo>
                  <a:lnTo>
                    <a:pt x="16760" y="50467"/>
                  </a:lnTo>
                  <a:lnTo>
                    <a:pt x="17118" y="50368"/>
                  </a:lnTo>
                  <a:lnTo>
                    <a:pt x="17477" y="50267"/>
                  </a:lnTo>
                  <a:lnTo>
                    <a:pt x="17838" y="50163"/>
                  </a:lnTo>
                  <a:lnTo>
                    <a:pt x="18199" y="50058"/>
                  </a:lnTo>
                  <a:lnTo>
                    <a:pt x="18561" y="49952"/>
                  </a:lnTo>
                  <a:lnTo>
                    <a:pt x="18923" y="49846"/>
                  </a:lnTo>
                  <a:lnTo>
                    <a:pt x="19203" y="49762"/>
                  </a:lnTo>
                  <a:lnTo>
                    <a:pt x="19492" y="49670"/>
                  </a:lnTo>
                  <a:lnTo>
                    <a:pt x="19787" y="49573"/>
                  </a:lnTo>
                  <a:lnTo>
                    <a:pt x="20088" y="49469"/>
                  </a:lnTo>
                  <a:lnTo>
                    <a:pt x="20394" y="49359"/>
                  </a:lnTo>
                  <a:lnTo>
                    <a:pt x="20706" y="49244"/>
                  </a:lnTo>
                  <a:lnTo>
                    <a:pt x="21022" y="49125"/>
                  </a:lnTo>
                  <a:lnTo>
                    <a:pt x="21342" y="49002"/>
                  </a:lnTo>
                  <a:lnTo>
                    <a:pt x="21665" y="48874"/>
                  </a:lnTo>
                  <a:lnTo>
                    <a:pt x="21991" y="48744"/>
                  </a:lnTo>
                  <a:lnTo>
                    <a:pt x="22319" y="48610"/>
                  </a:lnTo>
                  <a:lnTo>
                    <a:pt x="22648" y="48475"/>
                  </a:lnTo>
                  <a:lnTo>
                    <a:pt x="22978" y="48337"/>
                  </a:lnTo>
                  <a:lnTo>
                    <a:pt x="23309" y="48198"/>
                  </a:lnTo>
                  <a:lnTo>
                    <a:pt x="23639" y="48058"/>
                  </a:lnTo>
                  <a:lnTo>
                    <a:pt x="23968" y="47917"/>
                  </a:lnTo>
                  <a:lnTo>
                    <a:pt x="24296" y="47777"/>
                  </a:lnTo>
                  <a:lnTo>
                    <a:pt x="24622" y="47636"/>
                  </a:lnTo>
                  <a:lnTo>
                    <a:pt x="24945" y="47497"/>
                  </a:lnTo>
                  <a:lnTo>
                    <a:pt x="25265" y="47359"/>
                  </a:lnTo>
                  <a:lnTo>
                    <a:pt x="25581" y="47223"/>
                  </a:lnTo>
                  <a:lnTo>
                    <a:pt x="25892" y="47089"/>
                  </a:lnTo>
                  <a:lnTo>
                    <a:pt x="26198" y="46958"/>
                  </a:lnTo>
                  <a:lnTo>
                    <a:pt x="26499" y="46830"/>
                  </a:lnTo>
                  <a:lnTo>
                    <a:pt x="26794" y="46705"/>
                  </a:lnTo>
                  <a:lnTo>
                    <a:pt x="27082" y="46585"/>
                  </a:lnTo>
                  <a:lnTo>
                    <a:pt x="27362" y="46469"/>
                  </a:lnTo>
                  <a:lnTo>
                    <a:pt x="27635" y="46358"/>
                  </a:lnTo>
                  <a:lnTo>
                    <a:pt x="27899" y="46253"/>
                  </a:lnTo>
                  <a:lnTo>
                    <a:pt x="28153" y="46154"/>
                  </a:lnTo>
                  <a:lnTo>
                    <a:pt x="28568" y="45995"/>
                  </a:lnTo>
                  <a:lnTo>
                    <a:pt x="28978" y="45841"/>
                  </a:lnTo>
                  <a:lnTo>
                    <a:pt x="29382" y="45690"/>
                  </a:lnTo>
                  <a:lnTo>
                    <a:pt x="29779" y="45544"/>
                  </a:lnTo>
                  <a:lnTo>
                    <a:pt x="30168" y="45402"/>
                  </a:lnTo>
                  <a:lnTo>
                    <a:pt x="30547" y="45265"/>
                  </a:lnTo>
                  <a:lnTo>
                    <a:pt x="30915" y="45133"/>
                  </a:lnTo>
                  <a:lnTo>
                    <a:pt x="31272" y="45006"/>
                  </a:lnTo>
                  <a:lnTo>
                    <a:pt x="31615" y="44885"/>
                  </a:lnTo>
                  <a:lnTo>
                    <a:pt x="31944" y="44769"/>
                  </a:lnTo>
                  <a:lnTo>
                    <a:pt x="32258" y="44659"/>
                  </a:lnTo>
                  <a:lnTo>
                    <a:pt x="32555" y="44556"/>
                  </a:lnTo>
                  <a:lnTo>
                    <a:pt x="32835" y="44458"/>
                  </a:lnTo>
                  <a:lnTo>
                    <a:pt x="33095" y="44368"/>
                  </a:lnTo>
                  <a:lnTo>
                    <a:pt x="33335" y="44284"/>
                  </a:lnTo>
                  <a:lnTo>
                    <a:pt x="33554" y="44208"/>
                  </a:lnTo>
                  <a:lnTo>
                    <a:pt x="33750" y="44139"/>
                  </a:lnTo>
                  <a:lnTo>
                    <a:pt x="33923" y="44077"/>
                  </a:lnTo>
                </a:path>
              </a:pathLst>
            </a:custGeom>
            <a:noFill/>
            <a:ln w="26376" cap="rnd">
              <a:solidFill>
                <a:srgbClr val="E616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03 红蓝接线"/>
            <p:cNvSpPr/>
            <p:nvPr/>
          </p:nvSpPr>
          <p:spPr>
            <a:xfrm>
              <a:off x="3920007" y="1165528"/>
              <a:ext cx="2225951" cy="4136951"/>
            </a:xfrm>
            <a:custGeom>
              <a:avLst/>
              <a:gdLst/>
              <a:ahLst/>
              <a:cxnLst/>
              <a:rect l="l" t="t" r="r" b="b"/>
              <a:pathLst>
                <a:path w="24461" h="45461">
                  <a:moveTo>
                    <a:pt x="0" y="0"/>
                  </a:moveTo>
                  <a:lnTo>
                    <a:pt x="26" y="172"/>
                  </a:lnTo>
                  <a:lnTo>
                    <a:pt x="53" y="366"/>
                  </a:lnTo>
                  <a:lnTo>
                    <a:pt x="82" y="578"/>
                  </a:lnTo>
                  <a:lnTo>
                    <a:pt x="112" y="809"/>
                  </a:lnTo>
                  <a:lnTo>
                    <a:pt x="143" y="1057"/>
                  </a:lnTo>
                  <a:lnTo>
                    <a:pt x="176" y="1321"/>
                  </a:lnTo>
                  <a:lnTo>
                    <a:pt x="211" y="1600"/>
                  </a:lnTo>
                  <a:lnTo>
                    <a:pt x="247" y="1893"/>
                  </a:lnTo>
                  <a:lnTo>
                    <a:pt x="284" y="2199"/>
                  </a:lnTo>
                  <a:lnTo>
                    <a:pt x="323" y="2517"/>
                  </a:lnTo>
                  <a:lnTo>
                    <a:pt x="364" y="2845"/>
                  </a:lnTo>
                  <a:lnTo>
                    <a:pt x="406" y="3184"/>
                  </a:lnTo>
                  <a:lnTo>
                    <a:pt x="450" y="3531"/>
                  </a:lnTo>
                  <a:lnTo>
                    <a:pt x="495" y="3886"/>
                  </a:lnTo>
                  <a:lnTo>
                    <a:pt x="543" y="4248"/>
                  </a:lnTo>
                  <a:lnTo>
                    <a:pt x="591" y="4615"/>
                  </a:lnTo>
                  <a:lnTo>
                    <a:pt x="642" y="4987"/>
                  </a:lnTo>
                  <a:lnTo>
                    <a:pt x="694" y="5362"/>
                  </a:lnTo>
                  <a:lnTo>
                    <a:pt x="748" y="5739"/>
                  </a:lnTo>
                  <a:lnTo>
                    <a:pt x="803" y="6118"/>
                  </a:lnTo>
                  <a:lnTo>
                    <a:pt x="861" y="6497"/>
                  </a:lnTo>
                  <a:lnTo>
                    <a:pt x="920" y="6876"/>
                  </a:lnTo>
                  <a:lnTo>
                    <a:pt x="981" y="7252"/>
                  </a:lnTo>
                  <a:lnTo>
                    <a:pt x="1044" y="7626"/>
                  </a:lnTo>
                  <a:lnTo>
                    <a:pt x="1109" y="7996"/>
                  </a:lnTo>
                  <a:lnTo>
                    <a:pt x="1175" y="8360"/>
                  </a:lnTo>
                  <a:lnTo>
                    <a:pt x="1244" y="8719"/>
                  </a:lnTo>
                  <a:lnTo>
                    <a:pt x="1314" y="9070"/>
                  </a:lnTo>
                  <a:lnTo>
                    <a:pt x="1386" y="9414"/>
                  </a:lnTo>
                  <a:lnTo>
                    <a:pt x="1461" y="9748"/>
                  </a:lnTo>
                  <a:lnTo>
                    <a:pt x="1537" y="10072"/>
                  </a:lnTo>
                  <a:lnTo>
                    <a:pt x="1615" y="10384"/>
                  </a:lnTo>
                  <a:lnTo>
                    <a:pt x="1701" y="10710"/>
                  </a:lnTo>
                  <a:lnTo>
                    <a:pt x="1789" y="11033"/>
                  </a:lnTo>
                  <a:lnTo>
                    <a:pt x="1878" y="11353"/>
                  </a:lnTo>
                  <a:lnTo>
                    <a:pt x="1970" y="11671"/>
                  </a:lnTo>
                  <a:lnTo>
                    <a:pt x="2064" y="11987"/>
                  </a:lnTo>
                  <a:lnTo>
                    <a:pt x="2160" y="12301"/>
                  </a:lnTo>
                  <a:lnTo>
                    <a:pt x="2258" y="12612"/>
                  </a:lnTo>
                  <a:lnTo>
                    <a:pt x="2358" y="12923"/>
                  </a:lnTo>
                  <a:lnTo>
                    <a:pt x="2460" y="13231"/>
                  </a:lnTo>
                  <a:lnTo>
                    <a:pt x="2564" y="13538"/>
                  </a:lnTo>
                  <a:lnTo>
                    <a:pt x="2670" y="13844"/>
                  </a:lnTo>
                  <a:lnTo>
                    <a:pt x="2778" y="14149"/>
                  </a:lnTo>
                  <a:lnTo>
                    <a:pt x="2889" y="14452"/>
                  </a:lnTo>
                  <a:lnTo>
                    <a:pt x="3001" y="14755"/>
                  </a:lnTo>
                  <a:lnTo>
                    <a:pt x="3115" y="15057"/>
                  </a:lnTo>
                  <a:lnTo>
                    <a:pt x="3232" y="15359"/>
                  </a:lnTo>
                  <a:lnTo>
                    <a:pt x="3350" y="15660"/>
                  </a:lnTo>
                  <a:lnTo>
                    <a:pt x="3471" y="15962"/>
                  </a:lnTo>
                  <a:lnTo>
                    <a:pt x="3593" y="16263"/>
                  </a:lnTo>
                  <a:lnTo>
                    <a:pt x="3718" y="16564"/>
                  </a:lnTo>
                  <a:lnTo>
                    <a:pt x="3845" y="16865"/>
                  </a:lnTo>
                  <a:lnTo>
                    <a:pt x="3973" y="17167"/>
                  </a:lnTo>
                  <a:lnTo>
                    <a:pt x="4104" y="17469"/>
                  </a:lnTo>
                  <a:lnTo>
                    <a:pt x="4237" y="17773"/>
                  </a:lnTo>
                  <a:lnTo>
                    <a:pt x="4372" y="18077"/>
                  </a:lnTo>
                  <a:lnTo>
                    <a:pt x="4509" y="18382"/>
                  </a:lnTo>
                  <a:lnTo>
                    <a:pt x="4648" y="18688"/>
                  </a:lnTo>
                  <a:lnTo>
                    <a:pt x="4789" y="18995"/>
                  </a:lnTo>
                  <a:lnTo>
                    <a:pt x="4932" y="19304"/>
                  </a:lnTo>
                  <a:lnTo>
                    <a:pt x="5077" y="19615"/>
                  </a:lnTo>
                  <a:lnTo>
                    <a:pt x="5210" y="19898"/>
                  </a:lnTo>
                  <a:lnTo>
                    <a:pt x="5345" y="20182"/>
                  </a:lnTo>
                  <a:lnTo>
                    <a:pt x="5481" y="20466"/>
                  </a:lnTo>
                  <a:lnTo>
                    <a:pt x="5619" y="20750"/>
                  </a:lnTo>
                  <a:lnTo>
                    <a:pt x="5758" y="21034"/>
                  </a:lnTo>
                  <a:lnTo>
                    <a:pt x="5898" y="21318"/>
                  </a:lnTo>
                  <a:lnTo>
                    <a:pt x="6040" y="21603"/>
                  </a:lnTo>
                  <a:lnTo>
                    <a:pt x="6184" y="21888"/>
                  </a:lnTo>
                  <a:lnTo>
                    <a:pt x="6329" y="22173"/>
                  </a:lnTo>
                  <a:lnTo>
                    <a:pt x="6476" y="22458"/>
                  </a:lnTo>
                  <a:lnTo>
                    <a:pt x="6624" y="22743"/>
                  </a:lnTo>
                  <a:lnTo>
                    <a:pt x="6774" y="23029"/>
                  </a:lnTo>
                  <a:lnTo>
                    <a:pt x="6926" y="23315"/>
                  </a:lnTo>
                  <a:lnTo>
                    <a:pt x="7079" y="23601"/>
                  </a:lnTo>
                  <a:lnTo>
                    <a:pt x="7235" y="23887"/>
                  </a:lnTo>
                  <a:lnTo>
                    <a:pt x="7392" y="24174"/>
                  </a:lnTo>
                  <a:lnTo>
                    <a:pt x="7551" y="24460"/>
                  </a:lnTo>
                  <a:lnTo>
                    <a:pt x="7712" y="24747"/>
                  </a:lnTo>
                  <a:lnTo>
                    <a:pt x="7875" y="25034"/>
                  </a:lnTo>
                  <a:lnTo>
                    <a:pt x="8040" y="25322"/>
                  </a:lnTo>
                  <a:lnTo>
                    <a:pt x="8207" y="25609"/>
                  </a:lnTo>
                  <a:lnTo>
                    <a:pt x="8376" y="25897"/>
                  </a:lnTo>
                  <a:lnTo>
                    <a:pt x="8547" y="26185"/>
                  </a:lnTo>
                  <a:lnTo>
                    <a:pt x="8721" y="26473"/>
                  </a:lnTo>
                  <a:lnTo>
                    <a:pt x="8896" y="26762"/>
                  </a:lnTo>
                  <a:lnTo>
                    <a:pt x="9074" y="27050"/>
                  </a:lnTo>
                  <a:lnTo>
                    <a:pt x="9254" y="27339"/>
                  </a:lnTo>
                  <a:lnTo>
                    <a:pt x="9437" y="27628"/>
                  </a:lnTo>
                  <a:lnTo>
                    <a:pt x="9621" y="27917"/>
                  </a:lnTo>
                  <a:lnTo>
                    <a:pt x="9808" y="28207"/>
                  </a:lnTo>
                  <a:lnTo>
                    <a:pt x="9998" y="28497"/>
                  </a:lnTo>
                  <a:lnTo>
                    <a:pt x="10190" y="28787"/>
                  </a:lnTo>
                  <a:lnTo>
                    <a:pt x="10385" y="29077"/>
                  </a:lnTo>
                  <a:lnTo>
                    <a:pt x="10557" y="29330"/>
                  </a:lnTo>
                  <a:lnTo>
                    <a:pt x="10732" y="29585"/>
                  </a:lnTo>
                  <a:lnTo>
                    <a:pt x="10912" y="29843"/>
                  </a:lnTo>
                  <a:lnTo>
                    <a:pt x="11095" y="30102"/>
                  </a:lnTo>
                  <a:lnTo>
                    <a:pt x="11281" y="30363"/>
                  </a:lnTo>
                  <a:lnTo>
                    <a:pt x="11470" y="30626"/>
                  </a:lnTo>
                  <a:lnTo>
                    <a:pt x="11662" y="30889"/>
                  </a:lnTo>
                  <a:lnTo>
                    <a:pt x="11857" y="31154"/>
                  </a:lnTo>
                  <a:lnTo>
                    <a:pt x="12054" y="31420"/>
                  </a:lnTo>
                  <a:lnTo>
                    <a:pt x="12253" y="31687"/>
                  </a:lnTo>
                  <a:lnTo>
                    <a:pt x="12455" y="31955"/>
                  </a:lnTo>
                  <a:lnTo>
                    <a:pt x="12658" y="32223"/>
                  </a:lnTo>
                  <a:lnTo>
                    <a:pt x="12863" y="32491"/>
                  </a:lnTo>
                  <a:lnTo>
                    <a:pt x="13070" y="32759"/>
                  </a:lnTo>
                  <a:lnTo>
                    <a:pt x="13278" y="33027"/>
                  </a:lnTo>
                  <a:lnTo>
                    <a:pt x="13487" y="33295"/>
                  </a:lnTo>
                  <a:lnTo>
                    <a:pt x="13698" y="33563"/>
                  </a:lnTo>
                  <a:lnTo>
                    <a:pt x="13909" y="33830"/>
                  </a:lnTo>
                  <a:lnTo>
                    <a:pt x="14120" y="34096"/>
                  </a:lnTo>
                  <a:lnTo>
                    <a:pt x="14332" y="34361"/>
                  </a:lnTo>
                  <a:lnTo>
                    <a:pt x="14544" y="34625"/>
                  </a:lnTo>
                  <a:lnTo>
                    <a:pt x="14756" y="34888"/>
                  </a:lnTo>
                  <a:lnTo>
                    <a:pt x="14968" y="35149"/>
                  </a:lnTo>
                  <a:lnTo>
                    <a:pt x="15180" y="35409"/>
                  </a:lnTo>
                  <a:lnTo>
                    <a:pt x="15391" y="35666"/>
                  </a:lnTo>
                  <a:lnTo>
                    <a:pt x="15602" y="35922"/>
                  </a:lnTo>
                  <a:lnTo>
                    <a:pt x="15811" y="36176"/>
                  </a:lnTo>
                  <a:lnTo>
                    <a:pt x="16019" y="36427"/>
                  </a:lnTo>
                  <a:lnTo>
                    <a:pt x="16226" y="36675"/>
                  </a:lnTo>
                  <a:lnTo>
                    <a:pt x="16432" y="36921"/>
                  </a:lnTo>
                  <a:lnTo>
                    <a:pt x="16636" y="37164"/>
                  </a:lnTo>
                  <a:lnTo>
                    <a:pt x="16838" y="37404"/>
                  </a:lnTo>
                  <a:lnTo>
                    <a:pt x="17038" y="37641"/>
                  </a:lnTo>
                  <a:lnTo>
                    <a:pt x="17235" y="37874"/>
                  </a:lnTo>
                  <a:lnTo>
                    <a:pt x="17431" y="38104"/>
                  </a:lnTo>
                  <a:lnTo>
                    <a:pt x="17623" y="38329"/>
                  </a:lnTo>
                  <a:lnTo>
                    <a:pt x="17813" y="38551"/>
                  </a:lnTo>
                  <a:lnTo>
                    <a:pt x="18000" y="38769"/>
                  </a:lnTo>
                  <a:lnTo>
                    <a:pt x="18254" y="39062"/>
                  </a:lnTo>
                  <a:lnTo>
                    <a:pt x="18512" y="39355"/>
                  </a:lnTo>
                  <a:lnTo>
                    <a:pt x="18775" y="39648"/>
                  </a:lnTo>
                  <a:lnTo>
                    <a:pt x="19040" y="39941"/>
                  </a:lnTo>
                  <a:lnTo>
                    <a:pt x="19308" y="40232"/>
                  </a:lnTo>
                  <a:lnTo>
                    <a:pt x="19577" y="40522"/>
                  </a:lnTo>
                  <a:lnTo>
                    <a:pt x="19848" y="40810"/>
                  </a:lnTo>
                  <a:lnTo>
                    <a:pt x="20119" y="41095"/>
                  </a:lnTo>
                  <a:lnTo>
                    <a:pt x="20389" y="41377"/>
                  </a:lnTo>
                  <a:lnTo>
                    <a:pt x="20658" y="41655"/>
                  </a:lnTo>
                  <a:lnTo>
                    <a:pt x="20925" y="41929"/>
                  </a:lnTo>
                  <a:lnTo>
                    <a:pt x="21189" y="42198"/>
                  </a:lnTo>
                  <a:lnTo>
                    <a:pt x="21450" y="42462"/>
                  </a:lnTo>
                  <a:lnTo>
                    <a:pt x="21707" y="42721"/>
                  </a:lnTo>
                  <a:lnTo>
                    <a:pt x="21959" y="42973"/>
                  </a:lnTo>
                  <a:lnTo>
                    <a:pt x="22205" y="43219"/>
                  </a:lnTo>
                  <a:lnTo>
                    <a:pt x="22445" y="43457"/>
                  </a:lnTo>
                  <a:lnTo>
                    <a:pt x="22678" y="43688"/>
                  </a:lnTo>
                  <a:lnTo>
                    <a:pt x="22903" y="43911"/>
                  </a:lnTo>
                  <a:lnTo>
                    <a:pt x="23120" y="44124"/>
                  </a:lnTo>
                  <a:lnTo>
                    <a:pt x="23327" y="44329"/>
                  </a:lnTo>
                  <a:lnTo>
                    <a:pt x="23525" y="44524"/>
                  </a:lnTo>
                  <a:lnTo>
                    <a:pt x="23712" y="44709"/>
                  </a:lnTo>
                  <a:lnTo>
                    <a:pt x="23888" y="44883"/>
                  </a:lnTo>
                  <a:lnTo>
                    <a:pt x="24051" y="45045"/>
                  </a:lnTo>
                  <a:lnTo>
                    <a:pt x="24202" y="45196"/>
                  </a:lnTo>
                  <a:lnTo>
                    <a:pt x="24339" y="45335"/>
                  </a:lnTo>
                  <a:lnTo>
                    <a:pt x="24461" y="45461"/>
                  </a:lnTo>
                </a:path>
              </a:pathLst>
            </a:custGeom>
            <a:noFill/>
            <a:ln w="22156" cap="rnd">
              <a:solidFill>
                <a:srgbClr val="1B56A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320040" y="18288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44E83"/>
                </a:solidFill>
                <a:latin typeface="Arial"/>
              </a:defRPr>
            </a:pPr>
            <a:r>
              <a:t>1. MEF装置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1" name="02_氢键化学放大_按参考图描线 — 手动路径描摹"/>
          <p:cNvGrpSpPr/>
          <p:nvPr/>
        </p:nvGrpSpPr>
        <p:grpSpPr>
          <a:xfrm>
            <a:off x="1175489" y="2117020"/>
            <a:ext cx="7176698" cy="2860675"/>
            <a:chOff x="1175489" y="2117020"/>
            <a:chExt cx="7176698" cy="2860675"/>
          </a:xfrm>
        </p:grpSpPr>
        <p:sp>
          <p:nvSpPr>
            <p:cNvPr id="2" name="01 原图椅式轮廓与糖苷连接"/>
            <p:cNvSpPr/>
            <p:nvPr/>
          </p:nvSpPr>
          <p:spPr>
            <a:xfrm>
              <a:off x="1815814" y="3081533"/>
              <a:ext cx="425061" cy="141596"/>
            </a:xfrm>
            <a:custGeom>
              <a:avLst/>
              <a:gdLst/>
              <a:ahLst/>
              <a:cxnLst/>
              <a:rect l="l" t="t" r="r" b="b"/>
              <a:pathLst>
                <a:path w="4671" h="1556">
                  <a:moveTo>
                    <a:pt x="0" y="1556"/>
                  </a:moveTo>
                  <a:lnTo>
                    <a:pt x="4671" y="0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01 原图椅式轮廓与糖苷连接"/>
            <p:cNvSpPr/>
            <p:nvPr/>
          </p:nvSpPr>
          <p:spPr>
            <a:xfrm>
              <a:off x="2240875" y="3009461"/>
              <a:ext cx="624078" cy="72072"/>
            </a:xfrm>
            <a:custGeom>
              <a:avLst/>
              <a:gdLst/>
              <a:ahLst/>
              <a:cxnLst/>
              <a:rect l="l" t="t" r="r" b="b"/>
              <a:pathLst>
                <a:path w="6858" h="792">
                  <a:moveTo>
                    <a:pt x="0" y="792"/>
                  </a:moveTo>
                  <a:lnTo>
                    <a:pt x="6858" y="0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01 原图椅式轮廓与糖苷连接"/>
            <p:cNvSpPr/>
            <p:nvPr/>
          </p:nvSpPr>
          <p:spPr>
            <a:xfrm>
              <a:off x="3045497" y="3087175"/>
              <a:ext cx="271999" cy="362635"/>
            </a:xfrm>
            <a:custGeom>
              <a:avLst/>
              <a:gdLst/>
              <a:ahLst/>
              <a:cxnLst/>
              <a:rect l="l" t="t" r="r" b="b"/>
              <a:pathLst>
                <a:path w="2989" h="3985">
                  <a:moveTo>
                    <a:pt x="0" y="0"/>
                  </a:moveTo>
                  <a:lnTo>
                    <a:pt x="2989" y="3985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01 原图椅式轮廓与糖苷连接"/>
            <p:cNvSpPr/>
            <p:nvPr/>
          </p:nvSpPr>
          <p:spPr>
            <a:xfrm>
              <a:off x="2864134" y="3449810"/>
              <a:ext cx="453362" cy="283374"/>
            </a:xfrm>
            <a:custGeom>
              <a:avLst/>
              <a:gdLst/>
              <a:ahLst/>
              <a:cxnLst/>
              <a:rect l="l" t="t" r="r" b="b"/>
              <a:pathLst>
                <a:path w="4982" h="3114">
                  <a:moveTo>
                    <a:pt x="4982" y="0"/>
                  </a:moveTo>
                  <a:lnTo>
                    <a:pt x="0" y="3114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01 原图椅式轮廓与糖苷连接"/>
            <p:cNvSpPr/>
            <p:nvPr/>
          </p:nvSpPr>
          <p:spPr>
            <a:xfrm>
              <a:off x="2155790" y="3619798"/>
              <a:ext cx="708344" cy="113386"/>
            </a:xfrm>
            <a:custGeom>
              <a:avLst/>
              <a:gdLst/>
              <a:ahLst/>
              <a:cxnLst/>
              <a:rect l="l" t="t" r="r" b="b"/>
              <a:pathLst>
                <a:path w="7784" h="1246">
                  <a:moveTo>
                    <a:pt x="7784" y="1246"/>
                  </a:moveTo>
                  <a:lnTo>
                    <a:pt x="0" y="0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01 原图椅式轮廓与糖苷连接"/>
            <p:cNvSpPr/>
            <p:nvPr/>
          </p:nvSpPr>
          <p:spPr>
            <a:xfrm>
              <a:off x="1815814" y="3223129"/>
              <a:ext cx="339976" cy="396669"/>
            </a:xfrm>
            <a:custGeom>
              <a:avLst/>
              <a:gdLst/>
              <a:ahLst/>
              <a:cxnLst/>
              <a:rect l="l" t="t" r="r" b="b"/>
              <a:pathLst>
                <a:path w="3736" h="4359">
                  <a:moveTo>
                    <a:pt x="3736" y="4359"/>
                  </a:moveTo>
                  <a:lnTo>
                    <a:pt x="0" y="0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01 原图椅式轮廓与糖苷连接"/>
            <p:cNvSpPr/>
            <p:nvPr/>
          </p:nvSpPr>
          <p:spPr>
            <a:xfrm>
              <a:off x="3827460" y="2769858"/>
              <a:ext cx="425061" cy="84994"/>
            </a:xfrm>
            <a:custGeom>
              <a:avLst/>
              <a:gdLst/>
              <a:ahLst/>
              <a:cxnLst/>
              <a:rect l="l" t="t" r="r" b="b"/>
              <a:pathLst>
                <a:path w="4671" h="934">
                  <a:moveTo>
                    <a:pt x="0" y="934"/>
                  </a:moveTo>
                  <a:lnTo>
                    <a:pt x="4671" y="0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01 原图椅式轮廓与糖苷连接"/>
            <p:cNvSpPr/>
            <p:nvPr/>
          </p:nvSpPr>
          <p:spPr>
            <a:xfrm>
              <a:off x="4252521" y="2722174"/>
              <a:ext cx="595322" cy="47684"/>
            </a:xfrm>
            <a:custGeom>
              <a:avLst/>
              <a:gdLst/>
              <a:ahLst/>
              <a:cxnLst/>
              <a:rect l="l" t="t" r="r" b="b"/>
              <a:pathLst>
                <a:path w="6542" h="524">
                  <a:moveTo>
                    <a:pt x="0" y="524"/>
                  </a:moveTo>
                  <a:lnTo>
                    <a:pt x="6542" y="0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01 原图椅式轮廓与糖苷连接"/>
            <p:cNvSpPr/>
            <p:nvPr/>
          </p:nvSpPr>
          <p:spPr>
            <a:xfrm>
              <a:off x="5040945" y="2793336"/>
              <a:ext cx="288197" cy="288197"/>
            </a:xfrm>
            <a:custGeom>
              <a:avLst/>
              <a:gdLst/>
              <a:ahLst/>
              <a:cxnLst/>
              <a:rect l="l" t="t" r="r" b="b"/>
              <a:pathLst>
                <a:path w="3167" h="3167">
                  <a:moveTo>
                    <a:pt x="0" y="0"/>
                  </a:moveTo>
                  <a:lnTo>
                    <a:pt x="3167" y="3167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01 原图椅式轮廓与糖苷连接"/>
            <p:cNvSpPr/>
            <p:nvPr/>
          </p:nvSpPr>
          <p:spPr>
            <a:xfrm>
              <a:off x="4875871" y="3081533"/>
              <a:ext cx="453271" cy="283283"/>
            </a:xfrm>
            <a:custGeom>
              <a:avLst/>
              <a:gdLst/>
              <a:ahLst/>
              <a:cxnLst/>
              <a:rect l="l" t="t" r="r" b="b"/>
              <a:pathLst>
                <a:path w="4981" h="3113">
                  <a:moveTo>
                    <a:pt x="4981" y="0"/>
                  </a:moveTo>
                  <a:lnTo>
                    <a:pt x="0" y="3113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01 原图椅式轮廓与糖苷连接"/>
            <p:cNvSpPr/>
            <p:nvPr/>
          </p:nvSpPr>
          <p:spPr>
            <a:xfrm>
              <a:off x="4167527" y="3251521"/>
              <a:ext cx="708344" cy="113295"/>
            </a:xfrm>
            <a:custGeom>
              <a:avLst/>
              <a:gdLst/>
              <a:ahLst/>
              <a:cxnLst/>
              <a:rect l="l" t="t" r="r" b="b"/>
              <a:pathLst>
                <a:path w="7784" h="1245">
                  <a:moveTo>
                    <a:pt x="7784" y="1245"/>
                  </a:moveTo>
                  <a:lnTo>
                    <a:pt x="0" y="0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01 原图椅式轮廓与糖苷连接"/>
            <p:cNvSpPr/>
            <p:nvPr/>
          </p:nvSpPr>
          <p:spPr>
            <a:xfrm>
              <a:off x="3827460" y="2854852"/>
              <a:ext cx="340067" cy="396669"/>
            </a:xfrm>
            <a:custGeom>
              <a:avLst/>
              <a:gdLst/>
              <a:ahLst/>
              <a:cxnLst/>
              <a:rect l="l" t="t" r="r" b="b"/>
              <a:pathLst>
                <a:path w="3737" h="4359">
                  <a:moveTo>
                    <a:pt x="3737" y="4359"/>
                  </a:moveTo>
                  <a:lnTo>
                    <a:pt x="0" y="0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01 原图椅式轮廓与糖苷连接"/>
            <p:cNvSpPr/>
            <p:nvPr/>
          </p:nvSpPr>
          <p:spPr>
            <a:xfrm>
              <a:off x="5895799" y="3449810"/>
              <a:ext cx="425061" cy="84994"/>
            </a:xfrm>
            <a:custGeom>
              <a:avLst/>
              <a:gdLst/>
              <a:ahLst/>
              <a:cxnLst/>
              <a:rect l="l" t="t" r="r" b="b"/>
              <a:pathLst>
                <a:path w="4671" h="934">
                  <a:moveTo>
                    <a:pt x="0" y="934"/>
                  </a:moveTo>
                  <a:lnTo>
                    <a:pt x="4671" y="0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01 原图椅式轮廓与糖苷连接"/>
            <p:cNvSpPr/>
            <p:nvPr/>
          </p:nvSpPr>
          <p:spPr>
            <a:xfrm>
              <a:off x="6320860" y="3402217"/>
              <a:ext cx="595322" cy="47593"/>
            </a:xfrm>
            <a:custGeom>
              <a:avLst/>
              <a:gdLst/>
              <a:ahLst/>
              <a:cxnLst/>
              <a:rect l="l" t="t" r="r" b="b"/>
              <a:pathLst>
                <a:path w="6542" h="523">
                  <a:moveTo>
                    <a:pt x="0" y="523"/>
                  </a:moveTo>
                  <a:lnTo>
                    <a:pt x="6542" y="0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01 原图椅式轮廓与糖苷连接"/>
            <p:cNvSpPr/>
            <p:nvPr/>
          </p:nvSpPr>
          <p:spPr>
            <a:xfrm>
              <a:off x="7109284" y="3473288"/>
              <a:ext cx="288197" cy="288197"/>
            </a:xfrm>
            <a:custGeom>
              <a:avLst/>
              <a:gdLst/>
              <a:ahLst/>
              <a:cxnLst/>
              <a:rect l="l" t="t" r="r" b="b"/>
              <a:pathLst>
                <a:path w="3167" h="3167">
                  <a:moveTo>
                    <a:pt x="0" y="0"/>
                  </a:moveTo>
                  <a:lnTo>
                    <a:pt x="3167" y="3167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01 原图椅式轮廓与糖苷连接"/>
            <p:cNvSpPr/>
            <p:nvPr/>
          </p:nvSpPr>
          <p:spPr>
            <a:xfrm>
              <a:off x="6944210" y="3761485"/>
              <a:ext cx="453271" cy="283374"/>
            </a:xfrm>
            <a:custGeom>
              <a:avLst/>
              <a:gdLst/>
              <a:ahLst/>
              <a:cxnLst/>
              <a:rect l="l" t="t" r="r" b="b"/>
              <a:pathLst>
                <a:path w="4981" h="3114">
                  <a:moveTo>
                    <a:pt x="4981" y="0"/>
                  </a:moveTo>
                  <a:lnTo>
                    <a:pt x="0" y="3114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01 原图椅式轮廓与糖苷连接"/>
            <p:cNvSpPr/>
            <p:nvPr/>
          </p:nvSpPr>
          <p:spPr>
            <a:xfrm>
              <a:off x="6235866" y="3931473"/>
              <a:ext cx="708344" cy="113386"/>
            </a:xfrm>
            <a:custGeom>
              <a:avLst/>
              <a:gdLst/>
              <a:ahLst/>
              <a:cxnLst/>
              <a:rect l="l" t="t" r="r" b="b"/>
              <a:pathLst>
                <a:path w="7784" h="1246">
                  <a:moveTo>
                    <a:pt x="7784" y="1246"/>
                  </a:moveTo>
                  <a:lnTo>
                    <a:pt x="0" y="0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01 原图椅式轮廓与糖苷连接"/>
            <p:cNvSpPr/>
            <p:nvPr/>
          </p:nvSpPr>
          <p:spPr>
            <a:xfrm>
              <a:off x="5895799" y="3534804"/>
              <a:ext cx="340067" cy="396669"/>
            </a:xfrm>
            <a:custGeom>
              <a:avLst/>
              <a:gdLst/>
              <a:ahLst/>
              <a:cxnLst/>
              <a:rect l="l" t="t" r="r" b="b"/>
              <a:pathLst>
                <a:path w="3737" h="4359">
                  <a:moveTo>
                    <a:pt x="3737" y="4359"/>
                  </a:moveTo>
                  <a:lnTo>
                    <a:pt x="0" y="0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01 原图椅式轮廓与糖苷连接"/>
            <p:cNvSpPr/>
            <p:nvPr/>
          </p:nvSpPr>
          <p:spPr>
            <a:xfrm>
              <a:off x="3317496" y="3342703"/>
              <a:ext cx="160706" cy="107107"/>
            </a:xfrm>
            <a:custGeom>
              <a:avLst/>
              <a:gdLst/>
              <a:ahLst/>
              <a:cxnLst/>
              <a:rect l="l" t="t" r="r" b="b"/>
              <a:pathLst>
                <a:path w="1766" h="1177">
                  <a:moveTo>
                    <a:pt x="0" y="1177"/>
                  </a:moveTo>
                  <a:lnTo>
                    <a:pt x="1766" y="0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01 原图椅式轮廓与糖苷连接"/>
            <p:cNvSpPr/>
            <p:nvPr/>
          </p:nvSpPr>
          <p:spPr>
            <a:xfrm>
              <a:off x="3630809" y="2854852"/>
              <a:ext cx="196651" cy="327782"/>
            </a:xfrm>
            <a:custGeom>
              <a:avLst/>
              <a:gdLst/>
              <a:ahLst/>
              <a:cxnLst/>
              <a:rect l="l" t="t" r="r" b="b"/>
              <a:pathLst>
                <a:path w="2161" h="3602">
                  <a:moveTo>
                    <a:pt x="0" y="3602"/>
                  </a:moveTo>
                  <a:lnTo>
                    <a:pt x="2161" y="0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01 原图椅式轮廓与糖苷连接"/>
            <p:cNvSpPr/>
            <p:nvPr/>
          </p:nvSpPr>
          <p:spPr>
            <a:xfrm>
              <a:off x="5329142" y="3081533"/>
              <a:ext cx="242151" cy="141232"/>
            </a:xfrm>
            <a:custGeom>
              <a:avLst/>
              <a:gdLst/>
              <a:ahLst/>
              <a:cxnLst/>
              <a:rect l="l" t="t" r="r" b="b"/>
              <a:pathLst>
                <a:path w="2661" h="1552">
                  <a:moveTo>
                    <a:pt x="0" y="0"/>
                  </a:moveTo>
                  <a:lnTo>
                    <a:pt x="2661" y="1552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01 原图椅式轮廓与糖苷连接"/>
            <p:cNvSpPr/>
            <p:nvPr/>
          </p:nvSpPr>
          <p:spPr>
            <a:xfrm>
              <a:off x="5744466" y="3364543"/>
              <a:ext cx="151333" cy="170261"/>
            </a:xfrm>
            <a:custGeom>
              <a:avLst/>
              <a:gdLst/>
              <a:ahLst/>
              <a:cxnLst/>
              <a:rect l="l" t="t" r="r" b="b"/>
              <a:pathLst>
                <a:path w="1663" h="1871">
                  <a:moveTo>
                    <a:pt x="0" y="0"/>
                  </a:moveTo>
                  <a:lnTo>
                    <a:pt x="1663" y="1871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01 原图椅式轮廓与糖苷连接"/>
            <p:cNvSpPr/>
            <p:nvPr/>
          </p:nvSpPr>
          <p:spPr>
            <a:xfrm>
              <a:off x="2240875" y="2628171"/>
              <a:ext cx="169988" cy="453362"/>
            </a:xfrm>
            <a:custGeom>
              <a:avLst/>
              <a:gdLst/>
              <a:ahLst/>
              <a:cxnLst/>
              <a:rect l="l" t="t" r="r" b="b"/>
              <a:pathLst>
                <a:path w="1868" h="4982">
                  <a:moveTo>
                    <a:pt x="0" y="4982"/>
                  </a:moveTo>
                  <a:lnTo>
                    <a:pt x="1868" y="0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01 原图椅式轮廓与糖苷连接"/>
            <p:cNvSpPr/>
            <p:nvPr/>
          </p:nvSpPr>
          <p:spPr>
            <a:xfrm>
              <a:off x="2410863" y="2580942"/>
              <a:ext cx="567021" cy="47229"/>
            </a:xfrm>
            <a:custGeom>
              <a:avLst/>
              <a:gdLst/>
              <a:ahLst/>
              <a:cxnLst/>
              <a:rect l="l" t="t" r="r" b="b"/>
              <a:pathLst>
                <a:path w="6231" h="519">
                  <a:moveTo>
                    <a:pt x="0" y="519"/>
                  </a:moveTo>
                  <a:lnTo>
                    <a:pt x="6231" y="0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01 原图椅式轮廓与糖苷连接"/>
            <p:cNvSpPr/>
            <p:nvPr/>
          </p:nvSpPr>
          <p:spPr>
            <a:xfrm>
              <a:off x="4252521" y="2316496"/>
              <a:ext cx="283283" cy="453362"/>
            </a:xfrm>
            <a:custGeom>
              <a:avLst/>
              <a:gdLst/>
              <a:ahLst/>
              <a:cxnLst/>
              <a:rect l="l" t="t" r="r" b="b"/>
              <a:pathLst>
                <a:path w="3113" h="4982">
                  <a:moveTo>
                    <a:pt x="0" y="4982"/>
                  </a:moveTo>
                  <a:lnTo>
                    <a:pt x="3113" y="0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01 原图椅式轮廓与糖苷连接"/>
            <p:cNvSpPr/>
            <p:nvPr/>
          </p:nvSpPr>
          <p:spPr>
            <a:xfrm>
              <a:off x="4535804" y="2271087"/>
              <a:ext cx="453908" cy="45409"/>
            </a:xfrm>
            <a:custGeom>
              <a:avLst/>
              <a:gdLst/>
              <a:ahLst/>
              <a:cxnLst/>
              <a:rect l="l" t="t" r="r" b="b"/>
              <a:pathLst>
                <a:path w="4988" h="499">
                  <a:moveTo>
                    <a:pt x="0" y="499"/>
                  </a:moveTo>
                  <a:lnTo>
                    <a:pt x="4988" y="0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01 原图椅式轮廓与糖苷连接"/>
            <p:cNvSpPr/>
            <p:nvPr/>
          </p:nvSpPr>
          <p:spPr>
            <a:xfrm>
              <a:off x="6320860" y="3053141"/>
              <a:ext cx="254982" cy="396669"/>
            </a:xfrm>
            <a:custGeom>
              <a:avLst/>
              <a:gdLst/>
              <a:ahLst/>
              <a:cxnLst/>
              <a:rect l="l" t="t" r="r" b="b"/>
              <a:pathLst>
                <a:path w="2802" h="4359">
                  <a:moveTo>
                    <a:pt x="0" y="4359"/>
                  </a:moveTo>
                  <a:lnTo>
                    <a:pt x="2802" y="0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01 原图椅式轮廓与糖苷连接"/>
            <p:cNvSpPr/>
            <p:nvPr/>
          </p:nvSpPr>
          <p:spPr>
            <a:xfrm>
              <a:off x="6575842" y="3053141"/>
              <a:ext cx="651742" cy="24206"/>
            </a:xfrm>
            <a:custGeom>
              <a:avLst/>
              <a:gdLst/>
              <a:ahLst/>
              <a:cxnLst/>
              <a:rect l="l" t="t" r="r" b="b"/>
              <a:pathLst>
                <a:path w="7162" h="266">
                  <a:moveTo>
                    <a:pt x="0" y="0"/>
                  </a:moveTo>
                  <a:lnTo>
                    <a:pt x="7162" y="266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01 原图椅式轮廓与糖苷连接"/>
            <p:cNvSpPr/>
            <p:nvPr/>
          </p:nvSpPr>
          <p:spPr>
            <a:xfrm>
              <a:off x="1523340" y="3223129"/>
              <a:ext cx="292474" cy="125398"/>
            </a:xfrm>
            <a:custGeom>
              <a:avLst/>
              <a:gdLst/>
              <a:ahLst/>
              <a:cxnLst/>
              <a:rect l="l" t="t" r="r" b="b"/>
              <a:pathLst>
                <a:path w="3214" h="1378">
                  <a:moveTo>
                    <a:pt x="3214" y="0"/>
                  </a:moveTo>
                  <a:lnTo>
                    <a:pt x="0" y="1378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01 原图椅式轮廓与糖苷连接"/>
            <p:cNvSpPr/>
            <p:nvPr/>
          </p:nvSpPr>
          <p:spPr>
            <a:xfrm>
              <a:off x="2054871" y="3619798"/>
              <a:ext cx="100919" cy="262626"/>
            </a:xfrm>
            <a:custGeom>
              <a:avLst/>
              <a:gdLst/>
              <a:ahLst/>
              <a:cxnLst/>
              <a:rect l="l" t="t" r="r" b="b"/>
              <a:pathLst>
                <a:path w="1109" h="2886">
                  <a:moveTo>
                    <a:pt x="1109" y="0"/>
                  </a:moveTo>
                  <a:lnTo>
                    <a:pt x="0" y="2886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01 原图椅式轮廓与糖苷连接"/>
            <p:cNvSpPr/>
            <p:nvPr/>
          </p:nvSpPr>
          <p:spPr>
            <a:xfrm>
              <a:off x="2864134" y="3733184"/>
              <a:ext cx="193739" cy="301301"/>
            </a:xfrm>
            <a:custGeom>
              <a:avLst/>
              <a:gdLst/>
              <a:ahLst/>
              <a:cxnLst/>
              <a:rect l="l" t="t" r="r" b="b"/>
              <a:pathLst>
                <a:path w="2129" h="3311">
                  <a:moveTo>
                    <a:pt x="0" y="0"/>
                  </a:moveTo>
                  <a:lnTo>
                    <a:pt x="2129" y="3311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01 原图椅式轮廓与糖苷连接"/>
            <p:cNvSpPr/>
            <p:nvPr/>
          </p:nvSpPr>
          <p:spPr>
            <a:xfrm>
              <a:off x="3950037" y="3251521"/>
              <a:ext cx="217490" cy="304395"/>
            </a:xfrm>
            <a:custGeom>
              <a:avLst/>
              <a:gdLst/>
              <a:ahLst/>
              <a:cxnLst/>
              <a:rect l="l" t="t" r="r" b="b"/>
              <a:pathLst>
                <a:path w="2390" h="3345">
                  <a:moveTo>
                    <a:pt x="2390" y="0"/>
                  </a:moveTo>
                  <a:lnTo>
                    <a:pt x="0" y="3345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01 原图椅式轮廓与糖苷连接"/>
            <p:cNvSpPr/>
            <p:nvPr/>
          </p:nvSpPr>
          <p:spPr>
            <a:xfrm>
              <a:off x="4875871" y="3364816"/>
              <a:ext cx="132223" cy="374829"/>
            </a:xfrm>
            <a:custGeom>
              <a:avLst/>
              <a:gdLst/>
              <a:ahLst/>
              <a:cxnLst/>
              <a:rect l="l" t="t" r="r" b="b"/>
              <a:pathLst>
                <a:path w="1453" h="4119">
                  <a:moveTo>
                    <a:pt x="0" y="0"/>
                  </a:moveTo>
                  <a:lnTo>
                    <a:pt x="1453" y="4119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01 原图椅式轮廓与糖苷连接"/>
            <p:cNvSpPr/>
            <p:nvPr/>
          </p:nvSpPr>
          <p:spPr>
            <a:xfrm>
              <a:off x="5972694" y="3931473"/>
              <a:ext cx="263172" cy="285103"/>
            </a:xfrm>
            <a:custGeom>
              <a:avLst/>
              <a:gdLst/>
              <a:ahLst/>
              <a:cxnLst/>
              <a:rect l="l" t="t" r="r" b="b"/>
              <a:pathLst>
                <a:path w="2892" h="3133">
                  <a:moveTo>
                    <a:pt x="2892" y="0"/>
                  </a:moveTo>
                  <a:lnTo>
                    <a:pt x="0" y="3133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01 原图椅式轮廓与糖苷连接"/>
            <p:cNvSpPr/>
            <p:nvPr/>
          </p:nvSpPr>
          <p:spPr>
            <a:xfrm>
              <a:off x="6944210" y="4044859"/>
              <a:ext cx="106106" cy="75803"/>
            </a:xfrm>
            <a:custGeom>
              <a:avLst/>
              <a:gdLst/>
              <a:ahLst/>
              <a:cxnLst/>
              <a:rect l="l" t="t" r="r" b="b"/>
              <a:pathLst>
                <a:path w="1166" h="833">
                  <a:moveTo>
                    <a:pt x="0" y="0"/>
                  </a:moveTo>
                  <a:lnTo>
                    <a:pt x="1166" y="833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01 原图椅式轮廓与糖苷连接"/>
            <p:cNvSpPr/>
            <p:nvPr/>
          </p:nvSpPr>
          <p:spPr>
            <a:xfrm>
              <a:off x="7397481" y="3761485"/>
              <a:ext cx="370097" cy="65338"/>
            </a:xfrm>
            <a:custGeom>
              <a:avLst/>
              <a:gdLst/>
              <a:ahLst/>
              <a:cxnLst/>
              <a:rect l="l" t="t" r="r" b="b"/>
              <a:pathLst>
                <a:path w="4067" h="718">
                  <a:moveTo>
                    <a:pt x="0" y="0"/>
                  </a:moveTo>
                  <a:lnTo>
                    <a:pt x="4067" y="718"/>
                  </a:lnTo>
                </a:path>
              </a:pathLst>
            </a:custGeom>
            <a:noFill/>
            <a:ln w="18505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"/>
            <p:cNvSpPr txBox="1"/>
            <p:nvPr/>
          </p:nvSpPr>
          <p:spPr>
            <a:xfrm>
              <a:off x="2909332" y="2857248"/>
              <a:ext cx="392036" cy="39203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815" b="0">
                  <a:solidFill>
                    <a:srgbClr val="111111"/>
                  </a:solidFill>
                  <a:latin typeface="Times New Roman"/>
                </a:defRPr>
              </a:pPr>
              <a:r>
                <a:t>O</a:t>
              </a:r>
            </a:p>
          </p:txBody>
        </p:sp>
        <p:sp>
          <p:nvSpPr>
            <p:cNvPr id="39" name="O"/>
            <p:cNvSpPr txBox="1"/>
            <p:nvPr/>
          </p:nvSpPr>
          <p:spPr>
            <a:xfrm>
              <a:off x="4902255" y="2572545"/>
              <a:ext cx="392036" cy="39203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815" b="0">
                  <a:solidFill>
                    <a:srgbClr val="111111"/>
                  </a:solidFill>
                  <a:latin typeface="Times New Roman"/>
                </a:defRPr>
              </a:pPr>
              <a:r>
                <a:t>O</a:t>
              </a:r>
            </a:p>
          </p:txBody>
        </p:sp>
        <p:sp>
          <p:nvSpPr>
            <p:cNvPr id="40" name="O"/>
            <p:cNvSpPr txBox="1"/>
            <p:nvPr/>
          </p:nvSpPr>
          <p:spPr>
            <a:xfrm>
              <a:off x="6980589" y="3255833"/>
              <a:ext cx="392036" cy="39203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815" b="0">
                  <a:solidFill>
                    <a:srgbClr val="111111"/>
                  </a:solidFill>
                  <a:latin typeface="Times New Roman"/>
                </a:defRPr>
              </a:pPr>
              <a:r>
                <a:t>O</a:t>
              </a:r>
            </a:p>
          </p:txBody>
        </p:sp>
        <p:sp>
          <p:nvSpPr>
            <p:cNvPr id="41" name="O"/>
            <p:cNvSpPr txBox="1"/>
            <p:nvPr/>
          </p:nvSpPr>
          <p:spPr>
            <a:xfrm>
              <a:off x="3507209" y="3141952"/>
              <a:ext cx="392036" cy="39203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815" b="0">
                  <a:solidFill>
                    <a:srgbClr val="111111"/>
                  </a:solidFill>
                  <a:latin typeface="Times New Roman"/>
                </a:defRPr>
              </a:pPr>
              <a:r>
                <a:t>O</a:t>
              </a:r>
            </a:p>
          </p:txBody>
        </p:sp>
        <p:sp>
          <p:nvSpPr>
            <p:cNvPr id="42" name="O"/>
            <p:cNvSpPr txBox="1"/>
            <p:nvPr/>
          </p:nvSpPr>
          <p:spPr>
            <a:xfrm>
              <a:off x="5614014" y="3141952"/>
              <a:ext cx="392036" cy="39203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815" b="0">
                  <a:solidFill>
                    <a:srgbClr val="111111"/>
                  </a:solidFill>
                  <a:latin typeface="Times New Roman"/>
                </a:defRPr>
              </a:pPr>
              <a:r>
                <a:t>O</a:t>
              </a:r>
            </a:p>
          </p:txBody>
        </p:sp>
        <p:sp>
          <p:nvSpPr>
            <p:cNvPr id="43" name="OH"/>
            <p:cNvSpPr txBox="1"/>
            <p:nvPr/>
          </p:nvSpPr>
          <p:spPr>
            <a:xfrm>
              <a:off x="3023214" y="2430193"/>
              <a:ext cx="517488" cy="39203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815" b="0">
                  <a:solidFill>
                    <a:srgbClr val="111111"/>
                  </a:solidFill>
                  <a:latin typeface="Times New Roman"/>
                </a:defRPr>
              </a:pPr>
              <a:r>
                <a:t>OH</a:t>
              </a:r>
            </a:p>
          </p:txBody>
        </p:sp>
        <p:sp>
          <p:nvSpPr>
            <p:cNvPr id="44" name="OH"/>
            <p:cNvSpPr txBox="1"/>
            <p:nvPr/>
          </p:nvSpPr>
          <p:spPr>
            <a:xfrm>
              <a:off x="5044607" y="2117020"/>
              <a:ext cx="517488" cy="39203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815" b="0">
                  <a:solidFill>
                    <a:srgbClr val="111111"/>
                  </a:solidFill>
                  <a:latin typeface="Times New Roman"/>
                </a:defRPr>
              </a:pPr>
              <a:r>
                <a:t>OH</a:t>
              </a:r>
            </a:p>
          </p:txBody>
        </p:sp>
        <p:sp>
          <p:nvSpPr>
            <p:cNvPr id="45" name="OH"/>
            <p:cNvSpPr txBox="1"/>
            <p:nvPr/>
          </p:nvSpPr>
          <p:spPr>
            <a:xfrm>
              <a:off x="7293763" y="2942659"/>
              <a:ext cx="517488" cy="39203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815" b="0">
                  <a:solidFill>
                    <a:srgbClr val="111111"/>
                  </a:solidFill>
                  <a:latin typeface="Times New Roman"/>
                </a:defRPr>
              </a:pPr>
              <a:r>
                <a:t>OH</a:t>
              </a:r>
            </a:p>
          </p:txBody>
        </p:sp>
        <p:sp>
          <p:nvSpPr>
            <p:cNvPr id="46" name="HO"/>
            <p:cNvSpPr txBox="1"/>
            <p:nvPr/>
          </p:nvSpPr>
          <p:spPr>
            <a:xfrm>
              <a:off x="1175489" y="3255833"/>
              <a:ext cx="517488" cy="39203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815" b="0">
                  <a:solidFill>
                    <a:srgbClr val="111111"/>
                  </a:solidFill>
                  <a:latin typeface="Times New Roman"/>
                </a:defRPr>
              </a:pPr>
              <a:r>
                <a:t>HO</a:t>
              </a:r>
            </a:p>
          </p:txBody>
        </p:sp>
        <p:sp>
          <p:nvSpPr>
            <p:cNvPr id="47" name="HO"/>
            <p:cNvSpPr txBox="1"/>
            <p:nvPr/>
          </p:nvSpPr>
          <p:spPr>
            <a:xfrm>
              <a:off x="1773366" y="3853710"/>
              <a:ext cx="517488" cy="39203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815" b="0">
                  <a:solidFill>
                    <a:srgbClr val="111111"/>
                  </a:solidFill>
                  <a:latin typeface="Times New Roman"/>
                </a:defRPr>
              </a:pPr>
              <a:r>
                <a:t>HO</a:t>
              </a:r>
            </a:p>
          </p:txBody>
        </p:sp>
        <p:sp>
          <p:nvSpPr>
            <p:cNvPr id="48" name="OH"/>
            <p:cNvSpPr txBox="1"/>
            <p:nvPr/>
          </p:nvSpPr>
          <p:spPr>
            <a:xfrm>
              <a:off x="3051684" y="3996061"/>
              <a:ext cx="517488" cy="39203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815" b="0">
                  <a:solidFill>
                    <a:srgbClr val="111111"/>
                  </a:solidFill>
                  <a:latin typeface="Times New Roman"/>
                </a:defRPr>
              </a:pPr>
              <a:r>
                <a:t>OH</a:t>
              </a:r>
            </a:p>
          </p:txBody>
        </p:sp>
        <p:sp>
          <p:nvSpPr>
            <p:cNvPr id="49" name="HO"/>
            <p:cNvSpPr txBox="1"/>
            <p:nvPr/>
          </p:nvSpPr>
          <p:spPr>
            <a:xfrm>
              <a:off x="3652408" y="3512066"/>
              <a:ext cx="517488" cy="39203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815" b="0">
                  <a:solidFill>
                    <a:srgbClr val="111111"/>
                  </a:solidFill>
                  <a:latin typeface="Times New Roman"/>
                </a:defRPr>
              </a:pPr>
              <a:r>
                <a:t>HO</a:t>
              </a:r>
            </a:p>
          </p:txBody>
        </p:sp>
        <p:sp>
          <p:nvSpPr>
            <p:cNvPr id="50" name="OH"/>
            <p:cNvSpPr txBox="1"/>
            <p:nvPr/>
          </p:nvSpPr>
          <p:spPr>
            <a:xfrm>
              <a:off x="4987666" y="3711358"/>
              <a:ext cx="517488" cy="39203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815" b="0">
                  <a:solidFill>
                    <a:srgbClr val="111111"/>
                  </a:solidFill>
                  <a:latin typeface="Times New Roman"/>
                </a:defRPr>
              </a:pPr>
              <a:r>
                <a:t>OH</a:t>
              </a:r>
            </a:p>
          </p:txBody>
        </p:sp>
        <p:sp>
          <p:nvSpPr>
            <p:cNvPr id="51" name="HO"/>
            <p:cNvSpPr txBox="1"/>
            <p:nvPr/>
          </p:nvSpPr>
          <p:spPr>
            <a:xfrm>
              <a:off x="5673801" y="4166883"/>
              <a:ext cx="517488" cy="39203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815" b="0">
                  <a:solidFill>
                    <a:srgbClr val="111111"/>
                  </a:solidFill>
                  <a:latin typeface="Times New Roman"/>
                </a:defRPr>
              </a:pPr>
              <a:r>
                <a:t>HO</a:t>
              </a:r>
            </a:p>
          </p:txBody>
        </p:sp>
        <p:sp>
          <p:nvSpPr>
            <p:cNvPr id="52" name="OH"/>
            <p:cNvSpPr txBox="1"/>
            <p:nvPr/>
          </p:nvSpPr>
          <p:spPr>
            <a:xfrm>
              <a:off x="7094471" y="4053002"/>
              <a:ext cx="517488" cy="39203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815" b="0">
                  <a:solidFill>
                    <a:srgbClr val="111111"/>
                  </a:solidFill>
                  <a:latin typeface="Times New Roman"/>
                </a:defRPr>
              </a:pPr>
              <a:r>
                <a:t>OH</a:t>
              </a:r>
            </a:p>
          </p:txBody>
        </p:sp>
        <p:sp>
          <p:nvSpPr>
            <p:cNvPr id="53" name="OH"/>
            <p:cNvSpPr txBox="1"/>
            <p:nvPr/>
          </p:nvSpPr>
          <p:spPr>
            <a:xfrm>
              <a:off x="7834699" y="3711358"/>
              <a:ext cx="517488" cy="39203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815" b="0">
                  <a:solidFill>
                    <a:srgbClr val="111111"/>
                  </a:solidFill>
                  <a:latin typeface="Times New Roman"/>
                </a:defRPr>
              </a:pPr>
              <a:r>
                <a:t>OH</a:t>
              </a:r>
            </a:p>
          </p:txBody>
        </p:sp>
        <p:sp>
          <p:nvSpPr>
            <p:cNvPr id="54" name="02 氢键虚线"/>
            <p:cNvSpPr/>
            <p:nvPr/>
          </p:nvSpPr>
          <p:spPr>
            <a:xfrm>
              <a:off x="2609152" y="2628171"/>
              <a:ext cx="538356" cy="56693"/>
            </a:xfrm>
            <a:custGeom>
              <a:avLst/>
              <a:gdLst/>
              <a:ahLst/>
              <a:cxnLst/>
              <a:rect l="l" t="t" r="r" b="b"/>
              <a:pathLst>
                <a:path w="5916" h="623">
                  <a:moveTo>
                    <a:pt x="0" y="0"/>
                  </a:moveTo>
                  <a:lnTo>
                    <a:pt x="5916" y="623"/>
                  </a:lnTo>
                </a:path>
              </a:pathLst>
            </a:custGeom>
            <a:noFill/>
            <a:ln w="18505" cap="rnd">
              <a:solidFill>
                <a:srgbClr val="EF2626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02 氢键虚线"/>
            <p:cNvSpPr/>
            <p:nvPr/>
          </p:nvSpPr>
          <p:spPr>
            <a:xfrm>
              <a:off x="2892526" y="2826460"/>
              <a:ext cx="424970" cy="255073"/>
            </a:xfrm>
            <a:custGeom>
              <a:avLst/>
              <a:gdLst/>
              <a:ahLst/>
              <a:cxnLst/>
              <a:rect l="l" t="t" r="r" b="b"/>
              <a:pathLst>
                <a:path w="4670" h="2803">
                  <a:moveTo>
                    <a:pt x="0" y="0"/>
                  </a:moveTo>
                  <a:lnTo>
                    <a:pt x="4670" y="2803"/>
                  </a:lnTo>
                </a:path>
              </a:pathLst>
            </a:custGeom>
            <a:noFill/>
            <a:ln w="18505" cap="rnd">
              <a:solidFill>
                <a:srgbClr val="EF2626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02 氢键虚线"/>
            <p:cNvSpPr/>
            <p:nvPr/>
          </p:nvSpPr>
          <p:spPr>
            <a:xfrm>
              <a:off x="2070796" y="4073160"/>
              <a:ext cx="1020019" cy="28301"/>
            </a:xfrm>
            <a:custGeom>
              <a:avLst/>
              <a:gdLst/>
              <a:ahLst/>
              <a:cxnLst/>
              <a:rect l="l" t="t" r="r" b="b"/>
              <a:pathLst>
                <a:path w="11209" h="311">
                  <a:moveTo>
                    <a:pt x="0" y="0"/>
                  </a:moveTo>
                  <a:lnTo>
                    <a:pt x="11209" y="311"/>
                  </a:lnTo>
                </a:path>
              </a:pathLst>
            </a:custGeom>
            <a:noFill/>
            <a:ln w="18505" cap="rnd">
              <a:solidFill>
                <a:srgbClr val="EF2626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02 氢键虚线"/>
            <p:cNvSpPr/>
            <p:nvPr/>
          </p:nvSpPr>
          <p:spPr>
            <a:xfrm>
              <a:off x="4620798" y="3336515"/>
              <a:ext cx="255073" cy="396669"/>
            </a:xfrm>
            <a:custGeom>
              <a:avLst/>
              <a:gdLst/>
              <a:ahLst/>
              <a:cxnLst/>
              <a:rect l="l" t="t" r="r" b="b"/>
              <a:pathLst>
                <a:path w="2803" h="4359">
                  <a:moveTo>
                    <a:pt x="2803" y="4359"/>
                  </a:moveTo>
                  <a:lnTo>
                    <a:pt x="0" y="0"/>
                  </a:lnTo>
                </a:path>
              </a:pathLst>
            </a:custGeom>
            <a:noFill/>
            <a:ln w="18505" cap="rnd">
              <a:solidFill>
                <a:srgbClr val="EF2626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02 氢键虚线"/>
            <p:cNvSpPr/>
            <p:nvPr/>
          </p:nvSpPr>
          <p:spPr>
            <a:xfrm>
              <a:off x="5754203" y="4243148"/>
              <a:ext cx="226590" cy="283374"/>
            </a:xfrm>
            <a:custGeom>
              <a:avLst/>
              <a:gdLst/>
              <a:ahLst/>
              <a:cxnLst/>
              <a:rect l="l" t="t" r="r" b="b"/>
              <a:pathLst>
                <a:path w="2490" h="3114">
                  <a:moveTo>
                    <a:pt x="2490" y="0"/>
                  </a:moveTo>
                  <a:lnTo>
                    <a:pt x="0" y="3114"/>
                  </a:lnTo>
                </a:path>
              </a:pathLst>
            </a:custGeom>
            <a:noFill/>
            <a:ln w="18505" cap="rnd">
              <a:solidFill>
                <a:srgbClr val="EF2626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02 氢键虚线"/>
            <p:cNvSpPr/>
            <p:nvPr/>
          </p:nvSpPr>
          <p:spPr>
            <a:xfrm>
              <a:off x="7057505" y="4299841"/>
              <a:ext cx="113295" cy="198289"/>
            </a:xfrm>
            <a:custGeom>
              <a:avLst/>
              <a:gdLst/>
              <a:ahLst/>
              <a:cxnLst/>
              <a:rect l="l" t="t" r="r" b="b"/>
              <a:pathLst>
                <a:path w="1245" h="2179">
                  <a:moveTo>
                    <a:pt x="1245" y="0"/>
                  </a:moveTo>
                  <a:lnTo>
                    <a:pt x="0" y="2179"/>
                  </a:lnTo>
                </a:path>
              </a:pathLst>
            </a:custGeom>
            <a:noFill/>
            <a:ln w="18505" cap="rnd">
              <a:solidFill>
                <a:srgbClr val="EF2626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03 原图离子位置"/>
            <p:cNvSpPr/>
            <p:nvPr/>
          </p:nvSpPr>
          <p:spPr>
            <a:xfrm>
              <a:off x="4534988" y="3130563"/>
              <a:ext cx="444137" cy="444137"/>
            </a:xfrm>
            <a:prstGeom prst="ellipse">
              <a:avLst/>
            </a:prstGeom>
            <a:gradFill>
              <a:gsLst>
                <a:gs pos="0">
                  <a:srgbClr val="A0D65B"/>
                </a:gs>
                <a:gs pos="50000">
                  <a:srgbClr val="6AAE39"/>
                </a:gs>
                <a:gs pos="100000">
                  <a:srgbClr val="347B1D"/>
                </a:gs>
              </a:gsLst>
              <a:lin ang="5400000" scaled="1"/>
            </a:gradFill>
            <a:ln w="9964" cap="rnd">
              <a:solidFill>
                <a:srgbClr val="437B2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03 原图离子位置"/>
            <p:cNvSpPr/>
            <p:nvPr/>
          </p:nvSpPr>
          <p:spPr>
            <a:xfrm>
              <a:off x="4632698" y="3208287"/>
              <a:ext cx="142123" cy="73282"/>
            </a:xfrm>
            <a:prstGeom prst="ellipse">
              <a:avLst/>
            </a:prstGeom>
            <a:solidFill>
              <a:srgbClr val="E7F4CF">
                <a:alpha val="24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−"/>
            <p:cNvSpPr txBox="1"/>
            <p:nvPr/>
          </p:nvSpPr>
          <p:spPr>
            <a:xfrm>
              <a:off x="4645134" y="3188301"/>
              <a:ext cx="422818" cy="422818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958" b="1">
                  <a:solidFill>
                    <a:srgbClr val="FFFFFF"/>
                  </a:solidFill>
                  <a:latin typeface="Times New Roman"/>
                </a:defRPr>
              </a:pPr>
              <a:r>
                <a:t>−</a:t>
              </a:r>
            </a:p>
          </p:txBody>
        </p:sp>
        <p:sp>
          <p:nvSpPr>
            <p:cNvPr id="63" name="03 原图离子位置"/>
            <p:cNvSpPr/>
            <p:nvPr/>
          </p:nvSpPr>
          <p:spPr>
            <a:xfrm>
              <a:off x="3652408" y="4497139"/>
              <a:ext cx="444137" cy="444137"/>
            </a:xfrm>
            <a:prstGeom prst="ellipse">
              <a:avLst/>
            </a:prstGeom>
            <a:gradFill>
              <a:gsLst>
                <a:gs pos="0">
                  <a:srgbClr val="A0D65B"/>
                </a:gs>
                <a:gs pos="50000">
                  <a:srgbClr val="6AAE39"/>
                </a:gs>
                <a:gs pos="100000">
                  <a:srgbClr val="347B1D"/>
                </a:gs>
              </a:gsLst>
              <a:lin ang="5400000" scaled="1"/>
            </a:gradFill>
            <a:ln w="9964" cap="rnd">
              <a:solidFill>
                <a:srgbClr val="437B2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03 原图离子位置"/>
            <p:cNvSpPr/>
            <p:nvPr/>
          </p:nvSpPr>
          <p:spPr>
            <a:xfrm>
              <a:off x="3750118" y="4574863"/>
              <a:ext cx="142123" cy="73282"/>
            </a:xfrm>
            <a:prstGeom prst="ellipse">
              <a:avLst/>
            </a:prstGeom>
            <a:solidFill>
              <a:srgbClr val="E7F4CF">
                <a:alpha val="24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−"/>
            <p:cNvSpPr txBox="1"/>
            <p:nvPr/>
          </p:nvSpPr>
          <p:spPr>
            <a:xfrm>
              <a:off x="3762554" y="4554877"/>
              <a:ext cx="422818" cy="422818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958" b="1">
                  <a:solidFill>
                    <a:srgbClr val="FFFFFF"/>
                  </a:solidFill>
                  <a:latin typeface="Times New Roman"/>
                </a:defRPr>
              </a:pPr>
              <a:r>
                <a:t>−</a:t>
              </a:r>
            </a:p>
          </p:txBody>
        </p:sp>
        <p:sp>
          <p:nvSpPr>
            <p:cNvPr id="66" name="03 原图离子位置"/>
            <p:cNvSpPr/>
            <p:nvPr/>
          </p:nvSpPr>
          <p:spPr>
            <a:xfrm>
              <a:off x="6869555" y="4354788"/>
              <a:ext cx="444137" cy="444137"/>
            </a:xfrm>
            <a:prstGeom prst="ellipse">
              <a:avLst/>
            </a:prstGeom>
            <a:gradFill>
              <a:gsLst>
                <a:gs pos="0">
                  <a:srgbClr val="A0D65B"/>
                </a:gs>
                <a:gs pos="50000">
                  <a:srgbClr val="6AAE39"/>
                </a:gs>
                <a:gs pos="100000">
                  <a:srgbClr val="347B1D"/>
                </a:gs>
              </a:gsLst>
              <a:lin ang="5400000" scaled="1"/>
            </a:gradFill>
            <a:ln w="9964" cap="rnd">
              <a:solidFill>
                <a:srgbClr val="437B2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03 原图离子位置"/>
            <p:cNvSpPr/>
            <p:nvPr/>
          </p:nvSpPr>
          <p:spPr>
            <a:xfrm>
              <a:off x="6967265" y="4432512"/>
              <a:ext cx="142123" cy="73282"/>
            </a:xfrm>
            <a:prstGeom prst="ellipse">
              <a:avLst/>
            </a:prstGeom>
            <a:solidFill>
              <a:srgbClr val="E7F4CF">
                <a:alpha val="24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−"/>
            <p:cNvSpPr txBox="1"/>
            <p:nvPr/>
          </p:nvSpPr>
          <p:spPr>
            <a:xfrm>
              <a:off x="6979701" y="4412525"/>
              <a:ext cx="422818" cy="422818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1958" b="1">
                  <a:solidFill>
                    <a:srgbClr val="FFFFFF"/>
                  </a:solidFill>
                  <a:latin typeface="Times New Roman"/>
                </a:defRPr>
              </a:pPr>
              <a:r>
                <a:t>−</a:t>
              </a:r>
            </a:p>
          </p:txBody>
        </p:sp>
        <p:sp>
          <p:nvSpPr>
            <p:cNvPr id="69" name="03 原图离子位置"/>
            <p:cNvSpPr/>
            <p:nvPr/>
          </p:nvSpPr>
          <p:spPr>
            <a:xfrm>
              <a:off x="2137954" y="2270268"/>
              <a:ext cx="602420" cy="602420"/>
            </a:xfrm>
            <a:custGeom>
              <a:avLst/>
              <a:gdLst/>
              <a:ahLst/>
              <a:cxnLst/>
              <a:rect l="l" t="t" r="r" b="b"/>
              <a:pathLst>
                <a:path w="6620" h="6620">
                  <a:moveTo>
                    <a:pt x="2105" y="0"/>
                  </a:moveTo>
                  <a:lnTo>
                    <a:pt x="6620" y="2105"/>
                  </a:lnTo>
                  <a:lnTo>
                    <a:pt x="4515" y="6620"/>
                  </a:lnTo>
                  <a:lnTo>
                    <a:pt x="0" y="4515"/>
                  </a:lnTo>
                  <a:lnTo>
                    <a:pt x="2105" y="0"/>
                  </a:lnTo>
                  <a:close/>
                </a:path>
              </a:pathLst>
            </a:custGeom>
            <a:gradFill>
              <a:gsLst>
                <a:gs pos="0">
                  <a:srgbClr val="EFA14D"/>
                </a:gs>
                <a:gs pos="50000">
                  <a:srgbClr val="DE751F"/>
                </a:gs>
                <a:gs pos="100000">
                  <a:srgbClr val="B44808"/>
                </a:gs>
              </a:gsLst>
              <a:lin ang="5400000" scaled="1"/>
            </a:gradFill>
            <a:ln w="12811" cap="rnd">
              <a:solidFill>
                <a:srgbClr val="A54D1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03 原图离子位置"/>
            <p:cNvSpPr/>
            <p:nvPr/>
          </p:nvSpPr>
          <p:spPr>
            <a:xfrm>
              <a:off x="2377193" y="2382562"/>
              <a:ext cx="246519" cy="114933"/>
            </a:xfrm>
            <a:custGeom>
              <a:avLst/>
              <a:gdLst/>
              <a:ahLst/>
              <a:cxnLst/>
              <a:rect l="l" t="t" r="r" b="b"/>
              <a:pathLst>
                <a:path w="2709" h="1263">
                  <a:moveTo>
                    <a:pt x="0" y="0"/>
                  </a:moveTo>
                  <a:lnTo>
                    <a:pt x="2709" y="1263"/>
                  </a:lnTo>
                </a:path>
              </a:pathLst>
            </a:custGeom>
            <a:noFill/>
            <a:ln w="19929" cap="rnd">
              <a:solidFill>
                <a:srgbClr val="FFD39B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03 原图离子位置"/>
            <p:cNvSpPr/>
            <p:nvPr/>
          </p:nvSpPr>
          <p:spPr>
            <a:xfrm>
              <a:off x="2348801" y="2529345"/>
              <a:ext cx="180726" cy="84266"/>
            </a:xfrm>
            <a:custGeom>
              <a:avLst/>
              <a:gdLst/>
              <a:ahLst/>
              <a:cxnLst/>
              <a:rect l="l" t="t" r="r" b="b"/>
              <a:pathLst>
                <a:path w="1986" h="926">
                  <a:moveTo>
                    <a:pt x="0" y="0"/>
                  </a:moveTo>
                  <a:lnTo>
                    <a:pt x="1986" y="926"/>
                  </a:lnTo>
                </a:path>
              </a:pathLst>
            </a:custGeom>
            <a:noFill/>
            <a:ln w="31317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03 原图离子位置"/>
            <p:cNvSpPr/>
            <p:nvPr/>
          </p:nvSpPr>
          <p:spPr>
            <a:xfrm>
              <a:off x="2397031" y="2481115"/>
              <a:ext cx="84266" cy="180817"/>
            </a:xfrm>
            <a:custGeom>
              <a:avLst/>
              <a:gdLst/>
              <a:ahLst/>
              <a:cxnLst/>
              <a:rect l="l" t="t" r="r" b="b"/>
              <a:pathLst>
                <a:path w="926" h="1987">
                  <a:moveTo>
                    <a:pt x="926" y="0"/>
                  </a:moveTo>
                  <a:lnTo>
                    <a:pt x="0" y="1987"/>
                  </a:lnTo>
                </a:path>
              </a:pathLst>
            </a:custGeom>
            <a:noFill/>
            <a:ln w="31317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03 原图离子位置"/>
            <p:cNvSpPr/>
            <p:nvPr/>
          </p:nvSpPr>
          <p:spPr>
            <a:xfrm>
              <a:off x="1614522" y="4296838"/>
              <a:ext cx="629265" cy="629356"/>
            </a:xfrm>
            <a:custGeom>
              <a:avLst/>
              <a:gdLst/>
              <a:ahLst/>
              <a:cxnLst/>
              <a:rect l="l" t="t" r="r" b="b"/>
              <a:pathLst>
                <a:path w="6915" h="6916">
                  <a:moveTo>
                    <a:pt x="2785" y="0"/>
                  </a:moveTo>
                  <a:lnTo>
                    <a:pt x="6915" y="2786"/>
                  </a:lnTo>
                  <a:lnTo>
                    <a:pt x="4130" y="6916"/>
                  </a:lnTo>
                  <a:lnTo>
                    <a:pt x="0" y="4130"/>
                  </a:lnTo>
                  <a:lnTo>
                    <a:pt x="2785" y="0"/>
                  </a:lnTo>
                  <a:close/>
                </a:path>
              </a:pathLst>
            </a:custGeom>
            <a:gradFill>
              <a:gsLst>
                <a:gs pos="0">
                  <a:srgbClr val="EFA14D"/>
                </a:gs>
                <a:gs pos="50000">
                  <a:srgbClr val="DE751F"/>
                </a:gs>
                <a:gs pos="100000">
                  <a:srgbClr val="B44808"/>
                </a:gs>
              </a:gsLst>
              <a:lin ang="5400000" scaled="1"/>
            </a:gradFill>
            <a:ln w="12811" cap="rnd">
              <a:solidFill>
                <a:srgbClr val="A54D1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03 原图离子位置"/>
            <p:cNvSpPr/>
            <p:nvPr/>
          </p:nvSpPr>
          <p:spPr>
            <a:xfrm>
              <a:off x="1897532" y="4415229"/>
              <a:ext cx="225498" cy="152061"/>
            </a:xfrm>
            <a:custGeom>
              <a:avLst/>
              <a:gdLst/>
              <a:ahLst/>
              <a:cxnLst/>
              <a:rect l="l" t="t" r="r" b="b"/>
              <a:pathLst>
                <a:path w="2478" h="1671">
                  <a:moveTo>
                    <a:pt x="0" y="0"/>
                  </a:moveTo>
                  <a:lnTo>
                    <a:pt x="2478" y="1671"/>
                  </a:lnTo>
                </a:path>
              </a:pathLst>
            </a:custGeom>
            <a:noFill/>
            <a:ln w="19929" cap="rnd">
              <a:solidFill>
                <a:srgbClr val="FFD39B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03 原图离子位置"/>
            <p:cNvSpPr/>
            <p:nvPr/>
          </p:nvSpPr>
          <p:spPr>
            <a:xfrm>
              <a:off x="1846481" y="4555733"/>
              <a:ext cx="165347" cy="111566"/>
            </a:xfrm>
            <a:custGeom>
              <a:avLst/>
              <a:gdLst/>
              <a:ahLst/>
              <a:cxnLst/>
              <a:rect l="l" t="t" r="r" b="b"/>
              <a:pathLst>
                <a:path w="1817" h="1226">
                  <a:moveTo>
                    <a:pt x="0" y="0"/>
                  </a:moveTo>
                  <a:lnTo>
                    <a:pt x="1817" y="1226"/>
                  </a:lnTo>
                </a:path>
              </a:pathLst>
            </a:custGeom>
            <a:noFill/>
            <a:ln w="31317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03 原图离子位置"/>
            <p:cNvSpPr/>
            <p:nvPr/>
          </p:nvSpPr>
          <p:spPr>
            <a:xfrm>
              <a:off x="1873417" y="4528797"/>
              <a:ext cx="111475" cy="165347"/>
            </a:xfrm>
            <a:custGeom>
              <a:avLst/>
              <a:gdLst/>
              <a:ahLst/>
              <a:cxnLst/>
              <a:rect l="l" t="t" r="r" b="b"/>
              <a:pathLst>
                <a:path w="1225" h="1817">
                  <a:moveTo>
                    <a:pt x="1225" y="0"/>
                  </a:moveTo>
                  <a:lnTo>
                    <a:pt x="0" y="1817"/>
                  </a:lnTo>
                </a:path>
              </a:pathLst>
            </a:custGeom>
            <a:noFill/>
            <a:ln w="31317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03 原图离子位置"/>
            <p:cNvSpPr/>
            <p:nvPr/>
          </p:nvSpPr>
          <p:spPr>
            <a:xfrm>
              <a:off x="5341609" y="4368910"/>
              <a:ext cx="598507" cy="598507"/>
            </a:xfrm>
            <a:custGeom>
              <a:avLst/>
              <a:gdLst/>
              <a:ahLst/>
              <a:cxnLst/>
              <a:rect l="l" t="t" r="r" b="b"/>
              <a:pathLst>
                <a:path w="6577" h="6577">
                  <a:moveTo>
                    <a:pt x="2026" y="0"/>
                  </a:moveTo>
                  <a:lnTo>
                    <a:pt x="6577" y="2026"/>
                  </a:lnTo>
                  <a:lnTo>
                    <a:pt x="4551" y="6577"/>
                  </a:lnTo>
                  <a:lnTo>
                    <a:pt x="0" y="4551"/>
                  </a:lnTo>
                  <a:lnTo>
                    <a:pt x="2026" y="0"/>
                  </a:lnTo>
                  <a:close/>
                </a:path>
              </a:pathLst>
            </a:custGeom>
            <a:gradFill>
              <a:gsLst>
                <a:gs pos="0">
                  <a:srgbClr val="EFA14D"/>
                </a:gs>
                <a:gs pos="50000">
                  <a:srgbClr val="DE751F"/>
                </a:gs>
                <a:gs pos="100000">
                  <a:srgbClr val="B44808"/>
                </a:gs>
              </a:gsLst>
              <a:lin ang="5400000" scaled="1"/>
            </a:gradFill>
            <a:ln w="12811" cap="rnd">
              <a:solidFill>
                <a:srgbClr val="A54D1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03 原图离子位置"/>
            <p:cNvSpPr/>
            <p:nvPr/>
          </p:nvSpPr>
          <p:spPr>
            <a:xfrm>
              <a:off x="5575570" y="4480294"/>
              <a:ext cx="248521" cy="110656"/>
            </a:xfrm>
            <a:custGeom>
              <a:avLst/>
              <a:gdLst/>
              <a:ahLst/>
              <a:cxnLst/>
              <a:rect l="l" t="t" r="r" b="b"/>
              <a:pathLst>
                <a:path w="2731" h="1216">
                  <a:moveTo>
                    <a:pt x="0" y="0"/>
                  </a:moveTo>
                  <a:lnTo>
                    <a:pt x="2731" y="1216"/>
                  </a:lnTo>
                </a:path>
              </a:pathLst>
            </a:custGeom>
            <a:noFill/>
            <a:ln w="19929" cap="rnd">
              <a:solidFill>
                <a:srgbClr val="FFD39B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03 原图离子位置"/>
            <p:cNvSpPr/>
            <p:nvPr/>
          </p:nvSpPr>
          <p:spPr>
            <a:xfrm>
              <a:off x="5549726" y="4627623"/>
              <a:ext cx="182182" cy="81081"/>
            </a:xfrm>
            <a:custGeom>
              <a:avLst/>
              <a:gdLst/>
              <a:ahLst/>
              <a:cxnLst/>
              <a:rect l="l" t="t" r="r" b="b"/>
              <a:pathLst>
                <a:path w="2002" h="891">
                  <a:moveTo>
                    <a:pt x="0" y="0"/>
                  </a:moveTo>
                  <a:lnTo>
                    <a:pt x="2002" y="891"/>
                  </a:lnTo>
                </a:path>
              </a:pathLst>
            </a:custGeom>
            <a:noFill/>
            <a:ln w="31317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03 原图离子位置"/>
            <p:cNvSpPr/>
            <p:nvPr/>
          </p:nvSpPr>
          <p:spPr>
            <a:xfrm>
              <a:off x="5600231" y="4577027"/>
              <a:ext cx="81172" cy="182273"/>
            </a:xfrm>
            <a:custGeom>
              <a:avLst/>
              <a:gdLst/>
              <a:ahLst/>
              <a:cxnLst/>
              <a:rect l="l" t="t" r="r" b="b"/>
              <a:pathLst>
                <a:path w="892" h="2003">
                  <a:moveTo>
                    <a:pt x="892" y="0"/>
                  </a:moveTo>
                  <a:lnTo>
                    <a:pt x="0" y="2003"/>
                  </a:lnTo>
                </a:path>
              </a:pathLst>
            </a:custGeom>
            <a:noFill/>
            <a:ln w="31317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320040" y="18288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44E83"/>
                </a:solidFill>
                <a:latin typeface="Arial"/>
              </a:defRPr>
            </a:pPr>
            <a:r>
              <a:t>2. 氢键化学放大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9" name="03_有序双螺旋_按参考图描线 — 手动路径描摹"/>
          <p:cNvGrpSpPr/>
          <p:nvPr/>
        </p:nvGrpSpPr>
        <p:grpSpPr>
          <a:xfrm>
            <a:off x="809900" y="1188096"/>
            <a:ext cx="7425600" cy="4746196"/>
            <a:chOff x="809900" y="1188096"/>
            <a:chExt cx="7425600" cy="4746196"/>
          </a:xfrm>
        </p:grpSpPr>
        <p:sp>
          <p:nvSpPr>
            <p:cNvPr id="2" name="01 原图氢键位置"/>
            <p:cNvSpPr/>
            <p:nvPr/>
          </p:nvSpPr>
          <p:spPr>
            <a:xfrm>
              <a:off x="1137500" y="2811900"/>
              <a:ext cx="436800" cy="1474200"/>
            </a:xfrm>
            <a:custGeom>
              <a:avLst/>
              <a:gdLst/>
              <a:ahLst/>
              <a:cxnLst/>
              <a:rect l="l" t="t" r="r" b="b"/>
              <a:pathLst>
                <a:path w="4800" h="16200">
                  <a:moveTo>
                    <a:pt x="0" y="0"/>
                  </a:moveTo>
                  <a:lnTo>
                    <a:pt x="4800" y="16200"/>
                  </a:lnTo>
                </a:path>
              </a:pathLst>
            </a:custGeom>
            <a:noFill/>
            <a:ln w="43891" cap="rnd">
              <a:solidFill>
                <a:srgbClr val="EC2424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01 原图氢键位置"/>
            <p:cNvSpPr/>
            <p:nvPr/>
          </p:nvSpPr>
          <p:spPr>
            <a:xfrm>
              <a:off x="2229500" y="2811900"/>
              <a:ext cx="327600" cy="1419600"/>
            </a:xfrm>
            <a:custGeom>
              <a:avLst/>
              <a:gdLst/>
              <a:ahLst/>
              <a:cxnLst/>
              <a:rect l="l" t="t" r="r" b="b"/>
              <a:pathLst>
                <a:path w="3600" h="15600">
                  <a:moveTo>
                    <a:pt x="3600" y="0"/>
                  </a:moveTo>
                  <a:lnTo>
                    <a:pt x="0" y="15600"/>
                  </a:lnTo>
                </a:path>
              </a:pathLst>
            </a:custGeom>
            <a:noFill/>
            <a:ln w="43891" cap="rnd">
              <a:solidFill>
                <a:srgbClr val="EC2424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01 原图氢键位置"/>
            <p:cNvSpPr/>
            <p:nvPr/>
          </p:nvSpPr>
          <p:spPr>
            <a:xfrm>
              <a:off x="3867500" y="2811900"/>
              <a:ext cx="382200" cy="1419600"/>
            </a:xfrm>
            <a:custGeom>
              <a:avLst/>
              <a:gdLst/>
              <a:ahLst/>
              <a:cxnLst/>
              <a:rect l="l" t="t" r="r" b="b"/>
              <a:pathLst>
                <a:path w="4200" h="15600">
                  <a:moveTo>
                    <a:pt x="0" y="0"/>
                  </a:moveTo>
                  <a:lnTo>
                    <a:pt x="4200" y="15600"/>
                  </a:lnTo>
                </a:path>
              </a:pathLst>
            </a:custGeom>
            <a:noFill/>
            <a:ln w="43891" cap="rnd">
              <a:solidFill>
                <a:srgbClr val="EC2424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01 原图氢键位置"/>
            <p:cNvSpPr/>
            <p:nvPr/>
          </p:nvSpPr>
          <p:spPr>
            <a:xfrm>
              <a:off x="5287100" y="2811900"/>
              <a:ext cx="382200" cy="1419600"/>
            </a:xfrm>
            <a:custGeom>
              <a:avLst/>
              <a:gdLst/>
              <a:ahLst/>
              <a:cxnLst/>
              <a:rect l="l" t="t" r="r" b="b"/>
              <a:pathLst>
                <a:path w="4200" h="15600">
                  <a:moveTo>
                    <a:pt x="4200" y="0"/>
                  </a:moveTo>
                  <a:lnTo>
                    <a:pt x="0" y="15600"/>
                  </a:lnTo>
                </a:path>
              </a:pathLst>
            </a:custGeom>
            <a:noFill/>
            <a:ln w="43891" cap="rnd">
              <a:solidFill>
                <a:srgbClr val="EC2424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01 原图氢键位置"/>
            <p:cNvSpPr/>
            <p:nvPr/>
          </p:nvSpPr>
          <p:spPr>
            <a:xfrm>
              <a:off x="6979700" y="2811900"/>
              <a:ext cx="382200" cy="1419600"/>
            </a:xfrm>
            <a:custGeom>
              <a:avLst/>
              <a:gdLst/>
              <a:ahLst/>
              <a:cxnLst/>
              <a:rect l="l" t="t" r="r" b="b"/>
              <a:pathLst>
                <a:path w="4200" h="15600">
                  <a:moveTo>
                    <a:pt x="4200" y="0"/>
                  </a:moveTo>
                  <a:lnTo>
                    <a:pt x="0" y="15600"/>
                  </a:lnTo>
                </a:path>
              </a:pathLst>
            </a:custGeom>
            <a:noFill/>
            <a:ln w="43891" cap="rnd">
              <a:solidFill>
                <a:srgbClr val="EC2424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02 螺旋带 y0"/>
            <p:cNvSpPr/>
            <p:nvPr/>
          </p:nvSpPr>
          <p:spPr>
            <a:xfrm>
              <a:off x="809900" y="1665300"/>
              <a:ext cx="7425600" cy="1014832"/>
            </a:xfrm>
            <a:custGeom>
              <a:avLst/>
              <a:gdLst/>
              <a:ahLst/>
              <a:cxnLst/>
              <a:rect l="l" t="t" r="r" b="b"/>
              <a:pathLst>
                <a:path w="81600" h="11152">
                  <a:moveTo>
                    <a:pt x="0" y="0"/>
                  </a:moveTo>
                  <a:lnTo>
                    <a:pt x="366" y="257"/>
                  </a:lnTo>
                  <a:lnTo>
                    <a:pt x="848" y="577"/>
                  </a:lnTo>
                  <a:lnTo>
                    <a:pt x="1422" y="954"/>
                  </a:lnTo>
                  <a:lnTo>
                    <a:pt x="2062" y="1387"/>
                  </a:lnTo>
                  <a:lnTo>
                    <a:pt x="2745" y="1872"/>
                  </a:lnTo>
                  <a:lnTo>
                    <a:pt x="3445" y="2405"/>
                  </a:lnTo>
                  <a:lnTo>
                    <a:pt x="4138" y="2982"/>
                  </a:lnTo>
                  <a:lnTo>
                    <a:pt x="4800" y="3600"/>
                  </a:lnTo>
                  <a:lnTo>
                    <a:pt x="5321" y="4171"/>
                  </a:lnTo>
                  <a:lnTo>
                    <a:pt x="5861" y="4843"/>
                  </a:lnTo>
                  <a:lnTo>
                    <a:pt x="6414" y="5586"/>
                  </a:lnTo>
                  <a:lnTo>
                    <a:pt x="6974" y="6370"/>
                  </a:lnTo>
                  <a:lnTo>
                    <a:pt x="7538" y="7163"/>
                  </a:lnTo>
                  <a:lnTo>
                    <a:pt x="8098" y="7934"/>
                  </a:lnTo>
                  <a:lnTo>
                    <a:pt x="8649" y="8655"/>
                  </a:lnTo>
                  <a:lnTo>
                    <a:pt x="9187" y="9293"/>
                  </a:lnTo>
                  <a:lnTo>
                    <a:pt x="9706" y="9818"/>
                  </a:lnTo>
                  <a:lnTo>
                    <a:pt x="10200" y="10200"/>
                  </a:lnTo>
                  <a:lnTo>
                    <a:pt x="10774" y="10519"/>
                  </a:lnTo>
                  <a:lnTo>
                    <a:pt x="11306" y="10725"/>
                  </a:lnTo>
                  <a:lnTo>
                    <a:pt x="11810" y="10819"/>
                  </a:lnTo>
                  <a:lnTo>
                    <a:pt x="12300" y="10800"/>
                  </a:lnTo>
                  <a:lnTo>
                    <a:pt x="12790" y="10669"/>
                  </a:lnTo>
                  <a:lnTo>
                    <a:pt x="13294" y="10425"/>
                  </a:lnTo>
                  <a:lnTo>
                    <a:pt x="13826" y="10069"/>
                  </a:lnTo>
                  <a:lnTo>
                    <a:pt x="14400" y="9600"/>
                  </a:lnTo>
                  <a:lnTo>
                    <a:pt x="14848" y="9125"/>
                  </a:lnTo>
                  <a:lnTo>
                    <a:pt x="15317" y="8490"/>
                  </a:lnTo>
                  <a:lnTo>
                    <a:pt x="15802" y="7732"/>
                  </a:lnTo>
                  <a:lnTo>
                    <a:pt x="16301" y="6890"/>
                  </a:lnTo>
                  <a:lnTo>
                    <a:pt x="16807" y="6000"/>
                  </a:lnTo>
                  <a:lnTo>
                    <a:pt x="17318" y="5102"/>
                  </a:lnTo>
                  <a:lnTo>
                    <a:pt x="17830" y="4232"/>
                  </a:lnTo>
                  <a:lnTo>
                    <a:pt x="18338" y="3430"/>
                  </a:lnTo>
                  <a:lnTo>
                    <a:pt x="18838" y="2731"/>
                  </a:lnTo>
                  <a:lnTo>
                    <a:pt x="19327" y="2176"/>
                  </a:lnTo>
                  <a:lnTo>
                    <a:pt x="19800" y="1800"/>
                  </a:lnTo>
                  <a:lnTo>
                    <a:pt x="20425" y="1533"/>
                  </a:lnTo>
                  <a:lnTo>
                    <a:pt x="21028" y="1462"/>
                  </a:lnTo>
                  <a:lnTo>
                    <a:pt x="21618" y="1561"/>
                  </a:lnTo>
                  <a:lnTo>
                    <a:pt x="22200" y="1800"/>
                  </a:lnTo>
                  <a:lnTo>
                    <a:pt x="22782" y="2152"/>
                  </a:lnTo>
                  <a:lnTo>
                    <a:pt x="23372" y="2587"/>
                  </a:lnTo>
                  <a:lnTo>
                    <a:pt x="23975" y="3080"/>
                  </a:lnTo>
                  <a:lnTo>
                    <a:pt x="24600" y="3600"/>
                  </a:lnTo>
                  <a:lnTo>
                    <a:pt x="25121" y="4101"/>
                  </a:lnTo>
                  <a:lnTo>
                    <a:pt x="25661" y="4738"/>
                  </a:lnTo>
                  <a:lnTo>
                    <a:pt x="26214" y="5473"/>
                  </a:lnTo>
                  <a:lnTo>
                    <a:pt x="26774" y="6269"/>
                  </a:lnTo>
                  <a:lnTo>
                    <a:pt x="27338" y="7088"/>
                  </a:lnTo>
                  <a:lnTo>
                    <a:pt x="27898" y="7891"/>
                  </a:lnTo>
                  <a:lnTo>
                    <a:pt x="28449" y="8642"/>
                  </a:lnTo>
                  <a:lnTo>
                    <a:pt x="28987" y="9302"/>
                  </a:lnTo>
                  <a:lnTo>
                    <a:pt x="29506" y="9834"/>
                  </a:lnTo>
                  <a:lnTo>
                    <a:pt x="30000" y="10200"/>
                  </a:lnTo>
                  <a:lnTo>
                    <a:pt x="30574" y="10468"/>
                  </a:lnTo>
                  <a:lnTo>
                    <a:pt x="31106" y="10603"/>
                  </a:lnTo>
                  <a:lnTo>
                    <a:pt x="31610" y="10611"/>
                  </a:lnTo>
                  <a:lnTo>
                    <a:pt x="32100" y="10500"/>
                  </a:lnTo>
                  <a:lnTo>
                    <a:pt x="32590" y="10276"/>
                  </a:lnTo>
                  <a:lnTo>
                    <a:pt x="33094" y="9947"/>
                  </a:lnTo>
                  <a:lnTo>
                    <a:pt x="33626" y="9519"/>
                  </a:lnTo>
                  <a:lnTo>
                    <a:pt x="34200" y="9000"/>
                  </a:lnTo>
                  <a:lnTo>
                    <a:pt x="34648" y="8503"/>
                  </a:lnTo>
                  <a:lnTo>
                    <a:pt x="35117" y="7854"/>
                  </a:lnTo>
                  <a:lnTo>
                    <a:pt x="35602" y="7089"/>
                  </a:lnTo>
                  <a:lnTo>
                    <a:pt x="36101" y="6246"/>
                  </a:lnTo>
                  <a:lnTo>
                    <a:pt x="36607" y="5360"/>
                  </a:lnTo>
                  <a:lnTo>
                    <a:pt x="37118" y="4468"/>
                  </a:lnTo>
                  <a:lnTo>
                    <a:pt x="37630" y="3607"/>
                  </a:lnTo>
                  <a:lnTo>
                    <a:pt x="38138" y="2813"/>
                  </a:lnTo>
                  <a:lnTo>
                    <a:pt x="38638" y="2123"/>
                  </a:lnTo>
                  <a:lnTo>
                    <a:pt x="39127" y="1573"/>
                  </a:lnTo>
                  <a:lnTo>
                    <a:pt x="39600" y="1200"/>
                  </a:lnTo>
                  <a:lnTo>
                    <a:pt x="40216" y="925"/>
                  </a:lnTo>
                  <a:lnTo>
                    <a:pt x="40800" y="834"/>
                  </a:lnTo>
                  <a:lnTo>
                    <a:pt x="41365" y="908"/>
                  </a:lnTo>
                  <a:lnTo>
                    <a:pt x="41925" y="1125"/>
                  </a:lnTo>
                  <a:lnTo>
                    <a:pt x="42495" y="1464"/>
                  </a:lnTo>
                  <a:lnTo>
                    <a:pt x="43088" y="1903"/>
                  </a:lnTo>
                  <a:lnTo>
                    <a:pt x="43718" y="2422"/>
                  </a:lnTo>
                  <a:lnTo>
                    <a:pt x="44400" y="3000"/>
                  </a:lnTo>
                  <a:lnTo>
                    <a:pt x="44895" y="3470"/>
                  </a:lnTo>
                  <a:lnTo>
                    <a:pt x="45424" y="4064"/>
                  </a:lnTo>
                  <a:lnTo>
                    <a:pt x="45980" y="4753"/>
                  </a:lnTo>
                  <a:lnTo>
                    <a:pt x="46556" y="5511"/>
                  </a:lnTo>
                  <a:lnTo>
                    <a:pt x="47144" y="6311"/>
                  </a:lnTo>
                  <a:lnTo>
                    <a:pt x="47737" y="7125"/>
                  </a:lnTo>
                  <a:lnTo>
                    <a:pt x="48329" y="7927"/>
                  </a:lnTo>
                  <a:lnTo>
                    <a:pt x="48911" y="8689"/>
                  </a:lnTo>
                  <a:lnTo>
                    <a:pt x="49477" y="9384"/>
                  </a:lnTo>
                  <a:lnTo>
                    <a:pt x="50018" y="9986"/>
                  </a:lnTo>
                  <a:lnTo>
                    <a:pt x="50528" y="10467"/>
                  </a:lnTo>
                  <a:lnTo>
                    <a:pt x="51000" y="10800"/>
                  </a:lnTo>
                  <a:lnTo>
                    <a:pt x="51636" y="11071"/>
                  </a:lnTo>
                  <a:lnTo>
                    <a:pt x="52205" y="11152"/>
                  </a:lnTo>
                  <a:lnTo>
                    <a:pt x="52724" y="11065"/>
                  </a:lnTo>
                  <a:lnTo>
                    <a:pt x="53212" y="10837"/>
                  </a:lnTo>
                  <a:lnTo>
                    <a:pt x="53687" y="10492"/>
                  </a:lnTo>
                  <a:lnTo>
                    <a:pt x="54164" y="10055"/>
                  </a:lnTo>
                  <a:lnTo>
                    <a:pt x="54663" y="9549"/>
                  </a:lnTo>
                  <a:lnTo>
                    <a:pt x="55200" y="9000"/>
                  </a:lnTo>
                  <a:lnTo>
                    <a:pt x="55653" y="8458"/>
                  </a:lnTo>
                  <a:lnTo>
                    <a:pt x="56112" y="7762"/>
                  </a:lnTo>
                  <a:lnTo>
                    <a:pt x="56577" y="6953"/>
                  </a:lnTo>
                  <a:lnTo>
                    <a:pt x="57048" y="6077"/>
                  </a:lnTo>
                  <a:lnTo>
                    <a:pt x="57525" y="5175"/>
                  </a:lnTo>
                  <a:lnTo>
                    <a:pt x="58008" y="4291"/>
                  </a:lnTo>
                  <a:lnTo>
                    <a:pt x="58497" y="3469"/>
                  </a:lnTo>
                  <a:lnTo>
                    <a:pt x="58992" y="2750"/>
                  </a:lnTo>
                  <a:lnTo>
                    <a:pt x="59493" y="2180"/>
                  </a:lnTo>
                  <a:lnTo>
                    <a:pt x="60000" y="1800"/>
                  </a:lnTo>
                  <a:lnTo>
                    <a:pt x="60642" y="1562"/>
                  </a:lnTo>
                  <a:lnTo>
                    <a:pt x="61294" y="1505"/>
                  </a:lnTo>
                  <a:lnTo>
                    <a:pt x="61955" y="1605"/>
                  </a:lnTo>
                  <a:lnTo>
                    <a:pt x="62625" y="1837"/>
                  </a:lnTo>
                  <a:lnTo>
                    <a:pt x="63305" y="2178"/>
                  </a:lnTo>
                  <a:lnTo>
                    <a:pt x="63994" y="2602"/>
                  </a:lnTo>
                  <a:lnTo>
                    <a:pt x="64692" y="3084"/>
                  </a:lnTo>
                  <a:lnTo>
                    <a:pt x="65400" y="3600"/>
                  </a:lnTo>
                  <a:lnTo>
                    <a:pt x="65984" y="4103"/>
                  </a:lnTo>
                  <a:lnTo>
                    <a:pt x="66590" y="4747"/>
                  </a:lnTo>
                  <a:lnTo>
                    <a:pt x="67213" y="5492"/>
                  </a:lnTo>
                  <a:lnTo>
                    <a:pt x="67843" y="6298"/>
                  </a:lnTo>
                  <a:lnTo>
                    <a:pt x="68475" y="7125"/>
                  </a:lnTo>
                  <a:lnTo>
                    <a:pt x="69101" y="7934"/>
                  </a:lnTo>
                  <a:lnTo>
                    <a:pt x="69713" y="8686"/>
                  </a:lnTo>
                  <a:lnTo>
                    <a:pt x="70306" y="9341"/>
                  </a:lnTo>
                  <a:lnTo>
                    <a:pt x="70870" y="9859"/>
                  </a:lnTo>
                  <a:lnTo>
                    <a:pt x="71400" y="10200"/>
                  </a:lnTo>
                  <a:lnTo>
                    <a:pt x="71999" y="10414"/>
                  </a:lnTo>
                  <a:lnTo>
                    <a:pt x="72534" y="10467"/>
                  </a:lnTo>
                  <a:lnTo>
                    <a:pt x="73028" y="10378"/>
                  </a:lnTo>
                  <a:lnTo>
                    <a:pt x="73500" y="10163"/>
                  </a:lnTo>
                  <a:lnTo>
                    <a:pt x="73972" y="9840"/>
                  </a:lnTo>
                  <a:lnTo>
                    <a:pt x="74466" y="9427"/>
                  </a:lnTo>
                  <a:lnTo>
                    <a:pt x="75001" y="8941"/>
                  </a:lnTo>
                  <a:lnTo>
                    <a:pt x="75600" y="8400"/>
                  </a:lnTo>
                  <a:lnTo>
                    <a:pt x="76100" y="7921"/>
                  </a:lnTo>
                  <a:lnTo>
                    <a:pt x="76663" y="7322"/>
                  </a:lnTo>
                  <a:lnTo>
                    <a:pt x="77269" y="6631"/>
                  </a:lnTo>
                  <a:lnTo>
                    <a:pt x="77902" y="5876"/>
                  </a:lnTo>
                  <a:lnTo>
                    <a:pt x="78544" y="5087"/>
                  </a:lnTo>
                  <a:lnTo>
                    <a:pt x="79177" y="4290"/>
                  </a:lnTo>
                  <a:lnTo>
                    <a:pt x="79784" y="3515"/>
                  </a:lnTo>
                  <a:lnTo>
                    <a:pt x="80348" y="2790"/>
                  </a:lnTo>
                  <a:lnTo>
                    <a:pt x="80850" y="2144"/>
                  </a:lnTo>
                  <a:lnTo>
                    <a:pt x="81273" y="1604"/>
                  </a:lnTo>
                  <a:lnTo>
                    <a:pt x="81600" y="1200"/>
                  </a:lnTo>
                </a:path>
              </a:pathLst>
            </a:custGeom>
            <a:noFill/>
            <a:ln w="384048" cap="rnd">
              <a:solidFill>
                <a:srgbClr val="2A4D8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02 螺旋带 y0"/>
            <p:cNvSpPr/>
            <p:nvPr/>
          </p:nvSpPr>
          <p:spPr>
            <a:xfrm>
              <a:off x="809900" y="1665300"/>
              <a:ext cx="7425600" cy="1014832"/>
            </a:xfrm>
            <a:custGeom>
              <a:avLst/>
              <a:gdLst/>
              <a:ahLst/>
              <a:cxnLst/>
              <a:rect l="l" t="t" r="r" b="b"/>
              <a:pathLst>
                <a:path w="81600" h="11152">
                  <a:moveTo>
                    <a:pt x="0" y="0"/>
                  </a:moveTo>
                  <a:lnTo>
                    <a:pt x="366" y="257"/>
                  </a:lnTo>
                  <a:lnTo>
                    <a:pt x="848" y="577"/>
                  </a:lnTo>
                  <a:lnTo>
                    <a:pt x="1422" y="954"/>
                  </a:lnTo>
                  <a:lnTo>
                    <a:pt x="2062" y="1387"/>
                  </a:lnTo>
                  <a:lnTo>
                    <a:pt x="2745" y="1872"/>
                  </a:lnTo>
                  <a:lnTo>
                    <a:pt x="3445" y="2405"/>
                  </a:lnTo>
                  <a:lnTo>
                    <a:pt x="4138" y="2982"/>
                  </a:lnTo>
                  <a:lnTo>
                    <a:pt x="4800" y="3600"/>
                  </a:lnTo>
                  <a:lnTo>
                    <a:pt x="5321" y="4171"/>
                  </a:lnTo>
                  <a:lnTo>
                    <a:pt x="5861" y="4843"/>
                  </a:lnTo>
                  <a:lnTo>
                    <a:pt x="6414" y="5586"/>
                  </a:lnTo>
                  <a:lnTo>
                    <a:pt x="6974" y="6370"/>
                  </a:lnTo>
                  <a:lnTo>
                    <a:pt x="7538" y="7163"/>
                  </a:lnTo>
                  <a:lnTo>
                    <a:pt x="8098" y="7934"/>
                  </a:lnTo>
                  <a:lnTo>
                    <a:pt x="8649" y="8655"/>
                  </a:lnTo>
                  <a:lnTo>
                    <a:pt x="9187" y="9293"/>
                  </a:lnTo>
                  <a:lnTo>
                    <a:pt x="9706" y="9818"/>
                  </a:lnTo>
                  <a:lnTo>
                    <a:pt x="10200" y="10200"/>
                  </a:lnTo>
                  <a:lnTo>
                    <a:pt x="10774" y="10519"/>
                  </a:lnTo>
                  <a:lnTo>
                    <a:pt x="11306" y="10725"/>
                  </a:lnTo>
                  <a:lnTo>
                    <a:pt x="11810" y="10819"/>
                  </a:lnTo>
                  <a:lnTo>
                    <a:pt x="12300" y="10800"/>
                  </a:lnTo>
                  <a:lnTo>
                    <a:pt x="12790" y="10669"/>
                  </a:lnTo>
                  <a:lnTo>
                    <a:pt x="13294" y="10425"/>
                  </a:lnTo>
                  <a:lnTo>
                    <a:pt x="13826" y="10069"/>
                  </a:lnTo>
                  <a:lnTo>
                    <a:pt x="14400" y="9600"/>
                  </a:lnTo>
                  <a:lnTo>
                    <a:pt x="14848" y="9125"/>
                  </a:lnTo>
                  <a:lnTo>
                    <a:pt x="15317" y="8490"/>
                  </a:lnTo>
                  <a:lnTo>
                    <a:pt x="15802" y="7732"/>
                  </a:lnTo>
                  <a:lnTo>
                    <a:pt x="16301" y="6890"/>
                  </a:lnTo>
                  <a:lnTo>
                    <a:pt x="16807" y="6000"/>
                  </a:lnTo>
                  <a:lnTo>
                    <a:pt x="17318" y="5102"/>
                  </a:lnTo>
                  <a:lnTo>
                    <a:pt x="17830" y="4232"/>
                  </a:lnTo>
                  <a:lnTo>
                    <a:pt x="18338" y="3430"/>
                  </a:lnTo>
                  <a:lnTo>
                    <a:pt x="18838" y="2731"/>
                  </a:lnTo>
                  <a:lnTo>
                    <a:pt x="19327" y="2176"/>
                  </a:lnTo>
                  <a:lnTo>
                    <a:pt x="19800" y="1800"/>
                  </a:lnTo>
                  <a:lnTo>
                    <a:pt x="20425" y="1533"/>
                  </a:lnTo>
                  <a:lnTo>
                    <a:pt x="21028" y="1462"/>
                  </a:lnTo>
                  <a:lnTo>
                    <a:pt x="21618" y="1561"/>
                  </a:lnTo>
                  <a:lnTo>
                    <a:pt x="22200" y="1800"/>
                  </a:lnTo>
                  <a:lnTo>
                    <a:pt x="22782" y="2152"/>
                  </a:lnTo>
                  <a:lnTo>
                    <a:pt x="23372" y="2587"/>
                  </a:lnTo>
                  <a:lnTo>
                    <a:pt x="23975" y="3080"/>
                  </a:lnTo>
                  <a:lnTo>
                    <a:pt x="24600" y="3600"/>
                  </a:lnTo>
                  <a:lnTo>
                    <a:pt x="25121" y="4101"/>
                  </a:lnTo>
                  <a:lnTo>
                    <a:pt x="25661" y="4738"/>
                  </a:lnTo>
                  <a:lnTo>
                    <a:pt x="26214" y="5473"/>
                  </a:lnTo>
                  <a:lnTo>
                    <a:pt x="26774" y="6269"/>
                  </a:lnTo>
                  <a:lnTo>
                    <a:pt x="27338" y="7088"/>
                  </a:lnTo>
                  <a:lnTo>
                    <a:pt x="27898" y="7891"/>
                  </a:lnTo>
                  <a:lnTo>
                    <a:pt x="28449" y="8642"/>
                  </a:lnTo>
                  <a:lnTo>
                    <a:pt x="28987" y="9302"/>
                  </a:lnTo>
                  <a:lnTo>
                    <a:pt x="29506" y="9834"/>
                  </a:lnTo>
                  <a:lnTo>
                    <a:pt x="30000" y="10200"/>
                  </a:lnTo>
                  <a:lnTo>
                    <a:pt x="30574" y="10468"/>
                  </a:lnTo>
                  <a:lnTo>
                    <a:pt x="31106" y="10603"/>
                  </a:lnTo>
                  <a:lnTo>
                    <a:pt x="31610" y="10611"/>
                  </a:lnTo>
                  <a:lnTo>
                    <a:pt x="32100" y="10500"/>
                  </a:lnTo>
                  <a:lnTo>
                    <a:pt x="32590" y="10276"/>
                  </a:lnTo>
                  <a:lnTo>
                    <a:pt x="33094" y="9947"/>
                  </a:lnTo>
                  <a:lnTo>
                    <a:pt x="33626" y="9519"/>
                  </a:lnTo>
                  <a:lnTo>
                    <a:pt x="34200" y="9000"/>
                  </a:lnTo>
                  <a:lnTo>
                    <a:pt x="34648" y="8503"/>
                  </a:lnTo>
                  <a:lnTo>
                    <a:pt x="35117" y="7854"/>
                  </a:lnTo>
                  <a:lnTo>
                    <a:pt x="35602" y="7089"/>
                  </a:lnTo>
                  <a:lnTo>
                    <a:pt x="36101" y="6246"/>
                  </a:lnTo>
                  <a:lnTo>
                    <a:pt x="36607" y="5360"/>
                  </a:lnTo>
                  <a:lnTo>
                    <a:pt x="37118" y="4468"/>
                  </a:lnTo>
                  <a:lnTo>
                    <a:pt x="37630" y="3607"/>
                  </a:lnTo>
                  <a:lnTo>
                    <a:pt x="38138" y="2813"/>
                  </a:lnTo>
                  <a:lnTo>
                    <a:pt x="38638" y="2123"/>
                  </a:lnTo>
                  <a:lnTo>
                    <a:pt x="39127" y="1573"/>
                  </a:lnTo>
                  <a:lnTo>
                    <a:pt x="39600" y="1200"/>
                  </a:lnTo>
                  <a:lnTo>
                    <a:pt x="40216" y="925"/>
                  </a:lnTo>
                  <a:lnTo>
                    <a:pt x="40800" y="834"/>
                  </a:lnTo>
                  <a:lnTo>
                    <a:pt x="41365" y="908"/>
                  </a:lnTo>
                  <a:lnTo>
                    <a:pt x="41925" y="1125"/>
                  </a:lnTo>
                  <a:lnTo>
                    <a:pt x="42495" y="1464"/>
                  </a:lnTo>
                  <a:lnTo>
                    <a:pt x="43088" y="1903"/>
                  </a:lnTo>
                  <a:lnTo>
                    <a:pt x="43718" y="2422"/>
                  </a:lnTo>
                  <a:lnTo>
                    <a:pt x="44400" y="3000"/>
                  </a:lnTo>
                  <a:lnTo>
                    <a:pt x="44895" y="3470"/>
                  </a:lnTo>
                  <a:lnTo>
                    <a:pt x="45424" y="4064"/>
                  </a:lnTo>
                  <a:lnTo>
                    <a:pt x="45980" y="4753"/>
                  </a:lnTo>
                  <a:lnTo>
                    <a:pt x="46556" y="5511"/>
                  </a:lnTo>
                  <a:lnTo>
                    <a:pt x="47144" y="6311"/>
                  </a:lnTo>
                  <a:lnTo>
                    <a:pt x="47737" y="7125"/>
                  </a:lnTo>
                  <a:lnTo>
                    <a:pt x="48329" y="7927"/>
                  </a:lnTo>
                  <a:lnTo>
                    <a:pt x="48911" y="8689"/>
                  </a:lnTo>
                  <a:lnTo>
                    <a:pt x="49477" y="9384"/>
                  </a:lnTo>
                  <a:lnTo>
                    <a:pt x="50018" y="9986"/>
                  </a:lnTo>
                  <a:lnTo>
                    <a:pt x="50528" y="10467"/>
                  </a:lnTo>
                  <a:lnTo>
                    <a:pt x="51000" y="10800"/>
                  </a:lnTo>
                  <a:lnTo>
                    <a:pt x="51636" y="11071"/>
                  </a:lnTo>
                  <a:lnTo>
                    <a:pt x="52205" y="11152"/>
                  </a:lnTo>
                  <a:lnTo>
                    <a:pt x="52724" y="11065"/>
                  </a:lnTo>
                  <a:lnTo>
                    <a:pt x="53212" y="10837"/>
                  </a:lnTo>
                  <a:lnTo>
                    <a:pt x="53687" y="10492"/>
                  </a:lnTo>
                  <a:lnTo>
                    <a:pt x="54164" y="10055"/>
                  </a:lnTo>
                  <a:lnTo>
                    <a:pt x="54663" y="9549"/>
                  </a:lnTo>
                  <a:lnTo>
                    <a:pt x="55200" y="9000"/>
                  </a:lnTo>
                  <a:lnTo>
                    <a:pt x="55653" y="8458"/>
                  </a:lnTo>
                  <a:lnTo>
                    <a:pt x="56112" y="7762"/>
                  </a:lnTo>
                  <a:lnTo>
                    <a:pt x="56577" y="6953"/>
                  </a:lnTo>
                  <a:lnTo>
                    <a:pt x="57048" y="6077"/>
                  </a:lnTo>
                  <a:lnTo>
                    <a:pt x="57525" y="5175"/>
                  </a:lnTo>
                  <a:lnTo>
                    <a:pt x="58008" y="4291"/>
                  </a:lnTo>
                  <a:lnTo>
                    <a:pt x="58497" y="3469"/>
                  </a:lnTo>
                  <a:lnTo>
                    <a:pt x="58992" y="2750"/>
                  </a:lnTo>
                  <a:lnTo>
                    <a:pt x="59493" y="2180"/>
                  </a:lnTo>
                  <a:lnTo>
                    <a:pt x="60000" y="1800"/>
                  </a:lnTo>
                  <a:lnTo>
                    <a:pt x="60642" y="1562"/>
                  </a:lnTo>
                  <a:lnTo>
                    <a:pt x="61294" y="1505"/>
                  </a:lnTo>
                  <a:lnTo>
                    <a:pt x="61955" y="1605"/>
                  </a:lnTo>
                  <a:lnTo>
                    <a:pt x="62625" y="1837"/>
                  </a:lnTo>
                  <a:lnTo>
                    <a:pt x="63305" y="2178"/>
                  </a:lnTo>
                  <a:lnTo>
                    <a:pt x="63994" y="2602"/>
                  </a:lnTo>
                  <a:lnTo>
                    <a:pt x="64692" y="3084"/>
                  </a:lnTo>
                  <a:lnTo>
                    <a:pt x="65400" y="3600"/>
                  </a:lnTo>
                  <a:lnTo>
                    <a:pt x="65984" y="4103"/>
                  </a:lnTo>
                  <a:lnTo>
                    <a:pt x="66590" y="4747"/>
                  </a:lnTo>
                  <a:lnTo>
                    <a:pt x="67213" y="5492"/>
                  </a:lnTo>
                  <a:lnTo>
                    <a:pt x="67843" y="6298"/>
                  </a:lnTo>
                  <a:lnTo>
                    <a:pt x="68475" y="7125"/>
                  </a:lnTo>
                  <a:lnTo>
                    <a:pt x="69101" y="7934"/>
                  </a:lnTo>
                  <a:lnTo>
                    <a:pt x="69713" y="8686"/>
                  </a:lnTo>
                  <a:lnTo>
                    <a:pt x="70306" y="9341"/>
                  </a:lnTo>
                  <a:lnTo>
                    <a:pt x="70870" y="9859"/>
                  </a:lnTo>
                  <a:lnTo>
                    <a:pt x="71400" y="10200"/>
                  </a:lnTo>
                  <a:lnTo>
                    <a:pt x="71999" y="10414"/>
                  </a:lnTo>
                  <a:lnTo>
                    <a:pt x="72534" y="10467"/>
                  </a:lnTo>
                  <a:lnTo>
                    <a:pt x="73028" y="10378"/>
                  </a:lnTo>
                  <a:lnTo>
                    <a:pt x="73500" y="10163"/>
                  </a:lnTo>
                  <a:lnTo>
                    <a:pt x="73972" y="9840"/>
                  </a:lnTo>
                  <a:lnTo>
                    <a:pt x="74466" y="9427"/>
                  </a:lnTo>
                  <a:lnTo>
                    <a:pt x="75001" y="8941"/>
                  </a:lnTo>
                  <a:lnTo>
                    <a:pt x="75600" y="8400"/>
                  </a:lnTo>
                  <a:lnTo>
                    <a:pt x="76100" y="7921"/>
                  </a:lnTo>
                  <a:lnTo>
                    <a:pt x="76663" y="7322"/>
                  </a:lnTo>
                  <a:lnTo>
                    <a:pt x="77269" y="6631"/>
                  </a:lnTo>
                  <a:lnTo>
                    <a:pt x="77902" y="5876"/>
                  </a:lnTo>
                  <a:lnTo>
                    <a:pt x="78544" y="5087"/>
                  </a:lnTo>
                  <a:lnTo>
                    <a:pt x="79177" y="4290"/>
                  </a:lnTo>
                  <a:lnTo>
                    <a:pt x="79784" y="3515"/>
                  </a:lnTo>
                  <a:lnTo>
                    <a:pt x="80348" y="2790"/>
                  </a:lnTo>
                  <a:lnTo>
                    <a:pt x="80850" y="2144"/>
                  </a:lnTo>
                  <a:lnTo>
                    <a:pt x="81273" y="1604"/>
                  </a:lnTo>
                  <a:lnTo>
                    <a:pt x="81600" y="1200"/>
                  </a:lnTo>
                </a:path>
              </a:pathLst>
            </a:custGeom>
            <a:noFill/>
            <a:ln w="301752" cap="rnd">
              <a:solidFill>
                <a:srgbClr val="AFC5E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02 螺旋带 y0"/>
            <p:cNvSpPr/>
            <p:nvPr/>
          </p:nvSpPr>
          <p:spPr>
            <a:xfrm>
              <a:off x="809900" y="1629810"/>
              <a:ext cx="7425600" cy="1014832"/>
            </a:xfrm>
            <a:custGeom>
              <a:avLst/>
              <a:gdLst/>
              <a:ahLst/>
              <a:cxnLst/>
              <a:rect l="l" t="t" r="r" b="b"/>
              <a:pathLst>
                <a:path w="81600" h="11152">
                  <a:moveTo>
                    <a:pt x="0" y="0"/>
                  </a:moveTo>
                  <a:lnTo>
                    <a:pt x="366" y="257"/>
                  </a:lnTo>
                  <a:lnTo>
                    <a:pt x="848" y="577"/>
                  </a:lnTo>
                  <a:lnTo>
                    <a:pt x="1422" y="954"/>
                  </a:lnTo>
                  <a:lnTo>
                    <a:pt x="2062" y="1388"/>
                  </a:lnTo>
                  <a:lnTo>
                    <a:pt x="2745" y="1872"/>
                  </a:lnTo>
                  <a:lnTo>
                    <a:pt x="3445" y="2405"/>
                  </a:lnTo>
                  <a:lnTo>
                    <a:pt x="4138" y="2982"/>
                  </a:lnTo>
                  <a:lnTo>
                    <a:pt x="4800" y="3600"/>
                  </a:lnTo>
                  <a:lnTo>
                    <a:pt x="5321" y="4171"/>
                  </a:lnTo>
                  <a:lnTo>
                    <a:pt x="5861" y="4843"/>
                  </a:lnTo>
                  <a:lnTo>
                    <a:pt x="6414" y="5586"/>
                  </a:lnTo>
                  <a:lnTo>
                    <a:pt x="6974" y="6370"/>
                  </a:lnTo>
                  <a:lnTo>
                    <a:pt x="7538" y="7162"/>
                  </a:lnTo>
                  <a:lnTo>
                    <a:pt x="8098" y="7934"/>
                  </a:lnTo>
                  <a:lnTo>
                    <a:pt x="8649" y="8655"/>
                  </a:lnTo>
                  <a:lnTo>
                    <a:pt x="9187" y="9293"/>
                  </a:lnTo>
                  <a:lnTo>
                    <a:pt x="9706" y="9818"/>
                  </a:lnTo>
                  <a:lnTo>
                    <a:pt x="10200" y="10200"/>
                  </a:lnTo>
                  <a:lnTo>
                    <a:pt x="10774" y="10519"/>
                  </a:lnTo>
                  <a:lnTo>
                    <a:pt x="11306" y="10725"/>
                  </a:lnTo>
                  <a:lnTo>
                    <a:pt x="11810" y="10819"/>
                  </a:lnTo>
                  <a:lnTo>
                    <a:pt x="12300" y="10800"/>
                  </a:lnTo>
                  <a:lnTo>
                    <a:pt x="12790" y="10669"/>
                  </a:lnTo>
                  <a:lnTo>
                    <a:pt x="13294" y="10425"/>
                  </a:lnTo>
                  <a:lnTo>
                    <a:pt x="13826" y="10069"/>
                  </a:lnTo>
                  <a:lnTo>
                    <a:pt x="14400" y="9600"/>
                  </a:lnTo>
                  <a:lnTo>
                    <a:pt x="14848" y="9125"/>
                  </a:lnTo>
                  <a:lnTo>
                    <a:pt x="15317" y="8490"/>
                  </a:lnTo>
                  <a:lnTo>
                    <a:pt x="15802" y="7732"/>
                  </a:lnTo>
                  <a:lnTo>
                    <a:pt x="16301" y="6890"/>
                  </a:lnTo>
                  <a:lnTo>
                    <a:pt x="16807" y="6000"/>
                  </a:lnTo>
                  <a:lnTo>
                    <a:pt x="17318" y="5102"/>
                  </a:lnTo>
                  <a:lnTo>
                    <a:pt x="17830" y="4232"/>
                  </a:lnTo>
                  <a:lnTo>
                    <a:pt x="18338" y="3430"/>
                  </a:lnTo>
                  <a:lnTo>
                    <a:pt x="18838" y="2731"/>
                  </a:lnTo>
                  <a:lnTo>
                    <a:pt x="19327" y="2176"/>
                  </a:lnTo>
                  <a:lnTo>
                    <a:pt x="19800" y="1800"/>
                  </a:lnTo>
                  <a:lnTo>
                    <a:pt x="20425" y="1533"/>
                  </a:lnTo>
                  <a:lnTo>
                    <a:pt x="21028" y="1463"/>
                  </a:lnTo>
                  <a:lnTo>
                    <a:pt x="21618" y="1561"/>
                  </a:lnTo>
                  <a:lnTo>
                    <a:pt x="22200" y="1800"/>
                  </a:lnTo>
                  <a:lnTo>
                    <a:pt x="22782" y="2152"/>
                  </a:lnTo>
                  <a:lnTo>
                    <a:pt x="23372" y="2588"/>
                  </a:lnTo>
                  <a:lnTo>
                    <a:pt x="23975" y="3080"/>
                  </a:lnTo>
                  <a:lnTo>
                    <a:pt x="24600" y="3600"/>
                  </a:lnTo>
                  <a:lnTo>
                    <a:pt x="25121" y="4101"/>
                  </a:lnTo>
                  <a:lnTo>
                    <a:pt x="25661" y="4738"/>
                  </a:lnTo>
                  <a:lnTo>
                    <a:pt x="26214" y="5473"/>
                  </a:lnTo>
                  <a:lnTo>
                    <a:pt x="26774" y="6269"/>
                  </a:lnTo>
                  <a:lnTo>
                    <a:pt x="27338" y="7088"/>
                  </a:lnTo>
                  <a:lnTo>
                    <a:pt x="27898" y="7891"/>
                  </a:lnTo>
                  <a:lnTo>
                    <a:pt x="28449" y="8642"/>
                  </a:lnTo>
                  <a:lnTo>
                    <a:pt x="28987" y="9302"/>
                  </a:lnTo>
                  <a:lnTo>
                    <a:pt x="29506" y="9834"/>
                  </a:lnTo>
                  <a:lnTo>
                    <a:pt x="30000" y="10200"/>
                  </a:lnTo>
                  <a:lnTo>
                    <a:pt x="30574" y="10468"/>
                  </a:lnTo>
                  <a:lnTo>
                    <a:pt x="31106" y="10603"/>
                  </a:lnTo>
                  <a:lnTo>
                    <a:pt x="31610" y="10611"/>
                  </a:lnTo>
                  <a:lnTo>
                    <a:pt x="32100" y="10500"/>
                  </a:lnTo>
                  <a:lnTo>
                    <a:pt x="32590" y="10276"/>
                  </a:lnTo>
                  <a:lnTo>
                    <a:pt x="33094" y="9947"/>
                  </a:lnTo>
                  <a:lnTo>
                    <a:pt x="33626" y="9519"/>
                  </a:lnTo>
                  <a:lnTo>
                    <a:pt x="34200" y="9000"/>
                  </a:lnTo>
                  <a:lnTo>
                    <a:pt x="34648" y="8503"/>
                  </a:lnTo>
                  <a:lnTo>
                    <a:pt x="35117" y="7854"/>
                  </a:lnTo>
                  <a:lnTo>
                    <a:pt x="35602" y="7089"/>
                  </a:lnTo>
                  <a:lnTo>
                    <a:pt x="36101" y="6246"/>
                  </a:lnTo>
                  <a:lnTo>
                    <a:pt x="36607" y="5360"/>
                  </a:lnTo>
                  <a:lnTo>
                    <a:pt x="37118" y="4468"/>
                  </a:lnTo>
                  <a:lnTo>
                    <a:pt x="37630" y="3607"/>
                  </a:lnTo>
                  <a:lnTo>
                    <a:pt x="38138" y="2813"/>
                  </a:lnTo>
                  <a:lnTo>
                    <a:pt x="38638" y="2123"/>
                  </a:lnTo>
                  <a:lnTo>
                    <a:pt x="39127" y="1573"/>
                  </a:lnTo>
                  <a:lnTo>
                    <a:pt x="39600" y="1200"/>
                  </a:lnTo>
                  <a:lnTo>
                    <a:pt x="40216" y="925"/>
                  </a:lnTo>
                  <a:lnTo>
                    <a:pt x="40800" y="834"/>
                  </a:lnTo>
                  <a:lnTo>
                    <a:pt x="41365" y="908"/>
                  </a:lnTo>
                  <a:lnTo>
                    <a:pt x="41925" y="1125"/>
                  </a:lnTo>
                  <a:lnTo>
                    <a:pt x="42495" y="1464"/>
                  </a:lnTo>
                  <a:lnTo>
                    <a:pt x="43088" y="1903"/>
                  </a:lnTo>
                  <a:lnTo>
                    <a:pt x="43718" y="2422"/>
                  </a:lnTo>
                  <a:lnTo>
                    <a:pt x="44400" y="3000"/>
                  </a:lnTo>
                  <a:lnTo>
                    <a:pt x="44895" y="3470"/>
                  </a:lnTo>
                  <a:lnTo>
                    <a:pt x="45424" y="4064"/>
                  </a:lnTo>
                  <a:lnTo>
                    <a:pt x="45980" y="4753"/>
                  </a:lnTo>
                  <a:lnTo>
                    <a:pt x="46556" y="5511"/>
                  </a:lnTo>
                  <a:lnTo>
                    <a:pt x="47144" y="6311"/>
                  </a:lnTo>
                  <a:lnTo>
                    <a:pt x="47737" y="7125"/>
                  </a:lnTo>
                  <a:lnTo>
                    <a:pt x="48329" y="7927"/>
                  </a:lnTo>
                  <a:lnTo>
                    <a:pt x="48911" y="8689"/>
                  </a:lnTo>
                  <a:lnTo>
                    <a:pt x="49477" y="9384"/>
                  </a:lnTo>
                  <a:lnTo>
                    <a:pt x="50018" y="9986"/>
                  </a:lnTo>
                  <a:lnTo>
                    <a:pt x="50528" y="10467"/>
                  </a:lnTo>
                  <a:lnTo>
                    <a:pt x="51000" y="10800"/>
                  </a:lnTo>
                  <a:lnTo>
                    <a:pt x="51636" y="11071"/>
                  </a:lnTo>
                  <a:lnTo>
                    <a:pt x="52205" y="11152"/>
                  </a:lnTo>
                  <a:lnTo>
                    <a:pt x="52724" y="11065"/>
                  </a:lnTo>
                  <a:lnTo>
                    <a:pt x="53212" y="10838"/>
                  </a:lnTo>
                  <a:lnTo>
                    <a:pt x="53687" y="10492"/>
                  </a:lnTo>
                  <a:lnTo>
                    <a:pt x="54164" y="10055"/>
                  </a:lnTo>
                  <a:lnTo>
                    <a:pt x="54663" y="9549"/>
                  </a:lnTo>
                  <a:lnTo>
                    <a:pt x="55200" y="9000"/>
                  </a:lnTo>
                  <a:lnTo>
                    <a:pt x="55653" y="8458"/>
                  </a:lnTo>
                  <a:lnTo>
                    <a:pt x="56112" y="7762"/>
                  </a:lnTo>
                  <a:lnTo>
                    <a:pt x="56577" y="6953"/>
                  </a:lnTo>
                  <a:lnTo>
                    <a:pt x="57048" y="6077"/>
                  </a:lnTo>
                  <a:lnTo>
                    <a:pt x="57525" y="5175"/>
                  </a:lnTo>
                  <a:lnTo>
                    <a:pt x="58008" y="4291"/>
                  </a:lnTo>
                  <a:lnTo>
                    <a:pt x="58497" y="3469"/>
                  </a:lnTo>
                  <a:lnTo>
                    <a:pt x="58992" y="2750"/>
                  </a:lnTo>
                  <a:lnTo>
                    <a:pt x="59493" y="2180"/>
                  </a:lnTo>
                  <a:lnTo>
                    <a:pt x="60000" y="1800"/>
                  </a:lnTo>
                  <a:lnTo>
                    <a:pt x="60642" y="1562"/>
                  </a:lnTo>
                  <a:lnTo>
                    <a:pt x="61294" y="1505"/>
                  </a:lnTo>
                  <a:lnTo>
                    <a:pt x="61955" y="1605"/>
                  </a:lnTo>
                  <a:lnTo>
                    <a:pt x="62625" y="1838"/>
                  </a:lnTo>
                  <a:lnTo>
                    <a:pt x="63305" y="2178"/>
                  </a:lnTo>
                  <a:lnTo>
                    <a:pt x="63994" y="2602"/>
                  </a:lnTo>
                  <a:lnTo>
                    <a:pt x="64692" y="3084"/>
                  </a:lnTo>
                  <a:lnTo>
                    <a:pt x="65400" y="3600"/>
                  </a:lnTo>
                  <a:lnTo>
                    <a:pt x="65984" y="4103"/>
                  </a:lnTo>
                  <a:lnTo>
                    <a:pt x="66590" y="4747"/>
                  </a:lnTo>
                  <a:lnTo>
                    <a:pt x="67213" y="5492"/>
                  </a:lnTo>
                  <a:lnTo>
                    <a:pt x="67843" y="6298"/>
                  </a:lnTo>
                  <a:lnTo>
                    <a:pt x="68475" y="7125"/>
                  </a:lnTo>
                  <a:lnTo>
                    <a:pt x="69101" y="7934"/>
                  </a:lnTo>
                  <a:lnTo>
                    <a:pt x="69713" y="8686"/>
                  </a:lnTo>
                  <a:lnTo>
                    <a:pt x="70306" y="9341"/>
                  </a:lnTo>
                  <a:lnTo>
                    <a:pt x="70870" y="9859"/>
                  </a:lnTo>
                  <a:lnTo>
                    <a:pt x="71400" y="10200"/>
                  </a:lnTo>
                  <a:lnTo>
                    <a:pt x="71999" y="10414"/>
                  </a:lnTo>
                  <a:lnTo>
                    <a:pt x="72534" y="10467"/>
                  </a:lnTo>
                  <a:lnTo>
                    <a:pt x="73028" y="10378"/>
                  </a:lnTo>
                  <a:lnTo>
                    <a:pt x="73500" y="10163"/>
                  </a:lnTo>
                  <a:lnTo>
                    <a:pt x="73972" y="9840"/>
                  </a:lnTo>
                  <a:lnTo>
                    <a:pt x="74466" y="9427"/>
                  </a:lnTo>
                  <a:lnTo>
                    <a:pt x="75001" y="8941"/>
                  </a:lnTo>
                  <a:lnTo>
                    <a:pt x="75600" y="8400"/>
                  </a:lnTo>
                  <a:lnTo>
                    <a:pt x="76100" y="7921"/>
                  </a:lnTo>
                  <a:lnTo>
                    <a:pt x="76663" y="7322"/>
                  </a:lnTo>
                  <a:lnTo>
                    <a:pt x="77269" y="6631"/>
                  </a:lnTo>
                  <a:lnTo>
                    <a:pt x="77902" y="5876"/>
                  </a:lnTo>
                  <a:lnTo>
                    <a:pt x="78544" y="5087"/>
                  </a:lnTo>
                  <a:lnTo>
                    <a:pt x="79177" y="4290"/>
                  </a:lnTo>
                  <a:lnTo>
                    <a:pt x="79784" y="3515"/>
                  </a:lnTo>
                  <a:lnTo>
                    <a:pt x="80348" y="2790"/>
                  </a:lnTo>
                  <a:lnTo>
                    <a:pt x="80850" y="2144"/>
                  </a:lnTo>
                  <a:lnTo>
                    <a:pt x="81273" y="1604"/>
                  </a:lnTo>
                  <a:lnTo>
                    <a:pt x="81600" y="1200"/>
                  </a:lnTo>
                </a:path>
              </a:pathLst>
            </a:custGeom>
            <a:noFill/>
            <a:ln w="104241" cap="rnd">
              <a:solidFill>
                <a:srgbClr val="E0E9F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02 螺旋带 y0"/>
            <p:cNvSpPr/>
            <p:nvPr/>
          </p:nvSpPr>
          <p:spPr>
            <a:xfrm>
              <a:off x="809900" y="1752660"/>
              <a:ext cx="7425600" cy="1014832"/>
            </a:xfrm>
            <a:custGeom>
              <a:avLst/>
              <a:gdLst/>
              <a:ahLst/>
              <a:cxnLst/>
              <a:rect l="l" t="t" r="r" b="b"/>
              <a:pathLst>
                <a:path w="81600" h="11152">
                  <a:moveTo>
                    <a:pt x="0" y="0"/>
                  </a:moveTo>
                  <a:lnTo>
                    <a:pt x="366" y="257"/>
                  </a:lnTo>
                  <a:lnTo>
                    <a:pt x="848" y="577"/>
                  </a:lnTo>
                  <a:lnTo>
                    <a:pt x="1422" y="954"/>
                  </a:lnTo>
                  <a:lnTo>
                    <a:pt x="2062" y="1388"/>
                  </a:lnTo>
                  <a:lnTo>
                    <a:pt x="2745" y="1872"/>
                  </a:lnTo>
                  <a:lnTo>
                    <a:pt x="3445" y="2405"/>
                  </a:lnTo>
                  <a:lnTo>
                    <a:pt x="4138" y="2982"/>
                  </a:lnTo>
                  <a:lnTo>
                    <a:pt x="4800" y="3600"/>
                  </a:lnTo>
                  <a:lnTo>
                    <a:pt x="5321" y="4171"/>
                  </a:lnTo>
                  <a:lnTo>
                    <a:pt x="5861" y="4843"/>
                  </a:lnTo>
                  <a:lnTo>
                    <a:pt x="6414" y="5586"/>
                  </a:lnTo>
                  <a:lnTo>
                    <a:pt x="6974" y="6370"/>
                  </a:lnTo>
                  <a:lnTo>
                    <a:pt x="7538" y="7162"/>
                  </a:lnTo>
                  <a:lnTo>
                    <a:pt x="8098" y="7934"/>
                  </a:lnTo>
                  <a:lnTo>
                    <a:pt x="8649" y="8655"/>
                  </a:lnTo>
                  <a:lnTo>
                    <a:pt x="9187" y="9293"/>
                  </a:lnTo>
                  <a:lnTo>
                    <a:pt x="9706" y="9818"/>
                  </a:lnTo>
                  <a:lnTo>
                    <a:pt x="10200" y="10200"/>
                  </a:lnTo>
                  <a:lnTo>
                    <a:pt x="10774" y="10519"/>
                  </a:lnTo>
                  <a:lnTo>
                    <a:pt x="11306" y="10725"/>
                  </a:lnTo>
                  <a:lnTo>
                    <a:pt x="11810" y="10819"/>
                  </a:lnTo>
                  <a:lnTo>
                    <a:pt x="12300" y="10800"/>
                  </a:lnTo>
                  <a:lnTo>
                    <a:pt x="12790" y="10669"/>
                  </a:lnTo>
                  <a:lnTo>
                    <a:pt x="13294" y="10425"/>
                  </a:lnTo>
                  <a:lnTo>
                    <a:pt x="13826" y="10069"/>
                  </a:lnTo>
                  <a:lnTo>
                    <a:pt x="14400" y="9600"/>
                  </a:lnTo>
                  <a:lnTo>
                    <a:pt x="14848" y="9125"/>
                  </a:lnTo>
                  <a:lnTo>
                    <a:pt x="15317" y="8490"/>
                  </a:lnTo>
                  <a:lnTo>
                    <a:pt x="15802" y="7732"/>
                  </a:lnTo>
                  <a:lnTo>
                    <a:pt x="16301" y="6890"/>
                  </a:lnTo>
                  <a:lnTo>
                    <a:pt x="16807" y="6000"/>
                  </a:lnTo>
                  <a:lnTo>
                    <a:pt x="17318" y="5102"/>
                  </a:lnTo>
                  <a:lnTo>
                    <a:pt x="17830" y="4232"/>
                  </a:lnTo>
                  <a:lnTo>
                    <a:pt x="18338" y="3430"/>
                  </a:lnTo>
                  <a:lnTo>
                    <a:pt x="18838" y="2731"/>
                  </a:lnTo>
                  <a:lnTo>
                    <a:pt x="19327" y="2176"/>
                  </a:lnTo>
                  <a:lnTo>
                    <a:pt x="19800" y="1800"/>
                  </a:lnTo>
                  <a:lnTo>
                    <a:pt x="20425" y="1533"/>
                  </a:lnTo>
                  <a:lnTo>
                    <a:pt x="21028" y="1463"/>
                  </a:lnTo>
                  <a:lnTo>
                    <a:pt x="21618" y="1561"/>
                  </a:lnTo>
                  <a:lnTo>
                    <a:pt x="22200" y="1800"/>
                  </a:lnTo>
                  <a:lnTo>
                    <a:pt x="22782" y="2152"/>
                  </a:lnTo>
                  <a:lnTo>
                    <a:pt x="23372" y="2588"/>
                  </a:lnTo>
                  <a:lnTo>
                    <a:pt x="23975" y="3080"/>
                  </a:lnTo>
                  <a:lnTo>
                    <a:pt x="24600" y="3600"/>
                  </a:lnTo>
                  <a:lnTo>
                    <a:pt x="25121" y="4101"/>
                  </a:lnTo>
                  <a:lnTo>
                    <a:pt x="25661" y="4738"/>
                  </a:lnTo>
                  <a:lnTo>
                    <a:pt x="26214" y="5473"/>
                  </a:lnTo>
                  <a:lnTo>
                    <a:pt x="26774" y="6269"/>
                  </a:lnTo>
                  <a:lnTo>
                    <a:pt x="27338" y="7088"/>
                  </a:lnTo>
                  <a:lnTo>
                    <a:pt x="27898" y="7891"/>
                  </a:lnTo>
                  <a:lnTo>
                    <a:pt x="28449" y="8642"/>
                  </a:lnTo>
                  <a:lnTo>
                    <a:pt x="28987" y="9302"/>
                  </a:lnTo>
                  <a:lnTo>
                    <a:pt x="29506" y="9834"/>
                  </a:lnTo>
                  <a:lnTo>
                    <a:pt x="30000" y="10200"/>
                  </a:lnTo>
                  <a:lnTo>
                    <a:pt x="30574" y="10468"/>
                  </a:lnTo>
                  <a:lnTo>
                    <a:pt x="31106" y="10603"/>
                  </a:lnTo>
                  <a:lnTo>
                    <a:pt x="31610" y="10611"/>
                  </a:lnTo>
                  <a:lnTo>
                    <a:pt x="32100" y="10500"/>
                  </a:lnTo>
                  <a:lnTo>
                    <a:pt x="32590" y="10276"/>
                  </a:lnTo>
                  <a:lnTo>
                    <a:pt x="33094" y="9947"/>
                  </a:lnTo>
                  <a:lnTo>
                    <a:pt x="33626" y="9519"/>
                  </a:lnTo>
                  <a:lnTo>
                    <a:pt x="34200" y="9000"/>
                  </a:lnTo>
                  <a:lnTo>
                    <a:pt x="34648" y="8503"/>
                  </a:lnTo>
                  <a:lnTo>
                    <a:pt x="35117" y="7854"/>
                  </a:lnTo>
                  <a:lnTo>
                    <a:pt x="35602" y="7089"/>
                  </a:lnTo>
                  <a:lnTo>
                    <a:pt x="36101" y="6246"/>
                  </a:lnTo>
                  <a:lnTo>
                    <a:pt x="36607" y="5360"/>
                  </a:lnTo>
                  <a:lnTo>
                    <a:pt x="37118" y="4468"/>
                  </a:lnTo>
                  <a:lnTo>
                    <a:pt x="37630" y="3607"/>
                  </a:lnTo>
                  <a:lnTo>
                    <a:pt x="38138" y="2813"/>
                  </a:lnTo>
                  <a:lnTo>
                    <a:pt x="38638" y="2123"/>
                  </a:lnTo>
                  <a:lnTo>
                    <a:pt x="39127" y="1573"/>
                  </a:lnTo>
                  <a:lnTo>
                    <a:pt x="39600" y="1200"/>
                  </a:lnTo>
                  <a:lnTo>
                    <a:pt x="40216" y="925"/>
                  </a:lnTo>
                  <a:lnTo>
                    <a:pt x="40800" y="834"/>
                  </a:lnTo>
                  <a:lnTo>
                    <a:pt x="41365" y="908"/>
                  </a:lnTo>
                  <a:lnTo>
                    <a:pt x="41925" y="1125"/>
                  </a:lnTo>
                  <a:lnTo>
                    <a:pt x="42495" y="1464"/>
                  </a:lnTo>
                  <a:lnTo>
                    <a:pt x="43088" y="1903"/>
                  </a:lnTo>
                  <a:lnTo>
                    <a:pt x="43718" y="2422"/>
                  </a:lnTo>
                  <a:lnTo>
                    <a:pt x="44400" y="3000"/>
                  </a:lnTo>
                  <a:lnTo>
                    <a:pt x="44895" y="3470"/>
                  </a:lnTo>
                  <a:lnTo>
                    <a:pt x="45424" y="4064"/>
                  </a:lnTo>
                  <a:lnTo>
                    <a:pt x="45980" y="4753"/>
                  </a:lnTo>
                  <a:lnTo>
                    <a:pt x="46556" y="5511"/>
                  </a:lnTo>
                  <a:lnTo>
                    <a:pt x="47144" y="6311"/>
                  </a:lnTo>
                  <a:lnTo>
                    <a:pt x="47737" y="7125"/>
                  </a:lnTo>
                  <a:lnTo>
                    <a:pt x="48329" y="7927"/>
                  </a:lnTo>
                  <a:lnTo>
                    <a:pt x="48911" y="8689"/>
                  </a:lnTo>
                  <a:lnTo>
                    <a:pt x="49477" y="9384"/>
                  </a:lnTo>
                  <a:lnTo>
                    <a:pt x="50018" y="9986"/>
                  </a:lnTo>
                  <a:lnTo>
                    <a:pt x="50528" y="10467"/>
                  </a:lnTo>
                  <a:lnTo>
                    <a:pt x="51000" y="10800"/>
                  </a:lnTo>
                  <a:lnTo>
                    <a:pt x="51636" y="11071"/>
                  </a:lnTo>
                  <a:lnTo>
                    <a:pt x="52205" y="11152"/>
                  </a:lnTo>
                  <a:lnTo>
                    <a:pt x="52724" y="11065"/>
                  </a:lnTo>
                  <a:lnTo>
                    <a:pt x="53212" y="10838"/>
                  </a:lnTo>
                  <a:lnTo>
                    <a:pt x="53687" y="10492"/>
                  </a:lnTo>
                  <a:lnTo>
                    <a:pt x="54164" y="10055"/>
                  </a:lnTo>
                  <a:lnTo>
                    <a:pt x="54663" y="9549"/>
                  </a:lnTo>
                  <a:lnTo>
                    <a:pt x="55200" y="9000"/>
                  </a:lnTo>
                  <a:lnTo>
                    <a:pt x="55653" y="8458"/>
                  </a:lnTo>
                  <a:lnTo>
                    <a:pt x="56112" y="7762"/>
                  </a:lnTo>
                  <a:lnTo>
                    <a:pt x="56577" y="6953"/>
                  </a:lnTo>
                  <a:lnTo>
                    <a:pt x="57048" y="6077"/>
                  </a:lnTo>
                  <a:lnTo>
                    <a:pt x="57525" y="5175"/>
                  </a:lnTo>
                  <a:lnTo>
                    <a:pt x="58008" y="4291"/>
                  </a:lnTo>
                  <a:lnTo>
                    <a:pt x="58497" y="3469"/>
                  </a:lnTo>
                  <a:lnTo>
                    <a:pt x="58992" y="2750"/>
                  </a:lnTo>
                  <a:lnTo>
                    <a:pt x="59493" y="2180"/>
                  </a:lnTo>
                  <a:lnTo>
                    <a:pt x="60000" y="1800"/>
                  </a:lnTo>
                  <a:lnTo>
                    <a:pt x="60642" y="1562"/>
                  </a:lnTo>
                  <a:lnTo>
                    <a:pt x="61294" y="1505"/>
                  </a:lnTo>
                  <a:lnTo>
                    <a:pt x="61955" y="1605"/>
                  </a:lnTo>
                  <a:lnTo>
                    <a:pt x="62625" y="1838"/>
                  </a:lnTo>
                  <a:lnTo>
                    <a:pt x="63305" y="2178"/>
                  </a:lnTo>
                  <a:lnTo>
                    <a:pt x="63994" y="2602"/>
                  </a:lnTo>
                  <a:lnTo>
                    <a:pt x="64692" y="3084"/>
                  </a:lnTo>
                  <a:lnTo>
                    <a:pt x="65400" y="3600"/>
                  </a:lnTo>
                  <a:lnTo>
                    <a:pt x="65984" y="4103"/>
                  </a:lnTo>
                  <a:lnTo>
                    <a:pt x="66590" y="4747"/>
                  </a:lnTo>
                  <a:lnTo>
                    <a:pt x="67213" y="5492"/>
                  </a:lnTo>
                  <a:lnTo>
                    <a:pt x="67843" y="6298"/>
                  </a:lnTo>
                  <a:lnTo>
                    <a:pt x="68475" y="7125"/>
                  </a:lnTo>
                  <a:lnTo>
                    <a:pt x="69101" y="7934"/>
                  </a:lnTo>
                  <a:lnTo>
                    <a:pt x="69713" y="8686"/>
                  </a:lnTo>
                  <a:lnTo>
                    <a:pt x="70306" y="9341"/>
                  </a:lnTo>
                  <a:lnTo>
                    <a:pt x="70870" y="9859"/>
                  </a:lnTo>
                  <a:lnTo>
                    <a:pt x="71400" y="10200"/>
                  </a:lnTo>
                  <a:lnTo>
                    <a:pt x="71999" y="10414"/>
                  </a:lnTo>
                  <a:lnTo>
                    <a:pt x="72534" y="10467"/>
                  </a:lnTo>
                  <a:lnTo>
                    <a:pt x="73028" y="10378"/>
                  </a:lnTo>
                  <a:lnTo>
                    <a:pt x="73500" y="10163"/>
                  </a:lnTo>
                  <a:lnTo>
                    <a:pt x="73972" y="9840"/>
                  </a:lnTo>
                  <a:lnTo>
                    <a:pt x="74466" y="9427"/>
                  </a:lnTo>
                  <a:lnTo>
                    <a:pt x="75001" y="8941"/>
                  </a:lnTo>
                  <a:lnTo>
                    <a:pt x="75600" y="8400"/>
                  </a:lnTo>
                  <a:lnTo>
                    <a:pt x="76100" y="7921"/>
                  </a:lnTo>
                  <a:lnTo>
                    <a:pt x="76663" y="7322"/>
                  </a:lnTo>
                  <a:lnTo>
                    <a:pt x="77269" y="6631"/>
                  </a:lnTo>
                  <a:lnTo>
                    <a:pt x="77902" y="5876"/>
                  </a:lnTo>
                  <a:lnTo>
                    <a:pt x="78544" y="5087"/>
                  </a:lnTo>
                  <a:lnTo>
                    <a:pt x="79177" y="4290"/>
                  </a:lnTo>
                  <a:lnTo>
                    <a:pt x="79784" y="3515"/>
                  </a:lnTo>
                  <a:lnTo>
                    <a:pt x="80348" y="2790"/>
                  </a:lnTo>
                  <a:lnTo>
                    <a:pt x="80850" y="2144"/>
                  </a:lnTo>
                  <a:lnTo>
                    <a:pt x="81273" y="1604"/>
                  </a:lnTo>
                  <a:lnTo>
                    <a:pt x="81600" y="1200"/>
                  </a:lnTo>
                </a:path>
              </a:pathLst>
            </a:custGeom>
            <a:noFill/>
            <a:ln w="57607" cap="rnd">
              <a:solidFill>
                <a:srgbClr val="7D9AC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02 螺旋带 y0"/>
            <p:cNvSpPr/>
            <p:nvPr/>
          </p:nvSpPr>
          <p:spPr>
            <a:xfrm>
              <a:off x="809900" y="1223586"/>
              <a:ext cx="7425600" cy="987714"/>
            </a:xfrm>
            <a:custGeom>
              <a:avLst/>
              <a:gdLst/>
              <a:ahLst/>
              <a:cxnLst/>
              <a:rect l="l" t="t" r="r" b="b"/>
              <a:pathLst>
                <a:path w="81600" h="10854">
                  <a:moveTo>
                    <a:pt x="0" y="8454"/>
                  </a:moveTo>
                  <a:lnTo>
                    <a:pt x="316" y="8344"/>
                  </a:lnTo>
                  <a:lnTo>
                    <a:pt x="727" y="8229"/>
                  </a:lnTo>
                  <a:lnTo>
                    <a:pt x="1215" y="8095"/>
                  </a:lnTo>
                  <a:lnTo>
                    <a:pt x="1763" y="7929"/>
                  </a:lnTo>
                  <a:lnTo>
                    <a:pt x="2353" y="7716"/>
                  </a:lnTo>
                  <a:lnTo>
                    <a:pt x="2967" y="7441"/>
                  </a:lnTo>
                  <a:lnTo>
                    <a:pt x="3589" y="7092"/>
                  </a:lnTo>
                  <a:lnTo>
                    <a:pt x="4200" y="6654"/>
                  </a:lnTo>
                  <a:lnTo>
                    <a:pt x="4757" y="6135"/>
                  </a:lnTo>
                  <a:lnTo>
                    <a:pt x="5354" y="5476"/>
                  </a:lnTo>
                  <a:lnTo>
                    <a:pt x="5978" y="4721"/>
                  </a:lnTo>
                  <a:lnTo>
                    <a:pt x="6616" y="3913"/>
                  </a:lnTo>
                  <a:lnTo>
                    <a:pt x="7258" y="3098"/>
                  </a:lnTo>
                  <a:lnTo>
                    <a:pt x="7889" y="2321"/>
                  </a:lnTo>
                  <a:lnTo>
                    <a:pt x="8498" y="1624"/>
                  </a:lnTo>
                  <a:lnTo>
                    <a:pt x="9072" y="1054"/>
                  </a:lnTo>
                  <a:lnTo>
                    <a:pt x="9600" y="654"/>
                  </a:lnTo>
                  <a:lnTo>
                    <a:pt x="10120" y="368"/>
                  </a:lnTo>
                  <a:lnTo>
                    <a:pt x="10570" y="185"/>
                  </a:lnTo>
                  <a:lnTo>
                    <a:pt x="10976" y="106"/>
                  </a:lnTo>
                  <a:lnTo>
                    <a:pt x="11363" y="129"/>
                  </a:lnTo>
                  <a:lnTo>
                    <a:pt x="11753" y="256"/>
                  </a:lnTo>
                  <a:lnTo>
                    <a:pt x="12173" y="485"/>
                  </a:lnTo>
                  <a:lnTo>
                    <a:pt x="12647" y="818"/>
                  </a:lnTo>
                  <a:lnTo>
                    <a:pt x="13200" y="1254"/>
                  </a:lnTo>
                  <a:lnTo>
                    <a:pt x="13660" y="1690"/>
                  </a:lnTo>
                  <a:lnTo>
                    <a:pt x="14161" y="2267"/>
                  </a:lnTo>
                  <a:lnTo>
                    <a:pt x="14696" y="2953"/>
                  </a:lnTo>
                  <a:lnTo>
                    <a:pt x="15256" y="3714"/>
                  </a:lnTo>
                  <a:lnTo>
                    <a:pt x="15833" y="4520"/>
                  </a:lnTo>
                  <a:lnTo>
                    <a:pt x="16419" y="5337"/>
                  </a:lnTo>
                  <a:lnTo>
                    <a:pt x="17006" y="6132"/>
                  </a:lnTo>
                  <a:lnTo>
                    <a:pt x="17585" y="6874"/>
                  </a:lnTo>
                  <a:lnTo>
                    <a:pt x="18150" y="7530"/>
                  </a:lnTo>
                  <a:lnTo>
                    <a:pt x="18691" y="8068"/>
                  </a:lnTo>
                  <a:lnTo>
                    <a:pt x="19200" y="8454"/>
                  </a:lnTo>
                  <a:lnTo>
                    <a:pt x="19849" y="8793"/>
                  </a:lnTo>
                  <a:lnTo>
                    <a:pt x="20456" y="8993"/>
                  </a:lnTo>
                  <a:lnTo>
                    <a:pt x="21035" y="9064"/>
                  </a:lnTo>
                  <a:lnTo>
                    <a:pt x="21600" y="9017"/>
                  </a:lnTo>
                  <a:lnTo>
                    <a:pt x="22165" y="8861"/>
                  </a:lnTo>
                  <a:lnTo>
                    <a:pt x="22744" y="8609"/>
                  </a:lnTo>
                  <a:lnTo>
                    <a:pt x="23351" y="8269"/>
                  </a:lnTo>
                  <a:lnTo>
                    <a:pt x="24000" y="7854"/>
                  </a:lnTo>
                  <a:lnTo>
                    <a:pt x="24562" y="7410"/>
                  </a:lnTo>
                  <a:lnTo>
                    <a:pt x="25162" y="6822"/>
                  </a:lnTo>
                  <a:lnTo>
                    <a:pt x="25787" y="6126"/>
                  </a:lnTo>
                  <a:lnTo>
                    <a:pt x="26429" y="5358"/>
                  </a:lnTo>
                  <a:lnTo>
                    <a:pt x="27075" y="4554"/>
                  </a:lnTo>
                  <a:lnTo>
                    <a:pt x="27715" y="3750"/>
                  </a:lnTo>
                  <a:lnTo>
                    <a:pt x="28339" y="2982"/>
                  </a:lnTo>
                  <a:lnTo>
                    <a:pt x="28934" y="2286"/>
                  </a:lnTo>
                  <a:lnTo>
                    <a:pt x="29492" y="1698"/>
                  </a:lnTo>
                  <a:lnTo>
                    <a:pt x="30000" y="1254"/>
                  </a:lnTo>
                  <a:lnTo>
                    <a:pt x="30548" y="834"/>
                  </a:lnTo>
                  <a:lnTo>
                    <a:pt x="31012" y="485"/>
                  </a:lnTo>
                  <a:lnTo>
                    <a:pt x="31420" y="220"/>
                  </a:lnTo>
                  <a:lnTo>
                    <a:pt x="31800" y="54"/>
                  </a:lnTo>
                  <a:lnTo>
                    <a:pt x="32180" y="0"/>
                  </a:lnTo>
                  <a:lnTo>
                    <a:pt x="32588" y="73"/>
                  </a:lnTo>
                  <a:lnTo>
                    <a:pt x="33052" y="286"/>
                  </a:lnTo>
                  <a:lnTo>
                    <a:pt x="33600" y="654"/>
                  </a:lnTo>
                  <a:lnTo>
                    <a:pt x="34062" y="1079"/>
                  </a:lnTo>
                  <a:lnTo>
                    <a:pt x="34569" y="1675"/>
                  </a:lnTo>
                  <a:lnTo>
                    <a:pt x="35112" y="2403"/>
                  </a:lnTo>
                  <a:lnTo>
                    <a:pt x="35681" y="3225"/>
                  </a:lnTo>
                  <a:lnTo>
                    <a:pt x="36266" y="4105"/>
                  </a:lnTo>
                  <a:lnTo>
                    <a:pt x="36859" y="5003"/>
                  </a:lnTo>
                  <a:lnTo>
                    <a:pt x="37450" y="5883"/>
                  </a:lnTo>
                  <a:lnTo>
                    <a:pt x="38029" y="6705"/>
                  </a:lnTo>
                  <a:lnTo>
                    <a:pt x="38586" y="7433"/>
                  </a:lnTo>
                  <a:lnTo>
                    <a:pt x="39113" y="8029"/>
                  </a:lnTo>
                  <a:lnTo>
                    <a:pt x="39600" y="8454"/>
                  </a:lnTo>
                  <a:lnTo>
                    <a:pt x="40195" y="8826"/>
                  </a:lnTo>
                  <a:lnTo>
                    <a:pt x="40720" y="9049"/>
                  </a:lnTo>
                  <a:lnTo>
                    <a:pt x="41201" y="9134"/>
                  </a:lnTo>
                  <a:lnTo>
                    <a:pt x="41663" y="9091"/>
                  </a:lnTo>
                  <a:lnTo>
                    <a:pt x="42128" y="8932"/>
                  </a:lnTo>
                  <a:lnTo>
                    <a:pt x="42623" y="8665"/>
                  </a:lnTo>
                  <a:lnTo>
                    <a:pt x="43172" y="8302"/>
                  </a:lnTo>
                  <a:lnTo>
                    <a:pt x="43800" y="7854"/>
                  </a:lnTo>
                  <a:lnTo>
                    <a:pt x="44319" y="7416"/>
                  </a:lnTo>
                  <a:lnTo>
                    <a:pt x="44886" y="6833"/>
                  </a:lnTo>
                  <a:lnTo>
                    <a:pt x="45492" y="6139"/>
                  </a:lnTo>
                  <a:lnTo>
                    <a:pt x="46124" y="5368"/>
                  </a:lnTo>
                  <a:lnTo>
                    <a:pt x="46773" y="4554"/>
                  </a:lnTo>
                  <a:lnTo>
                    <a:pt x="47427" y="3731"/>
                  </a:lnTo>
                  <a:lnTo>
                    <a:pt x="48076" y="2931"/>
                  </a:lnTo>
                  <a:lnTo>
                    <a:pt x="48708" y="2190"/>
                  </a:lnTo>
                  <a:lnTo>
                    <a:pt x="49314" y="1541"/>
                  </a:lnTo>
                  <a:lnTo>
                    <a:pt x="49881" y="1018"/>
                  </a:lnTo>
                  <a:lnTo>
                    <a:pt x="50400" y="654"/>
                  </a:lnTo>
                  <a:lnTo>
                    <a:pt x="51028" y="361"/>
                  </a:lnTo>
                  <a:lnTo>
                    <a:pt x="51577" y="223"/>
                  </a:lnTo>
                  <a:lnTo>
                    <a:pt x="52072" y="225"/>
                  </a:lnTo>
                  <a:lnTo>
                    <a:pt x="52537" y="354"/>
                  </a:lnTo>
                  <a:lnTo>
                    <a:pt x="52999" y="595"/>
                  </a:lnTo>
                  <a:lnTo>
                    <a:pt x="53480" y="935"/>
                  </a:lnTo>
                  <a:lnTo>
                    <a:pt x="54005" y="1359"/>
                  </a:lnTo>
                  <a:lnTo>
                    <a:pt x="54600" y="1854"/>
                  </a:lnTo>
                  <a:lnTo>
                    <a:pt x="55085" y="2315"/>
                  </a:lnTo>
                  <a:lnTo>
                    <a:pt x="55606" y="2912"/>
                  </a:lnTo>
                  <a:lnTo>
                    <a:pt x="56155" y="3612"/>
                  </a:lnTo>
                  <a:lnTo>
                    <a:pt x="56725" y="4384"/>
                  </a:lnTo>
                  <a:lnTo>
                    <a:pt x="57307" y="5194"/>
                  </a:lnTo>
                  <a:lnTo>
                    <a:pt x="57893" y="6011"/>
                  </a:lnTo>
                  <a:lnTo>
                    <a:pt x="58475" y="6802"/>
                  </a:lnTo>
                  <a:lnTo>
                    <a:pt x="59045" y="7534"/>
                  </a:lnTo>
                  <a:lnTo>
                    <a:pt x="59594" y="8175"/>
                  </a:lnTo>
                  <a:lnTo>
                    <a:pt x="60115" y="8692"/>
                  </a:lnTo>
                  <a:lnTo>
                    <a:pt x="60600" y="9054"/>
                  </a:lnTo>
                  <a:lnTo>
                    <a:pt x="61195" y="9343"/>
                  </a:lnTo>
                  <a:lnTo>
                    <a:pt x="61720" y="9471"/>
                  </a:lnTo>
                  <a:lnTo>
                    <a:pt x="62201" y="9457"/>
                  </a:lnTo>
                  <a:lnTo>
                    <a:pt x="62663" y="9316"/>
                  </a:lnTo>
                  <a:lnTo>
                    <a:pt x="63128" y="9069"/>
                  </a:lnTo>
                  <a:lnTo>
                    <a:pt x="63623" y="8731"/>
                  </a:lnTo>
                  <a:lnTo>
                    <a:pt x="64172" y="8320"/>
                  </a:lnTo>
                  <a:lnTo>
                    <a:pt x="64800" y="7854"/>
                  </a:lnTo>
                  <a:lnTo>
                    <a:pt x="65319" y="7425"/>
                  </a:lnTo>
                  <a:lnTo>
                    <a:pt x="65886" y="6869"/>
                  </a:lnTo>
                  <a:lnTo>
                    <a:pt x="66492" y="6216"/>
                  </a:lnTo>
                  <a:lnTo>
                    <a:pt x="67124" y="5498"/>
                  </a:lnTo>
                  <a:lnTo>
                    <a:pt x="67773" y="4746"/>
                  </a:lnTo>
                  <a:lnTo>
                    <a:pt x="68427" y="3990"/>
                  </a:lnTo>
                  <a:lnTo>
                    <a:pt x="69076" y="3263"/>
                  </a:lnTo>
                  <a:lnTo>
                    <a:pt x="69708" y="2594"/>
                  </a:lnTo>
                  <a:lnTo>
                    <a:pt x="70314" y="2016"/>
                  </a:lnTo>
                  <a:lnTo>
                    <a:pt x="70881" y="1559"/>
                  </a:lnTo>
                  <a:lnTo>
                    <a:pt x="71400" y="1254"/>
                  </a:lnTo>
                  <a:lnTo>
                    <a:pt x="72028" y="1036"/>
                  </a:lnTo>
                  <a:lnTo>
                    <a:pt x="72577" y="973"/>
                  </a:lnTo>
                  <a:lnTo>
                    <a:pt x="73072" y="1050"/>
                  </a:lnTo>
                  <a:lnTo>
                    <a:pt x="73537" y="1254"/>
                  </a:lnTo>
                  <a:lnTo>
                    <a:pt x="73999" y="1570"/>
                  </a:lnTo>
                  <a:lnTo>
                    <a:pt x="74480" y="1985"/>
                  </a:lnTo>
                  <a:lnTo>
                    <a:pt x="75005" y="2484"/>
                  </a:lnTo>
                  <a:lnTo>
                    <a:pt x="75600" y="3054"/>
                  </a:lnTo>
                  <a:lnTo>
                    <a:pt x="76100" y="3567"/>
                  </a:lnTo>
                  <a:lnTo>
                    <a:pt x="76663" y="4213"/>
                  </a:lnTo>
                  <a:lnTo>
                    <a:pt x="77269" y="4959"/>
                  </a:lnTo>
                  <a:lnTo>
                    <a:pt x="77902" y="5777"/>
                  </a:lnTo>
                  <a:lnTo>
                    <a:pt x="78544" y="6633"/>
                  </a:lnTo>
                  <a:lnTo>
                    <a:pt x="79177" y="7498"/>
                  </a:lnTo>
                  <a:lnTo>
                    <a:pt x="79784" y="8339"/>
                  </a:lnTo>
                  <a:lnTo>
                    <a:pt x="80348" y="9127"/>
                  </a:lnTo>
                  <a:lnTo>
                    <a:pt x="80850" y="9829"/>
                  </a:lnTo>
                  <a:lnTo>
                    <a:pt x="81273" y="10415"/>
                  </a:lnTo>
                  <a:lnTo>
                    <a:pt x="81600" y="10854"/>
                  </a:lnTo>
                </a:path>
              </a:pathLst>
            </a:custGeom>
            <a:noFill/>
            <a:ln w="384048" cap="rnd">
              <a:solidFill>
                <a:srgbClr val="2A4D8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02 螺旋带 y0"/>
            <p:cNvSpPr/>
            <p:nvPr/>
          </p:nvSpPr>
          <p:spPr>
            <a:xfrm>
              <a:off x="809900" y="1223586"/>
              <a:ext cx="7425600" cy="987714"/>
            </a:xfrm>
            <a:custGeom>
              <a:avLst/>
              <a:gdLst/>
              <a:ahLst/>
              <a:cxnLst/>
              <a:rect l="l" t="t" r="r" b="b"/>
              <a:pathLst>
                <a:path w="81600" h="10854">
                  <a:moveTo>
                    <a:pt x="0" y="8454"/>
                  </a:moveTo>
                  <a:lnTo>
                    <a:pt x="316" y="8344"/>
                  </a:lnTo>
                  <a:lnTo>
                    <a:pt x="727" y="8229"/>
                  </a:lnTo>
                  <a:lnTo>
                    <a:pt x="1215" y="8095"/>
                  </a:lnTo>
                  <a:lnTo>
                    <a:pt x="1763" y="7929"/>
                  </a:lnTo>
                  <a:lnTo>
                    <a:pt x="2353" y="7716"/>
                  </a:lnTo>
                  <a:lnTo>
                    <a:pt x="2967" y="7441"/>
                  </a:lnTo>
                  <a:lnTo>
                    <a:pt x="3589" y="7092"/>
                  </a:lnTo>
                  <a:lnTo>
                    <a:pt x="4200" y="6654"/>
                  </a:lnTo>
                  <a:lnTo>
                    <a:pt x="4757" y="6135"/>
                  </a:lnTo>
                  <a:lnTo>
                    <a:pt x="5354" y="5476"/>
                  </a:lnTo>
                  <a:lnTo>
                    <a:pt x="5978" y="4721"/>
                  </a:lnTo>
                  <a:lnTo>
                    <a:pt x="6616" y="3913"/>
                  </a:lnTo>
                  <a:lnTo>
                    <a:pt x="7258" y="3098"/>
                  </a:lnTo>
                  <a:lnTo>
                    <a:pt x="7889" y="2321"/>
                  </a:lnTo>
                  <a:lnTo>
                    <a:pt x="8498" y="1624"/>
                  </a:lnTo>
                  <a:lnTo>
                    <a:pt x="9072" y="1054"/>
                  </a:lnTo>
                  <a:lnTo>
                    <a:pt x="9600" y="654"/>
                  </a:lnTo>
                  <a:lnTo>
                    <a:pt x="10120" y="368"/>
                  </a:lnTo>
                  <a:lnTo>
                    <a:pt x="10570" y="185"/>
                  </a:lnTo>
                  <a:lnTo>
                    <a:pt x="10976" y="106"/>
                  </a:lnTo>
                  <a:lnTo>
                    <a:pt x="11363" y="129"/>
                  </a:lnTo>
                  <a:lnTo>
                    <a:pt x="11753" y="256"/>
                  </a:lnTo>
                  <a:lnTo>
                    <a:pt x="12173" y="485"/>
                  </a:lnTo>
                  <a:lnTo>
                    <a:pt x="12647" y="818"/>
                  </a:lnTo>
                  <a:lnTo>
                    <a:pt x="13200" y="1254"/>
                  </a:lnTo>
                  <a:lnTo>
                    <a:pt x="13660" y="1690"/>
                  </a:lnTo>
                  <a:lnTo>
                    <a:pt x="14161" y="2267"/>
                  </a:lnTo>
                  <a:lnTo>
                    <a:pt x="14696" y="2953"/>
                  </a:lnTo>
                  <a:lnTo>
                    <a:pt x="15256" y="3714"/>
                  </a:lnTo>
                  <a:lnTo>
                    <a:pt x="15833" y="4520"/>
                  </a:lnTo>
                  <a:lnTo>
                    <a:pt x="16419" y="5337"/>
                  </a:lnTo>
                  <a:lnTo>
                    <a:pt x="17006" y="6132"/>
                  </a:lnTo>
                  <a:lnTo>
                    <a:pt x="17585" y="6874"/>
                  </a:lnTo>
                  <a:lnTo>
                    <a:pt x="18150" y="7530"/>
                  </a:lnTo>
                  <a:lnTo>
                    <a:pt x="18691" y="8068"/>
                  </a:lnTo>
                  <a:lnTo>
                    <a:pt x="19200" y="8454"/>
                  </a:lnTo>
                  <a:lnTo>
                    <a:pt x="19849" y="8793"/>
                  </a:lnTo>
                  <a:lnTo>
                    <a:pt x="20456" y="8993"/>
                  </a:lnTo>
                  <a:lnTo>
                    <a:pt x="21035" y="9064"/>
                  </a:lnTo>
                  <a:lnTo>
                    <a:pt x="21600" y="9017"/>
                  </a:lnTo>
                  <a:lnTo>
                    <a:pt x="22165" y="8861"/>
                  </a:lnTo>
                  <a:lnTo>
                    <a:pt x="22744" y="8609"/>
                  </a:lnTo>
                  <a:lnTo>
                    <a:pt x="23351" y="8269"/>
                  </a:lnTo>
                  <a:lnTo>
                    <a:pt x="24000" y="7854"/>
                  </a:lnTo>
                  <a:lnTo>
                    <a:pt x="24562" y="7410"/>
                  </a:lnTo>
                  <a:lnTo>
                    <a:pt x="25162" y="6822"/>
                  </a:lnTo>
                  <a:lnTo>
                    <a:pt x="25787" y="6126"/>
                  </a:lnTo>
                  <a:lnTo>
                    <a:pt x="26429" y="5358"/>
                  </a:lnTo>
                  <a:lnTo>
                    <a:pt x="27075" y="4554"/>
                  </a:lnTo>
                  <a:lnTo>
                    <a:pt x="27715" y="3750"/>
                  </a:lnTo>
                  <a:lnTo>
                    <a:pt x="28339" y="2982"/>
                  </a:lnTo>
                  <a:lnTo>
                    <a:pt x="28934" y="2286"/>
                  </a:lnTo>
                  <a:lnTo>
                    <a:pt x="29492" y="1698"/>
                  </a:lnTo>
                  <a:lnTo>
                    <a:pt x="30000" y="1254"/>
                  </a:lnTo>
                  <a:lnTo>
                    <a:pt x="30548" y="834"/>
                  </a:lnTo>
                  <a:lnTo>
                    <a:pt x="31012" y="485"/>
                  </a:lnTo>
                  <a:lnTo>
                    <a:pt x="31420" y="220"/>
                  </a:lnTo>
                  <a:lnTo>
                    <a:pt x="31800" y="54"/>
                  </a:lnTo>
                  <a:lnTo>
                    <a:pt x="32180" y="0"/>
                  </a:lnTo>
                  <a:lnTo>
                    <a:pt x="32588" y="73"/>
                  </a:lnTo>
                  <a:lnTo>
                    <a:pt x="33052" y="286"/>
                  </a:lnTo>
                  <a:lnTo>
                    <a:pt x="33600" y="654"/>
                  </a:lnTo>
                  <a:lnTo>
                    <a:pt x="34062" y="1079"/>
                  </a:lnTo>
                  <a:lnTo>
                    <a:pt x="34569" y="1675"/>
                  </a:lnTo>
                  <a:lnTo>
                    <a:pt x="35112" y="2403"/>
                  </a:lnTo>
                  <a:lnTo>
                    <a:pt x="35681" y="3225"/>
                  </a:lnTo>
                  <a:lnTo>
                    <a:pt x="36266" y="4105"/>
                  </a:lnTo>
                  <a:lnTo>
                    <a:pt x="36859" y="5003"/>
                  </a:lnTo>
                  <a:lnTo>
                    <a:pt x="37450" y="5883"/>
                  </a:lnTo>
                  <a:lnTo>
                    <a:pt x="38029" y="6705"/>
                  </a:lnTo>
                  <a:lnTo>
                    <a:pt x="38586" y="7433"/>
                  </a:lnTo>
                  <a:lnTo>
                    <a:pt x="39113" y="8029"/>
                  </a:lnTo>
                  <a:lnTo>
                    <a:pt x="39600" y="8454"/>
                  </a:lnTo>
                  <a:lnTo>
                    <a:pt x="40195" y="8826"/>
                  </a:lnTo>
                  <a:lnTo>
                    <a:pt x="40720" y="9049"/>
                  </a:lnTo>
                  <a:lnTo>
                    <a:pt x="41201" y="9134"/>
                  </a:lnTo>
                  <a:lnTo>
                    <a:pt x="41663" y="9091"/>
                  </a:lnTo>
                  <a:lnTo>
                    <a:pt x="42128" y="8932"/>
                  </a:lnTo>
                  <a:lnTo>
                    <a:pt x="42623" y="8665"/>
                  </a:lnTo>
                  <a:lnTo>
                    <a:pt x="43172" y="8302"/>
                  </a:lnTo>
                  <a:lnTo>
                    <a:pt x="43800" y="7854"/>
                  </a:lnTo>
                  <a:lnTo>
                    <a:pt x="44319" y="7416"/>
                  </a:lnTo>
                  <a:lnTo>
                    <a:pt x="44886" y="6833"/>
                  </a:lnTo>
                  <a:lnTo>
                    <a:pt x="45492" y="6139"/>
                  </a:lnTo>
                  <a:lnTo>
                    <a:pt x="46124" y="5368"/>
                  </a:lnTo>
                  <a:lnTo>
                    <a:pt x="46773" y="4554"/>
                  </a:lnTo>
                  <a:lnTo>
                    <a:pt x="47427" y="3731"/>
                  </a:lnTo>
                  <a:lnTo>
                    <a:pt x="48076" y="2931"/>
                  </a:lnTo>
                  <a:lnTo>
                    <a:pt x="48708" y="2190"/>
                  </a:lnTo>
                  <a:lnTo>
                    <a:pt x="49314" y="1541"/>
                  </a:lnTo>
                  <a:lnTo>
                    <a:pt x="49881" y="1018"/>
                  </a:lnTo>
                  <a:lnTo>
                    <a:pt x="50400" y="654"/>
                  </a:lnTo>
                  <a:lnTo>
                    <a:pt x="51028" y="361"/>
                  </a:lnTo>
                  <a:lnTo>
                    <a:pt x="51577" y="223"/>
                  </a:lnTo>
                  <a:lnTo>
                    <a:pt x="52072" y="225"/>
                  </a:lnTo>
                  <a:lnTo>
                    <a:pt x="52537" y="354"/>
                  </a:lnTo>
                  <a:lnTo>
                    <a:pt x="52999" y="595"/>
                  </a:lnTo>
                  <a:lnTo>
                    <a:pt x="53480" y="935"/>
                  </a:lnTo>
                  <a:lnTo>
                    <a:pt x="54005" y="1359"/>
                  </a:lnTo>
                  <a:lnTo>
                    <a:pt x="54600" y="1854"/>
                  </a:lnTo>
                  <a:lnTo>
                    <a:pt x="55085" y="2315"/>
                  </a:lnTo>
                  <a:lnTo>
                    <a:pt x="55606" y="2912"/>
                  </a:lnTo>
                  <a:lnTo>
                    <a:pt x="56155" y="3612"/>
                  </a:lnTo>
                  <a:lnTo>
                    <a:pt x="56725" y="4384"/>
                  </a:lnTo>
                  <a:lnTo>
                    <a:pt x="57307" y="5194"/>
                  </a:lnTo>
                  <a:lnTo>
                    <a:pt x="57893" y="6011"/>
                  </a:lnTo>
                  <a:lnTo>
                    <a:pt x="58475" y="6802"/>
                  </a:lnTo>
                  <a:lnTo>
                    <a:pt x="59045" y="7534"/>
                  </a:lnTo>
                  <a:lnTo>
                    <a:pt x="59594" y="8175"/>
                  </a:lnTo>
                  <a:lnTo>
                    <a:pt x="60115" y="8692"/>
                  </a:lnTo>
                  <a:lnTo>
                    <a:pt x="60600" y="9054"/>
                  </a:lnTo>
                  <a:lnTo>
                    <a:pt x="61195" y="9343"/>
                  </a:lnTo>
                  <a:lnTo>
                    <a:pt x="61720" y="9471"/>
                  </a:lnTo>
                  <a:lnTo>
                    <a:pt x="62201" y="9457"/>
                  </a:lnTo>
                  <a:lnTo>
                    <a:pt x="62663" y="9316"/>
                  </a:lnTo>
                  <a:lnTo>
                    <a:pt x="63128" y="9069"/>
                  </a:lnTo>
                  <a:lnTo>
                    <a:pt x="63623" y="8731"/>
                  </a:lnTo>
                  <a:lnTo>
                    <a:pt x="64172" y="8320"/>
                  </a:lnTo>
                  <a:lnTo>
                    <a:pt x="64800" y="7854"/>
                  </a:lnTo>
                  <a:lnTo>
                    <a:pt x="65319" y="7425"/>
                  </a:lnTo>
                  <a:lnTo>
                    <a:pt x="65886" y="6869"/>
                  </a:lnTo>
                  <a:lnTo>
                    <a:pt x="66492" y="6216"/>
                  </a:lnTo>
                  <a:lnTo>
                    <a:pt x="67124" y="5498"/>
                  </a:lnTo>
                  <a:lnTo>
                    <a:pt x="67773" y="4746"/>
                  </a:lnTo>
                  <a:lnTo>
                    <a:pt x="68427" y="3990"/>
                  </a:lnTo>
                  <a:lnTo>
                    <a:pt x="69076" y="3263"/>
                  </a:lnTo>
                  <a:lnTo>
                    <a:pt x="69708" y="2594"/>
                  </a:lnTo>
                  <a:lnTo>
                    <a:pt x="70314" y="2016"/>
                  </a:lnTo>
                  <a:lnTo>
                    <a:pt x="70881" y="1559"/>
                  </a:lnTo>
                  <a:lnTo>
                    <a:pt x="71400" y="1254"/>
                  </a:lnTo>
                  <a:lnTo>
                    <a:pt x="72028" y="1036"/>
                  </a:lnTo>
                  <a:lnTo>
                    <a:pt x="72577" y="973"/>
                  </a:lnTo>
                  <a:lnTo>
                    <a:pt x="73072" y="1050"/>
                  </a:lnTo>
                  <a:lnTo>
                    <a:pt x="73537" y="1254"/>
                  </a:lnTo>
                  <a:lnTo>
                    <a:pt x="73999" y="1570"/>
                  </a:lnTo>
                  <a:lnTo>
                    <a:pt x="74480" y="1985"/>
                  </a:lnTo>
                  <a:lnTo>
                    <a:pt x="75005" y="2484"/>
                  </a:lnTo>
                  <a:lnTo>
                    <a:pt x="75600" y="3054"/>
                  </a:lnTo>
                  <a:lnTo>
                    <a:pt x="76100" y="3567"/>
                  </a:lnTo>
                  <a:lnTo>
                    <a:pt x="76663" y="4213"/>
                  </a:lnTo>
                  <a:lnTo>
                    <a:pt x="77269" y="4959"/>
                  </a:lnTo>
                  <a:lnTo>
                    <a:pt x="77902" y="5777"/>
                  </a:lnTo>
                  <a:lnTo>
                    <a:pt x="78544" y="6633"/>
                  </a:lnTo>
                  <a:lnTo>
                    <a:pt x="79177" y="7498"/>
                  </a:lnTo>
                  <a:lnTo>
                    <a:pt x="79784" y="8339"/>
                  </a:lnTo>
                  <a:lnTo>
                    <a:pt x="80348" y="9127"/>
                  </a:lnTo>
                  <a:lnTo>
                    <a:pt x="80850" y="9829"/>
                  </a:lnTo>
                  <a:lnTo>
                    <a:pt x="81273" y="10415"/>
                  </a:lnTo>
                  <a:lnTo>
                    <a:pt x="81600" y="10854"/>
                  </a:lnTo>
                </a:path>
              </a:pathLst>
            </a:custGeom>
            <a:noFill/>
            <a:ln w="301752" cap="rnd">
              <a:solidFill>
                <a:srgbClr val="AFC5E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02 螺旋带 y0"/>
            <p:cNvSpPr/>
            <p:nvPr/>
          </p:nvSpPr>
          <p:spPr>
            <a:xfrm>
              <a:off x="809900" y="1188096"/>
              <a:ext cx="7425600" cy="987714"/>
            </a:xfrm>
            <a:custGeom>
              <a:avLst/>
              <a:gdLst/>
              <a:ahLst/>
              <a:cxnLst/>
              <a:rect l="l" t="t" r="r" b="b"/>
              <a:pathLst>
                <a:path w="81600" h="10854">
                  <a:moveTo>
                    <a:pt x="0" y="8454"/>
                  </a:moveTo>
                  <a:lnTo>
                    <a:pt x="316" y="8344"/>
                  </a:lnTo>
                  <a:lnTo>
                    <a:pt x="727" y="8229"/>
                  </a:lnTo>
                  <a:lnTo>
                    <a:pt x="1215" y="8095"/>
                  </a:lnTo>
                  <a:lnTo>
                    <a:pt x="1763" y="7929"/>
                  </a:lnTo>
                  <a:lnTo>
                    <a:pt x="2353" y="7716"/>
                  </a:lnTo>
                  <a:lnTo>
                    <a:pt x="2967" y="7442"/>
                  </a:lnTo>
                  <a:lnTo>
                    <a:pt x="3589" y="7092"/>
                  </a:lnTo>
                  <a:lnTo>
                    <a:pt x="4200" y="6654"/>
                  </a:lnTo>
                  <a:lnTo>
                    <a:pt x="4757" y="6135"/>
                  </a:lnTo>
                  <a:lnTo>
                    <a:pt x="5354" y="5476"/>
                  </a:lnTo>
                  <a:lnTo>
                    <a:pt x="5978" y="4721"/>
                  </a:lnTo>
                  <a:lnTo>
                    <a:pt x="6616" y="3913"/>
                  </a:lnTo>
                  <a:lnTo>
                    <a:pt x="7258" y="3098"/>
                  </a:lnTo>
                  <a:lnTo>
                    <a:pt x="7889" y="2321"/>
                  </a:lnTo>
                  <a:lnTo>
                    <a:pt x="8498" y="1624"/>
                  </a:lnTo>
                  <a:lnTo>
                    <a:pt x="9072" y="1054"/>
                  </a:lnTo>
                  <a:lnTo>
                    <a:pt x="9600" y="654"/>
                  </a:lnTo>
                  <a:lnTo>
                    <a:pt x="10120" y="368"/>
                  </a:lnTo>
                  <a:lnTo>
                    <a:pt x="10570" y="185"/>
                  </a:lnTo>
                  <a:lnTo>
                    <a:pt x="10976" y="106"/>
                  </a:lnTo>
                  <a:lnTo>
                    <a:pt x="11363" y="129"/>
                  </a:lnTo>
                  <a:lnTo>
                    <a:pt x="11753" y="256"/>
                  </a:lnTo>
                  <a:lnTo>
                    <a:pt x="12173" y="485"/>
                  </a:lnTo>
                  <a:lnTo>
                    <a:pt x="12647" y="818"/>
                  </a:lnTo>
                  <a:lnTo>
                    <a:pt x="13200" y="1254"/>
                  </a:lnTo>
                  <a:lnTo>
                    <a:pt x="13660" y="1690"/>
                  </a:lnTo>
                  <a:lnTo>
                    <a:pt x="14161" y="2267"/>
                  </a:lnTo>
                  <a:lnTo>
                    <a:pt x="14696" y="2953"/>
                  </a:lnTo>
                  <a:lnTo>
                    <a:pt x="15256" y="3714"/>
                  </a:lnTo>
                  <a:lnTo>
                    <a:pt x="15833" y="4520"/>
                  </a:lnTo>
                  <a:lnTo>
                    <a:pt x="16419" y="5337"/>
                  </a:lnTo>
                  <a:lnTo>
                    <a:pt x="17006" y="6132"/>
                  </a:lnTo>
                  <a:lnTo>
                    <a:pt x="17585" y="6874"/>
                  </a:lnTo>
                  <a:lnTo>
                    <a:pt x="18150" y="7530"/>
                  </a:lnTo>
                  <a:lnTo>
                    <a:pt x="18691" y="8068"/>
                  </a:lnTo>
                  <a:lnTo>
                    <a:pt x="19200" y="8454"/>
                  </a:lnTo>
                  <a:lnTo>
                    <a:pt x="19849" y="8793"/>
                  </a:lnTo>
                  <a:lnTo>
                    <a:pt x="20456" y="8993"/>
                  </a:lnTo>
                  <a:lnTo>
                    <a:pt x="21035" y="9064"/>
                  </a:lnTo>
                  <a:lnTo>
                    <a:pt x="21600" y="9017"/>
                  </a:lnTo>
                  <a:lnTo>
                    <a:pt x="22165" y="8861"/>
                  </a:lnTo>
                  <a:lnTo>
                    <a:pt x="22744" y="8609"/>
                  </a:lnTo>
                  <a:lnTo>
                    <a:pt x="23351" y="8269"/>
                  </a:lnTo>
                  <a:lnTo>
                    <a:pt x="24000" y="7854"/>
                  </a:lnTo>
                  <a:lnTo>
                    <a:pt x="24562" y="7410"/>
                  </a:lnTo>
                  <a:lnTo>
                    <a:pt x="25162" y="6822"/>
                  </a:lnTo>
                  <a:lnTo>
                    <a:pt x="25787" y="6126"/>
                  </a:lnTo>
                  <a:lnTo>
                    <a:pt x="26429" y="5358"/>
                  </a:lnTo>
                  <a:lnTo>
                    <a:pt x="27075" y="4554"/>
                  </a:lnTo>
                  <a:lnTo>
                    <a:pt x="27715" y="3750"/>
                  </a:lnTo>
                  <a:lnTo>
                    <a:pt x="28339" y="2982"/>
                  </a:lnTo>
                  <a:lnTo>
                    <a:pt x="28934" y="2286"/>
                  </a:lnTo>
                  <a:lnTo>
                    <a:pt x="29492" y="1698"/>
                  </a:lnTo>
                  <a:lnTo>
                    <a:pt x="30000" y="1254"/>
                  </a:lnTo>
                  <a:lnTo>
                    <a:pt x="30548" y="834"/>
                  </a:lnTo>
                  <a:lnTo>
                    <a:pt x="31012" y="485"/>
                  </a:lnTo>
                  <a:lnTo>
                    <a:pt x="31420" y="220"/>
                  </a:lnTo>
                  <a:lnTo>
                    <a:pt x="31800" y="54"/>
                  </a:lnTo>
                  <a:lnTo>
                    <a:pt x="32180" y="0"/>
                  </a:lnTo>
                  <a:lnTo>
                    <a:pt x="32588" y="73"/>
                  </a:lnTo>
                  <a:lnTo>
                    <a:pt x="33052" y="286"/>
                  </a:lnTo>
                  <a:lnTo>
                    <a:pt x="33600" y="654"/>
                  </a:lnTo>
                  <a:lnTo>
                    <a:pt x="34062" y="1079"/>
                  </a:lnTo>
                  <a:lnTo>
                    <a:pt x="34569" y="1675"/>
                  </a:lnTo>
                  <a:lnTo>
                    <a:pt x="35112" y="2403"/>
                  </a:lnTo>
                  <a:lnTo>
                    <a:pt x="35681" y="3225"/>
                  </a:lnTo>
                  <a:lnTo>
                    <a:pt x="36266" y="4105"/>
                  </a:lnTo>
                  <a:lnTo>
                    <a:pt x="36859" y="5003"/>
                  </a:lnTo>
                  <a:lnTo>
                    <a:pt x="37450" y="5883"/>
                  </a:lnTo>
                  <a:lnTo>
                    <a:pt x="38029" y="6705"/>
                  </a:lnTo>
                  <a:lnTo>
                    <a:pt x="38586" y="7433"/>
                  </a:lnTo>
                  <a:lnTo>
                    <a:pt x="39113" y="8029"/>
                  </a:lnTo>
                  <a:lnTo>
                    <a:pt x="39600" y="8454"/>
                  </a:lnTo>
                  <a:lnTo>
                    <a:pt x="40195" y="8826"/>
                  </a:lnTo>
                  <a:lnTo>
                    <a:pt x="40720" y="9049"/>
                  </a:lnTo>
                  <a:lnTo>
                    <a:pt x="41201" y="9134"/>
                  </a:lnTo>
                  <a:lnTo>
                    <a:pt x="41663" y="9092"/>
                  </a:lnTo>
                  <a:lnTo>
                    <a:pt x="42128" y="8932"/>
                  </a:lnTo>
                  <a:lnTo>
                    <a:pt x="42623" y="8665"/>
                  </a:lnTo>
                  <a:lnTo>
                    <a:pt x="43172" y="8302"/>
                  </a:lnTo>
                  <a:lnTo>
                    <a:pt x="43800" y="7854"/>
                  </a:lnTo>
                  <a:lnTo>
                    <a:pt x="44319" y="7416"/>
                  </a:lnTo>
                  <a:lnTo>
                    <a:pt x="44886" y="6833"/>
                  </a:lnTo>
                  <a:lnTo>
                    <a:pt x="45492" y="6139"/>
                  </a:lnTo>
                  <a:lnTo>
                    <a:pt x="46124" y="5368"/>
                  </a:lnTo>
                  <a:lnTo>
                    <a:pt x="46773" y="4554"/>
                  </a:lnTo>
                  <a:lnTo>
                    <a:pt x="47427" y="3731"/>
                  </a:lnTo>
                  <a:lnTo>
                    <a:pt x="48076" y="2931"/>
                  </a:lnTo>
                  <a:lnTo>
                    <a:pt x="48708" y="2190"/>
                  </a:lnTo>
                  <a:lnTo>
                    <a:pt x="49314" y="1541"/>
                  </a:lnTo>
                  <a:lnTo>
                    <a:pt x="49881" y="1018"/>
                  </a:lnTo>
                  <a:lnTo>
                    <a:pt x="50400" y="654"/>
                  </a:lnTo>
                  <a:lnTo>
                    <a:pt x="51028" y="361"/>
                  </a:lnTo>
                  <a:lnTo>
                    <a:pt x="51577" y="223"/>
                  </a:lnTo>
                  <a:lnTo>
                    <a:pt x="52072" y="225"/>
                  </a:lnTo>
                  <a:lnTo>
                    <a:pt x="52537" y="354"/>
                  </a:lnTo>
                  <a:lnTo>
                    <a:pt x="52999" y="595"/>
                  </a:lnTo>
                  <a:lnTo>
                    <a:pt x="53480" y="935"/>
                  </a:lnTo>
                  <a:lnTo>
                    <a:pt x="54005" y="1359"/>
                  </a:lnTo>
                  <a:lnTo>
                    <a:pt x="54600" y="1854"/>
                  </a:lnTo>
                  <a:lnTo>
                    <a:pt x="55085" y="2315"/>
                  </a:lnTo>
                  <a:lnTo>
                    <a:pt x="55606" y="2912"/>
                  </a:lnTo>
                  <a:lnTo>
                    <a:pt x="56155" y="3612"/>
                  </a:lnTo>
                  <a:lnTo>
                    <a:pt x="56725" y="4384"/>
                  </a:lnTo>
                  <a:lnTo>
                    <a:pt x="57307" y="5194"/>
                  </a:lnTo>
                  <a:lnTo>
                    <a:pt x="57893" y="6011"/>
                  </a:lnTo>
                  <a:lnTo>
                    <a:pt x="58475" y="6802"/>
                  </a:lnTo>
                  <a:lnTo>
                    <a:pt x="59045" y="7534"/>
                  </a:lnTo>
                  <a:lnTo>
                    <a:pt x="59594" y="8175"/>
                  </a:lnTo>
                  <a:lnTo>
                    <a:pt x="60115" y="8692"/>
                  </a:lnTo>
                  <a:lnTo>
                    <a:pt x="60600" y="9054"/>
                  </a:lnTo>
                  <a:lnTo>
                    <a:pt x="61195" y="9343"/>
                  </a:lnTo>
                  <a:lnTo>
                    <a:pt x="61720" y="9471"/>
                  </a:lnTo>
                  <a:lnTo>
                    <a:pt x="62201" y="9457"/>
                  </a:lnTo>
                  <a:lnTo>
                    <a:pt x="62663" y="9317"/>
                  </a:lnTo>
                  <a:lnTo>
                    <a:pt x="63128" y="9069"/>
                  </a:lnTo>
                  <a:lnTo>
                    <a:pt x="63623" y="8731"/>
                  </a:lnTo>
                  <a:lnTo>
                    <a:pt x="64172" y="8320"/>
                  </a:lnTo>
                  <a:lnTo>
                    <a:pt x="64800" y="7854"/>
                  </a:lnTo>
                  <a:lnTo>
                    <a:pt x="65319" y="7425"/>
                  </a:lnTo>
                  <a:lnTo>
                    <a:pt x="65886" y="6869"/>
                  </a:lnTo>
                  <a:lnTo>
                    <a:pt x="66492" y="6216"/>
                  </a:lnTo>
                  <a:lnTo>
                    <a:pt x="67124" y="5498"/>
                  </a:lnTo>
                  <a:lnTo>
                    <a:pt x="67773" y="4746"/>
                  </a:lnTo>
                  <a:lnTo>
                    <a:pt x="68427" y="3990"/>
                  </a:lnTo>
                  <a:lnTo>
                    <a:pt x="69076" y="3263"/>
                  </a:lnTo>
                  <a:lnTo>
                    <a:pt x="69708" y="2594"/>
                  </a:lnTo>
                  <a:lnTo>
                    <a:pt x="70314" y="2016"/>
                  </a:lnTo>
                  <a:lnTo>
                    <a:pt x="70881" y="1559"/>
                  </a:lnTo>
                  <a:lnTo>
                    <a:pt x="71400" y="1254"/>
                  </a:lnTo>
                  <a:lnTo>
                    <a:pt x="72028" y="1036"/>
                  </a:lnTo>
                  <a:lnTo>
                    <a:pt x="72577" y="973"/>
                  </a:lnTo>
                  <a:lnTo>
                    <a:pt x="73072" y="1050"/>
                  </a:lnTo>
                  <a:lnTo>
                    <a:pt x="73537" y="1254"/>
                  </a:lnTo>
                  <a:lnTo>
                    <a:pt x="73999" y="1570"/>
                  </a:lnTo>
                  <a:lnTo>
                    <a:pt x="74480" y="1985"/>
                  </a:lnTo>
                  <a:lnTo>
                    <a:pt x="75005" y="2484"/>
                  </a:lnTo>
                  <a:lnTo>
                    <a:pt x="75600" y="3054"/>
                  </a:lnTo>
                  <a:lnTo>
                    <a:pt x="76100" y="3567"/>
                  </a:lnTo>
                  <a:lnTo>
                    <a:pt x="76663" y="4213"/>
                  </a:lnTo>
                  <a:lnTo>
                    <a:pt x="77269" y="4959"/>
                  </a:lnTo>
                  <a:lnTo>
                    <a:pt x="77902" y="5777"/>
                  </a:lnTo>
                  <a:lnTo>
                    <a:pt x="78544" y="6633"/>
                  </a:lnTo>
                  <a:lnTo>
                    <a:pt x="79177" y="7498"/>
                  </a:lnTo>
                  <a:lnTo>
                    <a:pt x="79784" y="8339"/>
                  </a:lnTo>
                  <a:lnTo>
                    <a:pt x="80348" y="9127"/>
                  </a:lnTo>
                  <a:lnTo>
                    <a:pt x="80850" y="9829"/>
                  </a:lnTo>
                  <a:lnTo>
                    <a:pt x="81273" y="10415"/>
                  </a:lnTo>
                  <a:lnTo>
                    <a:pt x="81600" y="10854"/>
                  </a:lnTo>
                </a:path>
              </a:pathLst>
            </a:custGeom>
            <a:noFill/>
            <a:ln w="104241" cap="rnd">
              <a:solidFill>
                <a:srgbClr val="E0E9F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02 螺旋带 y0"/>
            <p:cNvSpPr/>
            <p:nvPr/>
          </p:nvSpPr>
          <p:spPr>
            <a:xfrm>
              <a:off x="809900" y="1310946"/>
              <a:ext cx="7425600" cy="987714"/>
            </a:xfrm>
            <a:custGeom>
              <a:avLst/>
              <a:gdLst/>
              <a:ahLst/>
              <a:cxnLst/>
              <a:rect l="l" t="t" r="r" b="b"/>
              <a:pathLst>
                <a:path w="81600" h="10854">
                  <a:moveTo>
                    <a:pt x="0" y="8454"/>
                  </a:moveTo>
                  <a:lnTo>
                    <a:pt x="316" y="8344"/>
                  </a:lnTo>
                  <a:lnTo>
                    <a:pt x="727" y="8229"/>
                  </a:lnTo>
                  <a:lnTo>
                    <a:pt x="1215" y="8095"/>
                  </a:lnTo>
                  <a:lnTo>
                    <a:pt x="1763" y="7929"/>
                  </a:lnTo>
                  <a:lnTo>
                    <a:pt x="2353" y="7716"/>
                  </a:lnTo>
                  <a:lnTo>
                    <a:pt x="2967" y="7442"/>
                  </a:lnTo>
                  <a:lnTo>
                    <a:pt x="3589" y="7092"/>
                  </a:lnTo>
                  <a:lnTo>
                    <a:pt x="4200" y="6654"/>
                  </a:lnTo>
                  <a:lnTo>
                    <a:pt x="4757" y="6135"/>
                  </a:lnTo>
                  <a:lnTo>
                    <a:pt x="5354" y="5476"/>
                  </a:lnTo>
                  <a:lnTo>
                    <a:pt x="5978" y="4721"/>
                  </a:lnTo>
                  <a:lnTo>
                    <a:pt x="6616" y="3913"/>
                  </a:lnTo>
                  <a:lnTo>
                    <a:pt x="7258" y="3098"/>
                  </a:lnTo>
                  <a:lnTo>
                    <a:pt x="7889" y="2321"/>
                  </a:lnTo>
                  <a:lnTo>
                    <a:pt x="8498" y="1624"/>
                  </a:lnTo>
                  <a:lnTo>
                    <a:pt x="9072" y="1054"/>
                  </a:lnTo>
                  <a:lnTo>
                    <a:pt x="9600" y="654"/>
                  </a:lnTo>
                  <a:lnTo>
                    <a:pt x="10120" y="368"/>
                  </a:lnTo>
                  <a:lnTo>
                    <a:pt x="10570" y="185"/>
                  </a:lnTo>
                  <a:lnTo>
                    <a:pt x="10976" y="106"/>
                  </a:lnTo>
                  <a:lnTo>
                    <a:pt x="11363" y="129"/>
                  </a:lnTo>
                  <a:lnTo>
                    <a:pt x="11753" y="256"/>
                  </a:lnTo>
                  <a:lnTo>
                    <a:pt x="12173" y="485"/>
                  </a:lnTo>
                  <a:lnTo>
                    <a:pt x="12647" y="818"/>
                  </a:lnTo>
                  <a:lnTo>
                    <a:pt x="13200" y="1254"/>
                  </a:lnTo>
                  <a:lnTo>
                    <a:pt x="13660" y="1690"/>
                  </a:lnTo>
                  <a:lnTo>
                    <a:pt x="14161" y="2267"/>
                  </a:lnTo>
                  <a:lnTo>
                    <a:pt x="14696" y="2953"/>
                  </a:lnTo>
                  <a:lnTo>
                    <a:pt x="15256" y="3714"/>
                  </a:lnTo>
                  <a:lnTo>
                    <a:pt x="15833" y="4520"/>
                  </a:lnTo>
                  <a:lnTo>
                    <a:pt x="16419" y="5337"/>
                  </a:lnTo>
                  <a:lnTo>
                    <a:pt x="17006" y="6132"/>
                  </a:lnTo>
                  <a:lnTo>
                    <a:pt x="17585" y="6874"/>
                  </a:lnTo>
                  <a:lnTo>
                    <a:pt x="18150" y="7530"/>
                  </a:lnTo>
                  <a:lnTo>
                    <a:pt x="18691" y="8068"/>
                  </a:lnTo>
                  <a:lnTo>
                    <a:pt x="19200" y="8454"/>
                  </a:lnTo>
                  <a:lnTo>
                    <a:pt x="19849" y="8793"/>
                  </a:lnTo>
                  <a:lnTo>
                    <a:pt x="20456" y="8993"/>
                  </a:lnTo>
                  <a:lnTo>
                    <a:pt x="21035" y="9064"/>
                  </a:lnTo>
                  <a:lnTo>
                    <a:pt x="21600" y="9017"/>
                  </a:lnTo>
                  <a:lnTo>
                    <a:pt x="22165" y="8861"/>
                  </a:lnTo>
                  <a:lnTo>
                    <a:pt x="22744" y="8609"/>
                  </a:lnTo>
                  <a:lnTo>
                    <a:pt x="23351" y="8269"/>
                  </a:lnTo>
                  <a:lnTo>
                    <a:pt x="24000" y="7854"/>
                  </a:lnTo>
                  <a:lnTo>
                    <a:pt x="24562" y="7410"/>
                  </a:lnTo>
                  <a:lnTo>
                    <a:pt x="25162" y="6822"/>
                  </a:lnTo>
                  <a:lnTo>
                    <a:pt x="25787" y="6126"/>
                  </a:lnTo>
                  <a:lnTo>
                    <a:pt x="26429" y="5358"/>
                  </a:lnTo>
                  <a:lnTo>
                    <a:pt x="27075" y="4554"/>
                  </a:lnTo>
                  <a:lnTo>
                    <a:pt x="27715" y="3750"/>
                  </a:lnTo>
                  <a:lnTo>
                    <a:pt x="28339" y="2982"/>
                  </a:lnTo>
                  <a:lnTo>
                    <a:pt x="28934" y="2286"/>
                  </a:lnTo>
                  <a:lnTo>
                    <a:pt x="29492" y="1698"/>
                  </a:lnTo>
                  <a:lnTo>
                    <a:pt x="30000" y="1254"/>
                  </a:lnTo>
                  <a:lnTo>
                    <a:pt x="30548" y="834"/>
                  </a:lnTo>
                  <a:lnTo>
                    <a:pt x="31012" y="485"/>
                  </a:lnTo>
                  <a:lnTo>
                    <a:pt x="31420" y="220"/>
                  </a:lnTo>
                  <a:lnTo>
                    <a:pt x="31800" y="54"/>
                  </a:lnTo>
                  <a:lnTo>
                    <a:pt x="32180" y="0"/>
                  </a:lnTo>
                  <a:lnTo>
                    <a:pt x="32588" y="73"/>
                  </a:lnTo>
                  <a:lnTo>
                    <a:pt x="33052" y="286"/>
                  </a:lnTo>
                  <a:lnTo>
                    <a:pt x="33600" y="654"/>
                  </a:lnTo>
                  <a:lnTo>
                    <a:pt x="34062" y="1079"/>
                  </a:lnTo>
                  <a:lnTo>
                    <a:pt x="34569" y="1675"/>
                  </a:lnTo>
                  <a:lnTo>
                    <a:pt x="35112" y="2403"/>
                  </a:lnTo>
                  <a:lnTo>
                    <a:pt x="35681" y="3225"/>
                  </a:lnTo>
                  <a:lnTo>
                    <a:pt x="36266" y="4105"/>
                  </a:lnTo>
                  <a:lnTo>
                    <a:pt x="36859" y="5003"/>
                  </a:lnTo>
                  <a:lnTo>
                    <a:pt x="37450" y="5883"/>
                  </a:lnTo>
                  <a:lnTo>
                    <a:pt x="38029" y="6705"/>
                  </a:lnTo>
                  <a:lnTo>
                    <a:pt x="38586" y="7433"/>
                  </a:lnTo>
                  <a:lnTo>
                    <a:pt x="39113" y="8029"/>
                  </a:lnTo>
                  <a:lnTo>
                    <a:pt x="39600" y="8454"/>
                  </a:lnTo>
                  <a:lnTo>
                    <a:pt x="40195" y="8826"/>
                  </a:lnTo>
                  <a:lnTo>
                    <a:pt x="40720" y="9049"/>
                  </a:lnTo>
                  <a:lnTo>
                    <a:pt x="41201" y="9134"/>
                  </a:lnTo>
                  <a:lnTo>
                    <a:pt x="41663" y="9092"/>
                  </a:lnTo>
                  <a:lnTo>
                    <a:pt x="42128" y="8932"/>
                  </a:lnTo>
                  <a:lnTo>
                    <a:pt x="42623" y="8665"/>
                  </a:lnTo>
                  <a:lnTo>
                    <a:pt x="43172" y="8302"/>
                  </a:lnTo>
                  <a:lnTo>
                    <a:pt x="43800" y="7854"/>
                  </a:lnTo>
                  <a:lnTo>
                    <a:pt x="44319" y="7416"/>
                  </a:lnTo>
                  <a:lnTo>
                    <a:pt x="44886" y="6833"/>
                  </a:lnTo>
                  <a:lnTo>
                    <a:pt x="45492" y="6139"/>
                  </a:lnTo>
                  <a:lnTo>
                    <a:pt x="46124" y="5368"/>
                  </a:lnTo>
                  <a:lnTo>
                    <a:pt x="46773" y="4554"/>
                  </a:lnTo>
                  <a:lnTo>
                    <a:pt x="47427" y="3731"/>
                  </a:lnTo>
                  <a:lnTo>
                    <a:pt x="48076" y="2931"/>
                  </a:lnTo>
                  <a:lnTo>
                    <a:pt x="48708" y="2190"/>
                  </a:lnTo>
                  <a:lnTo>
                    <a:pt x="49314" y="1541"/>
                  </a:lnTo>
                  <a:lnTo>
                    <a:pt x="49881" y="1018"/>
                  </a:lnTo>
                  <a:lnTo>
                    <a:pt x="50400" y="654"/>
                  </a:lnTo>
                  <a:lnTo>
                    <a:pt x="51028" y="361"/>
                  </a:lnTo>
                  <a:lnTo>
                    <a:pt x="51577" y="223"/>
                  </a:lnTo>
                  <a:lnTo>
                    <a:pt x="52072" y="225"/>
                  </a:lnTo>
                  <a:lnTo>
                    <a:pt x="52537" y="354"/>
                  </a:lnTo>
                  <a:lnTo>
                    <a:pt x="52999" y="595"/>
                  </a:lnTo>
                  <a:lnTo>
                    <a:pt x="53480" y="935"/>
                  </a:lnTo>
                  <a:lnTo>
                    <a:pt x="54005" y="1359"/>
                  </a:lnTo>
                  <a:lnTo>
                    <a:pt x="54600" y="1854"/>
                  </a:lnTo>
                  <a:lnTo>
                    <a:pt x="55085" y="2315"/>
                  </a:lnTo>
                  <a:lnTo>
                    <a:pt x="55606" y="2912"/>
                  </a:lnTo>
                  <a:lnTo>
                    <a:pt x="56155" y="3612"/>
                  </a:lnTo>
                  <a:lnTo>
                    <a:pt x="56725" y="4384"/>
                  </a:lnTo>
                  <a:lnTo>
                    <a:pt x="57307" y="5194"/>
                  </a:lnTo>
                  <a:lnTo>
                    <a:pt x="57893" y="6011"/>
                  </a:lnTo>
                  <a:lnTo>
                    <a:pt x="58475" y="6802"/>
                  </a:lnTo>
                  <a:lnTo>
                    <a:pt x="59045" y="7534"/>
                  </a:lnTo>
                  <a:lnTo>
                    <a:pt x="59594" y="8175"/>
                  </a:lnTo>
                  <a:lnTo>
                    <a:pt x="60115" y="8692"/>
                  </a:lnTo>
                  <a:lnTo>
                    <a:pt x="60600" y="9054"/>
                  </a:lnTo>
                  <a:lnTo>
                    <a:pt x="61195" y="9343"/>
                  </a:lnTo>
                  <a:lnTo>
                    <a:pt x="61720" y="9471"/>
                  </a:lnTo>
                  <a:lnTo>
                    <a:pt x="62201" y="9457"/>
                  </a:lnTo>
                  <a:lnTo>
                    <a:pt x="62663" y="9317"/>
                  </a:lnTo>
                  <a:lnTo>
                    <a:pt x="63128" y="9069"/>
                  </a:lnTo>
                  <a:lnTo>
                    <a:pt x="63623" y="8731"/>
                  </a:lnTo>
                  <a:lnTo>
                    <a:pt x="64172" y="8320"/>
                  </a:lnTo>
                  <a:lnTo>
                    <a:pt x="64800" y="7854"/>
                  </a:lnTo>
                  <a:lnTo>
                    <a:pt x="65319" y="7425"/>
                  </a:lnTo>
                  <a:lnTo>
                    <a:pt x="65886" y="6869"/>
                  </a:lnTo>
                  <a:lnTo>
                    <a:pt x="66492" y="6216"/>
                  </a:lnTo>
                  <a:lnTo>
                    <a:pt x="67124" y="5498"/>
                  </a:lnTo>
                  <a:lnTo>
                    <a:pt x="67773" y="4746"/>
                  </a:lnTo>
                  <a:lnTo>
                    <a:pt x="68427" y="3990"/>
                  </a:lnTo>
                  <a:lnTo>
                    <a:pt x="69076" y="3263"/>
                  </a:lnTo>
                  <a:lnTo>
                    <a:pt x="69708" y="2594"/>
                  </a:lnTo>
                  <a:lnTo>
                    <a:pt x="70314" y="2016"/>
                  </a:lnTo>
                  <a:lnTo>
                    <a:pt x="70881" y="1559"/>
                  </a:lnTo>
                  <a:lnTo>
                    <a:pt x="71400" y="1254"/>
                  </a:lnTo>
                  <a:lnTo>
                    <a:pt x="72028" y="1036"/>
                  </a:lnTo>
                  <a:lnTo>
                    <a:pt x="72577" y="973"/>
                  </a:lnTo>
                  <a:lnTo>
                    <a:pt x="73072" y="1050"/>
                  </a:lnTo>
                  <a:lnTo>
                    <a:pt x="73537" y="1254"/>
                  </a:lnTo>
                  <a:lnTo>
                    <a:pt x="73999" y="1570"/>
                  </a:lnTo>
                  <a:lnTo>
                    <a:pt x="74480" y="1985"/>
                  </a:lnTo>
                  <a:lnTo>
                    <a:pt x="75005" y="2484"/>
                  </a:lnTo>
                  <a:lnTo>
                    <a:pt x="75600" y="3054"/>
                  </a:lnTo>
                  <a:lnTo>
                    <a:pt x="76100" y="3567"/>
                  </a:lnTo>
                  <a:lnTo>
                    <a:pt x="76663" y="4213"/>
                  </a:lnTo>
                  <a:lnTo>
                    <a:pt x="77269" y="4959"/>
                  </a:lnTo>
                  <a:lnTo>
                    <a:pt x="77902" y="5777"/>
                  </a:lnTo>
                  <a:lnTo>
                    <a:pt x="78544" y="6633"/>
                  </a:lnTo>
                  <a:lnTo>
                    <a:pt x="79177" y="7498"/>
                  </a:lnTo>
                  <a:lnTo>
                    <a:pt x="79784" y="8339"/>
                  </a:lnTo>
                  <a:lnTo>
                    <a:pt x="80348" y="9127"/>
                  </a:lnTo>
                  <a:lnTo>
                    <a:pt x="80850" y="9829"/>
                  </a:lnTo>
                  <a:lnTo>
                    <a:pt x="81273" y="10415"/>
                  </a:lnTo>
                  <a:lnTo>
                    <a:pt x="81600" y="10854"/>
                  </a:lnTo>
                </a:path>
              </a:pathLst>
            </a:custGeom>
            <a:noFill/>
            <a:ln w="57607" cap="rnd">
              <a:solidFill>
                <a:srgbClr val="7D9AC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02 螺旋带 y0"/>
            <p:cNvSpPr/>
            <p:nvPr/>
          </p:nvSpPr>
          <p:spPr>
            <a:xfrm>
              <a:off x="1653235" y="1250899"/>
              <a:ext cx="186537" cy="186537"/>
            </a:xfrm>
            <a:prstGeom prst="ellipse">
              <a:avLst/>
            </a:prstGeom>
            <a:solidFill>
              <a:srgbClr val="E7EFFB"/>
            </a:solidFill>
            <a:ln w="24688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02 螺旋带 y0"/>
            <p:cNvSpPr/>
            <p:nvPr/>
          </p:nvSpPr>
          <p:spPr>
            <a:xfrm>
              <a:off x="3573475" y="1250899"/>
              <a:ext cx="186537" cy="186537"/>
            </a:xfrm>
            <a:prstGeom prst="ellipse">
              <a:avLst/>
            </a:prstGeom>
            <a:solidFill>
              <a:srgbClr val="E7EFFB"/>
            </a:solidFill>
            <a:ln w="24688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02 螺旋带 y0"/>
            <p:cNvSpPr/>
            <p:nvPr/>
          </p:nvSpPr>
          <p:spPr>
            <a:xfrm>
              <a:off x="5438851" y="1250899"/>
              <a:ext cx="186537" cy="186537"/>
            </a:xfrm>
            <a:prstGeom prst="ellipse">
              <a:avLst/>
            </a:prstGeom>
            <a:solidFill>
              <a:srgbClr val="E7EFFB"/>
            </a:solidFill>
            <a:ln w="24688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02 螺旋带 y0"/>
            <p:cNvSpPr/>
            <p:nvPr/>
          </p:nvSpPr>
          <p:spPr>
            <a:xfrm>
              <a:off x="7359091" y="1305763"/>
              <a:ext cx="186537" cy="186537"/>
            </a:xfrm>
            <a:prstGeom prst="ellipse">
              <a:avLst/>
            </a:prstGeom>
            <a:solidFill>
              <a:srgbClr val="E7EFFB"/>
            </a:solidFill>
            <a:ln w="24688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02 螺旋带 y0"/>
            <p:cNvSpPr/>
            <p:nvPr/>
          </p:nvSpPr>
          <p:spPr>
            <a:xfrm>
              <a:off x="1653235" y="2457907"/>
              <a:ext cx="186537" cy="186537"/>
            </a:xfrm>
            <a:prstGeom prst="ellipse">
              <a:avLst/>
            </a:prstGeom>
            <a:solidFill>
              <a:srgbClr val="E7EFFB"/>
            </a:solidFill>
            <a:ln w="24688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02 螺旋带 y0"/>
            <p:cNvSpPr/>
            <p:nvPr/>
          </p:nvSpPr>
          <p:spPr>
            <a:xfrm>
              <a:off x="3573475" y="2457907"/>
              <a:ext cx="186537" cy="186537"/>
            </a:xfrm>
            <a:prstGeom prst="ellipse">
              <a:avLst/>
            </a:prstGeom>
            <a:solidFill>
              <a:srgbClr val="E7EFFB"/>
            </a:solidFill>
            <a:ln w="24688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02 螺旋带 y0"/>
            <p:cNvSpPr/>
            <p:nvPr/>
          </p:nvSpPr>
          <p:spPr>
            <a:xfrm>
              <a:off x="5383987" y="2512771"/>
              <a:ext cx="186537" cy="186537"/>
            </a:xfrm>
            <a:prstGeom prst="ellipse">
              <a:avLst/>
            </a:prstGeom>
            <a:solidFill>
              <a:srgbClr val="E7EFFB"/>
            </a:solidFill>
            <a:ln w="24688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02 螺旋带 y0"/>
            <p:cNvSpPr/>
            <p:nvPr/>
          </p:nvSpPr>
          <p:spPr>
            <a:xfrm>
              <a:off x="7304227" y="2457907"/>
              <a:ext cx="186537" cy="186537"/>
            </a:xfrm>
            <a:prstGeom prst="ellipse">
              <a:avLst/>
            </a:prstGeom>
            <a:solidFill>
              <a:srgbClr val="E7EFFB"/>
            </a:solidFill>
            <a:ln w="24688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02 螺旋带 y58"/>
            <p:cNvSpPr/>
            <p:nvPr/>
          </p:nvSpPr>
          <p:spPr>
            <a:xfrm>
              <a:off x="809900" y="4832100"/>
              <a:ext cx="7425600" cy="1014832"/>
            </a:xfrm>
            <a:custGeom>
              <a:avLst/>
              <a:gdLst/>
              <a:ahLst/>
              <a:cxnLst/>
              <a:rect l="l" t="t" r="r" b="b"/>
              <a:pathLst>
                <a:path w="81600" h="11152">
                  <a:moveTo>
                    <a:pt x="0" y="0"/>
                  </a:moveTo>
                  <a:lnTo>
                    <a:pt x="366" y="257"/>
                  </a:lnTo>
                  <a:lnTo>
                    <a:pt x="848" y="577"/>
                  </a:lnTo>
                  <a:lnTo>
                    <a:pt x="1422" y="954"/>
                  </a:lnTo>
                  <a:lnTo>
                    <a:pt x="2062" y="1387"/>
                  </a:lnTo>
                  <a:lnTo>
                    <a:pt x="2745" y="1872"/>
                  </a:lnTo>
                  <a:lnTo>
                    <a:pt x="3445" y="2405"/>
                  </a:lnTo>
                  <a:lnTo>
                    <a:pt x="4138" y="2982"/>
                  </a:lnTo>
                  <a:lnTo>
                    <a:pt x="4800" y="3600"/>
                  </a:lnTo>
                  <a:lnTo>
                    <a:pt x="5321" y="4171"/>
                  </a:lnTo>
                  <a:lnTo>
                    <a:pt x="5861" y="4843"/>
                  </a:lnTo>
                  <a:lnTo>
                    <a:pt x="6414" y="5586"/>
                  </a:lnTo>
                  <a:lnTo>
                    <a:pt x="6974" y="6370"/>
                  </a:lnTo>
                  <a:lnTo>
                    <a:pt x="7538" y="7163"/>
                  </a:lnTo>
                  <a:lnTo>
                    <a:pt x="8098" y="7934"/>
                  </a:lnTo>
                  <a:lnTo>
                    <a:pt x="8649" y="8655"/>
                  </a:lnTo>
                  <a:lnTo>
                    <a:pt x="9187" y="9293"/>
                  </a:lnTo>
                  <a:lnTo>
                    <a:pt x="9706" y="9818"/>
                  </a:lnTo>
                  <a:lnTo>
                    <a:pt x="10200" y="10200"/>
                  </a:lnTo>
                  <a:lnTo>
                    <a:pt x="10774" y="10519"/>
                  </a:lnTo>
                  <a:lnTo>
                    <a:pt x="11306" y="10725"/>
                  </a:lnTo>
                  <a:lnTo>
                    <a:pt x="11810" y="10819"/>
                  </a:lnTo>
                  <a:lnTo>
                    <a:pt x="12300" y="10800"/>
                  </a:lnTo>
                  <a:lnTo>
                    <a:pt x="12790" y="10669"/>
                  </a:lnTo>
                  <a:lnTo>
                    <a:pt x="13294" y="10425"/>
                  </a:lnTo>
                  <a:lnTo>
                    <a:pt x="13826" y="10069"/>
                  </a:lnTo>
                  <a:lnTo>
                    <a:pt x="14400" y="9600"/>
                  </a:lnTo>
                  <a:lnTo>
                    <a:pt x="14848" y="9125"/>
                  </a:lnTo>
                  <a:lnTo>
                    <a:pt x="15317" y="8490"/>
                  </a:lnTo>
                  <a:lnTo>
                    <a:pt x="15802" y="7732"/>
                  </a:lnTo>
                  <a:lnTo>
                    <a:pt x="16301" y="6890"/>
                  </a:lnTo>
                  <a:lnTo>
                    <a:pt x="16807" y="6000"/>
                  </a:lnTo>
                  <a:lnTo>
                    <a:pt x="17318" y="5102"/>
                  </a:lnTo>
                  <a:lnTo>
                    <a:pt x="17830" y="4232"/>
                  </a:lnTo>
                  <a:lnTo>
                    <a:pt x="18338" y="3430"/>
                  </a:lnTo>
                  <a:lnTo>
                    <a:pt x="18838" y="2731"/>
                  </a:lnTo>
                  <a:lnTo>
                    <a:pt x="19327" y="2176"/>
                  </a:lnTo>
                  <a:lnTo>
                    <a:pt x="19800" y="1800"/>
                  </a:lnTo>
                  <a:lnTo>
                    <a:pt x="20425" y="1533"/>
                  </a:lnTo>
                  <a:lnTo>
                    <a:pt x="21028" y="1462"/>
                  </a:lnTo>
                  <a:lnTo>
                    <a:pt x="21618" y="1561"/>
                  </a:lnTo>
                  <a:lnTo>
                    <a:pt x="22200" y="1800"/>
                  </a:lnTo>
                  <a:lnTo>
                    <a:pt x="22782" y="2152"/>
                  </a:lnTo>
                  <a:lnTo>
                    <a:pt x="23372" y="2587"/>
                  </a:lnTo>
                  <a:lnTo>
                    <a:pt x="23975" y="3080"/>
                  </a:lnTo>
                  <a:lnTo>
                    <a:pt x="24600" y="3600"/>
                  </a:lnTo>
                  <a:lnTo>
                    <a:pt x="25121" y="4101"/>
                  </a:lnTo>
                  <a:lnTo>
                    <a:pt x="25661" y="4738"/>
                  </a:lnTo>
                  <a:lnTo>
                    <a:pt x="26214" y="5473"/>
                  </a:lnTo>
                  <a:lnTo>
                    <a:pt x="26774" y="6269"/>
                  </a:lnTo>
                  <a:lnTo>
                    <a:pt x="27338" y="7088"/>
                  </a:lnTo>
                  <a:lnTo>
                    <a:pt x="27898" y="7891"/>
                  </a:lnTo>
                  <a:lnTo>
                    <a:pt x="28449" y="8642"/>
                  </a:lnTo>
                  <a:lnTo>
                    <a:pt x="28987" y="9302"/>
                  </a:lnTo>
                  <a:lnTo>
                    <a:pt x="29506" y="9834"/>
                  </a:lnTo>
                  <a:lnTo>
                    <a:pt x="30000" y="10200"/>
                  </a:lnTo>
                  <a:lnTo>
                    <a:pt x="30574" y="10468"/>
                  </a:lnTo>
                  <a:lnTo>
                    <a:pt x="31106" y="10603"/>
                  </a:lnTo>
                  <a:lnTo>
                    <a:pt x="31610" y="10611"/>
                  </a:lnTo>
                  <a:lnTo>
                    <a:pt x="32100" y="10500"/>
                  </a:lnTo>
                  <a:lnTo>
                    <a:pt x="32590" y="10276"/>
                  </a:lnTo>
                  <a:lnTo>
                    <a:pt x="33094" y="9947"/>
                  </a:lnTo>
                  <a:lnTo>
                    <a:pt x="33626" y="9519"/>
                  </a:lnTo>
                  <a:lnTo>
                    <a:pt x="34200" y="9000"/>
                  </a:lnTo>
                  <a:lnTo>
                    <a:pt x="34648" y="8503"/>
                  </a:lnTo>
                  <a:lnTo>
                    <a:pt x="35117" y="7854"/>
                  </a:lnTo>
                  <a:lnTo>
                    <a:pt x="35602" y="7089"/>
                  </a:lnTo>
                  <a:lnTo>
                    <a:pt x="36101" y="6246"/>
                  </a:lnTo>
                  <a:lnTo>
                    <a:pt x="36607" y="5360"/>
                  </a:lnTo>
                  <a:lnTo>
                    <a:pt x="37118" y="4468"/>
                  </a:lnTo>
                  <a:lnTo>
                    <a:pt x="37630" y="3607"/>
                  </a:lnTo>
                  <a:lnTo>
                    <a:pt x="38138" y="2813"/>
                  </a:lnTo>
                  <a:lnTo>
                    <a:pt x="38638" y="2123"/>
                  </a:lnTo>
                  <a:lnTo>
                    <a:pt x="39127" y="1573"/>
                  </a:lnTo>
                  <a:lnTo>
                    <a:pt x="39600" y="1200"/>
                  </a:lnTo>
                  <a:lnTo>
                    <a:pt x="40216" y="925"/>
                  </a:lnTo>
                  <a:lnTo>
                    <a:pt x="40800" y="834"/>
                  </a:lnTo>
                  <a:lnTo>
                    <a:pt x="41365" y="908"/>
                  </a:lnTo>
                  <a:lnTo>
                    <a:pt x="41925" y="1125"/>
                  </a:lnTo>
                  <a:lnTo>
                    <a:pt x="42495" y="1464"/>
                  </a:lnTo>
                  <a:lnTo>
                    <a:pt x="43088" y="1903"/>
                  </a:lnTo>
                  <a:lnTo>
                    <a:pt x="43718" y="2422"/>
                  </a:lnTo>
                  <a:lnTo>
                    <a:pt x="44400" y="3000"/>
                  </a:lnTo>
                  <a:lnTo>
                    <a:pt x="44895" y="3470"/>
                  </a:lnTo>
                  <a:lnTo>
                    <a:pt x="45424" y="4064"/>
                  </a:lnTo>
                  <a:lnTo>
                    <a:pt x="45980" y="4753"/>
                  </a:lnTo>
                  <a:lnTo>
                    <a:pt x="46556" y="5511"/>
                  </a:lnTo>
                  <a:lnTo>
                    <a:pt x="47144" y="6311"/>
                  </a:lnTo>
                  <a:lnTo>
                    <a:pt x="47737" y="7125"/>
                  </a:lnTo>
                  <a:lnTo>
                    <a:pt x="48329" y="7927"/>
                  </a:lnTo>
                  <a:lnTo>
                    <a:pt x="48911" y="8689"/>
                  </a:lnTo>
                  <a:lnTo>
                    <a:pt x="49477" y="9384"/>
                  </a:lnTo>
                  <a:lnTo>
                    <a:pt x="50018" y="9986"/>
                  </a:lnTo>
                  <a:lnTo>
                    <a:pt x="50528" y="10467"/>
                  </a:lnTo>
                  <a:lnTo>
                    <a:pt x="51000" y="10800"/>
                  </a:lnTo>
                  <a:lnTo>
                    <a:pt x="51636" y="11071"/>
                  </a:lnTo>
                  <a:lnTo>
                    <a:pt x="52205" y="11152"/>
                  </a:lnTo>
                  <a:lnTo>
                    <a:pt x="52724" y="11065"/>
                  </a:lnTo>
                  <a:lnTo>
                    <a:pt x="53212" y="10837"/>
                  </a:lnTo>
                  <a:lnTo>
                    <a:pt x="53687" y="10492"/>
                  </a:lnTo>
                  <a:lnTo>
                    <a:pt x="54164" y="10055"/>
                  </a:lnTo>
                  <a:lnTo>
                    <a:pt x="54663" y="9549"/>
                  </a:lnTo>
                  <a:lnTo>
                    <a:pt x="55200" y="9000"/>
                  </a:lnTo>
                  <a:lnTo>
                    <a:pt x="55653" y="8458"/>
                  </a:lnTo>
                  <a:lnTo>
                    <a:pt x="56112" y="7762"/>
                  </a:lnTo>
                  <a:lnTo>
                    <a:pt x="56577" y="6953"/>
                  </a:lnTo>
                  <a:lnTo>
                    <a:pt x="57048" y="6077"/>
                  </a:lnTo>
                  <a:lnTo>
                    <a:pt x="57525" y="5175"/>
                  </a:lnTo>
                  <a:lnTo>
                    <a:pt x="58008" y="4291"/>
                  </a:lnTo>
                  <a:lnTo>
                    <a:pt x="58497" y="3469"/>
                  </a:lnTo>
                  <a:lnTo>
                    <a:pt x="58992" y="2750"/>
                  </a:lnTo>
                  <a:lnTo>
                    <a:pt x="59493" y="2180"/>
                  </a:lnTo>
                  <a:lnTo>
                    <a:pt x="60000" y="1800"/>
                  </a:lnTo>
                  <a:lnTo>
                    <a:pt x="60642" y="1562"/>
                  </a:lnTo>
                  <a:lnTo>
                    <a:pt x="61294" y="1505"/>
                  </a:lnTo>
                  <a:lnTo>
                    <a:pt x="61955" y="1605"/>
                  </a:lnTo>
                  <a:lnTo>
                    <a:pt x="62625" y="1837"/>
                  </a:lnTo>
                  <a:lnTo>
                    <a:pt x="63305" y="2178"/>
                  </a:lnTo>
                  <a:lnTo>
                    <a:pt x="63994" y="2602"/>
                  </a:lnTo>
                  <a:lnTo>
                    <a:pt x="64692" y="3084"/>
                  </a:lnTo>
                  <a:lnTo>
                    <a:pt x="65400" y="3600"/>
                  </a:lnTo>
                  <a:lnTo>
                    <a:pt x="65984" y="4103"/>
                  </a:lnTo>
                  <a:lnTo>
                    <a:pt x="66590" y="4747"/>
                  </a:lnTo>
                  <a:lnTo>
                    <a:pt x="67213" y="5492"/>
                  </a:lnTo>
                  <a:lnTo>
                    <a:pt x="67843" y="6298"/>
                  </a:lnTo>
                  <a:lnTo>
                    <a:pt x="68475" y="7125"/>
                  </a:lnTo>
                  <a:lnTo>
                    <a:pt x="69101" y="7934"/>
                  </a:lnTo>
                  <a:lnTo>
                    <a:pt x="69713" y="8686"/>
                  </a:lnTo>
                  <a:lnTo>
                    <a:pt x="70306" y="9341"/>
                  </a:lnTo>
                  <a:lnTo>
                    <a:pt x="70870" y="9859"/>
                  </a:lnTo>
                  <a:lnTo>
                    <a:pt x="71400" y="10200"/>
                  </a:lnTo>
                  <a:lnTo>
                    <a:pt x="71999" y="10414"/>
                  </a:lnTo>
                  <a:lnTo>
                    <a:pt x="72534" y="10467"/>
                  </a:lnTo>
                  <a:lnTo>
                    <a:pt x="73028" y="10378"/>
                  </a:lnTo>
                  <a:lnTo>
                    <a:pt x="73500" y="10163"/>
                  </a:lnTo>
                  <a:lnTo>
                    <a:pt x="73972" y="9840"/>
                  </a:lnTo>
                  <a:lnTo>
                    <a:pt x="74466" y="9427"/>
                  </a:lnTo>
                  <a:lnTo>
                    <a:pt x="75001" y="8941"/>
                  </a:lnTo>
                  <a:lnTo>
                    <a:pt x="75600" y="8400"/>
                  </a:lnTo>
                  <a:lnTo>
                    <a:pt x="76100" y="7921"/>
                  </a:lnTo>
                  <a:lnTo>
                    <a:pt x="76663" y="7322"/>
                  </a:lnTo>
                  <a:lnTo>
                    <a:pt x="77269" y="6631"/>
                  </a:lnTo>
                  <a:lnTo>
                    <a:pt x="77902" y="5876"/>
                  </a:lnTo>
                  <a:lnTo>
                    <a:pt x="78544" y="5087"/>
                  </a:lnTo>
                  <a:lnTo>
                    <a:pt x="79177" y="4290"/>
                  </a:lnTo>
                  <a:lnTo>
                    <a:pt x="79784" y="3515"/>
                  </a:lnTo>
                  <a:lnTo>
                    <a:pt x="80348" y="2790"/>
                  </a:lnTo>
                  <a:lnTo>
                    <a:pt x="80850" y="2144"/>
                  </a:lnTo>
                  <a:lnTo>
                    <a:pt x="81273" y="1604"/>
                  </a:lnTo>
                  <a:lnTo>
                    <a:pt x="81600" y="1200"/>
                  </a:lnTo>
                </a:path>
              </a:pathLst>
            </a:custGeom>
            <a:noFill/>
            <a:ln w="384048" cap="rnd">
              <a:solidFill>
                <a:srgbClr val="2A4D8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02 螺旋带 y58"/>
            <p:cNvSpPr/>
            <p:nvPr/>
          </p:nvSpPr>
          <p:spPr>
            <a:xfrm>
              <a:off x="809900" y="4832100"/>
              <a:ext cx="7425600" cy="1014832"/>
            </a:xfrm>
            <a:custGeom>
              <a:avLst/>
              <a:gdLst/>
              <a:ahLst/>
              <a:cxnLst/>
              <a:rect l="l" t="t" r="r" b="b"/>
              <a:pathLst>
                <a:path w="81600" h="11152">
                  <a:moveTo>
                    <a:pt x="0" y="0"/>
                  </a:moveTo>
                  <a:lnTo>
                    <a:pt x="366" y="257"/>
                  </a:lnTo>
                  <a:lnTo>
                    <a:pt x="848" y="577"/>
                  </a:lnTo>
                  <a:lnTo>
                    <a:pt x="1422" y="954"/>
                  </a:lnTo>
                  <a:lnTo>
                    <a:pt x="2062" y="1387"/>
                  </a:lnTo>
                  <a:lnTo>
                    <a:pt x="2745" y="1872"/>
                  </a:lnTo>
                  <a:lnTo>
                    <a:pt x="3445" y="2405"/>
                  </a:lnTo>
                  <a:lnTo>
                    <a:pt x="4138" y="2982"/>
                  </a:lnTo>
                  <a:lnTo>
                    <a:pt x="4800" y="3600"/>
                  </a:lnTo>
                  <a:lnTo>
                    <a:pt x="5321" y="4171"/>
                  </a:lnTo>
                  <a:lnTo>
                    <a:pt x="5861" y="4843"/>
                  </a:lnTo>
                  <a:lnTo>
                    <a:pt x="6414" y="5586"/>
                  </a:lnTo>
                  <a:lnTo>
                    <a:pt x="6974" y="6370"/>
                  </a:lnTo>
                  <a:lnTo>
                    <a:pt x="7538" y="7163"/>
                  </a:lnTo>
                  <a:lnTo>
                    <a:pt x="8098" y="7934"/>
                  </a:lnTo>
                  <a:lnTo>
                    <a:pt x="8649" y="8655"/>
                  </a:lnTo>
                  <a:lnTo>
                    <a:pt x="9187" y="9293"/>
                  </a:lnTo>
                  <a:lnTo>
                    <a:pt x="9706" y="9818"/>
                  </a:lnTo>
                  <a:lnTo>
                    <a:pt x="10200" y="10200"/>
                  </a:lnTo>
                  <a:lnTo>
                    <a:pt x="10774" y="10519"/>
                  </a:lnTo>
                  <a:lnTo>
                    <a:pt x="11306" y="10725"/>
                  </a:lnTo>
                  <a:lnTo>
                    <a:pt x="11810" y="10819"/>
                  </a:lnTo>
                  <a:lnTo>
                    <a:pt x="12300" y="10800"/>
                  </a:lnTo>
                  <a:lnTo>
                    <a:pt x="12790" y="10669"/>
                  </a:lnTo>
                  <a:lnTo>
                    <a:pt x="13294" y="10425"/>
                  </a:lnTo>
                  <a:lnTo>
                    <a:pt x="13826" y="10069"/>
                  </a:lnTo>
                  <a:lnTo>
                    <a:pt x="14400" y="9600"/>
                  </a:lnTo>
                  <a:lnTo>
                    <a:pt x="14848" y="9125"/>
                  </a:lnTo>
                  <a:lnTo>
                    <a:pt x="15317" y="8490"/>
                  </a:lnTo>
                  <a:lnTo>
                    <a:pt x="15802" y="7732"/>
                  </a:lnTo>
                  <a:lnTo>
                    <a:pt x="16301" y="6890"/>
                  </a:lnTo>
                  <a:lnTo>
                    <a:pt x="16807" y="6000"/>
                  </a:lnTo>
                  <a:lnTo>
                    <a:pt x="17318" y="5102"/>
                  </a:lnTo>
                  <a:lnTo>
                    <a:pt x="17830" y="4232"/>
                  </a:lnTo>
                  <a:lnTo>
                    <a:pt x="18338" y="3430"/>
                  </a:lnTo>
                  <a:lnTo>
                    <a:pt x="18838" y="2731"/>
                  </a:lnTo>
                  <a:lnTo>
                    <a:pt x="19327" y="2176"/>
                  </a:lnTo>
                  <a:lnTo>
                    <a:pt x="19800" y="1800"/>
                  </a:lnTo>
                  <a:lnTo>
                    <a:pt x="20425" y="1533"/>
                  </a:lnTo>
                  <a:lnTo>
                    <a:pt x="21028" y="1462"/>
                  </a:lnTo>
                  <a:lnTo>
                    <a:pt x="21618" y="1561"/>
                  </a:lnTo>
                  <a:lnTo>
                    <a:pt x="22200" y="1800"/>
                  </a:lnTo>
                  <a:lnTo>
                    <a:pt x="22782" y="2152"/>
                  </a:lnTo>
                  <a:lnTo>
                    <a:pt x="23372" y="2587"/>
                  </a:lnTo>
                  <a:lnTo>
                    <a:pt x="23975" y="3080"/>
                  </a:lnTo>
                  <a:lnTo>
                    <a:pt x="24600" y="3600"/>
                  </a:lnTo>
                  <a:lnTo>
                    <a:pt x="25121" y="4101"/>
                  </a:lnTo>
                  <a:lnTo>
                    <a:pt x="25661" y="4738"/>
                  </a:lnTo>
                  <a:lnTo>
                    <a:pt x="26214" y="5473"/>
                  </a:lnTo>
                  <a:lnTo>
                    <a:pt x="26774" y="6269"/>
                  </a:lnTo>
                  <a:lnTo>
                    <a:pt x="27338" y="7088"/>
                  </a:lnTo>
                  <a:lnTo>
                    <a:pt x="27898" y="7891"/>
                  </a:lnTo>
                  <a:lnTo>
                    <a:pt x="28449" y="8642"/>
                  </a:lnTo>
                  <a:lnTo>
                    <a:pt x="28987" y="9302"/>
                  </a:lnTo>
                  <a:lnTo>
                    <a:pt x="29506" y="9834"/>
                  </a:lnTo>
                  <a:lnTo>
                    <a:pt x="30000" y="10200"/>
                  </a:lnTo>
                  <a:lnTo>
                    <a:pt x="30574" y="10468"/>
                  </a:lnTo>
                  <a:lnTo>
                    <a:pt x="31106" y="10603"/>
                  </a:lnTo>
                  <a:lnTo>
                    <a:pt x="31610" y="10611"/>
                  </a:lnTo>
                  <a:lnTo>
                    <a:pt x="32100" y="10500"/>
                  </a:lnTo>
                  <a:lnTo>
                    <a:pt x="32590" y="10276"/>
                  </a:lnTo>
                  <a:lnTo>
                    <a:pt x="33094" y="9947"/>
                  </a:lnTo>
                  <a:lnTo>
                    <a:pt x="33626" y="9519"/>
                  </a:lnTo>
                  <a:lnTo>
                    <a:pt x="34200" y="9000"/>
                  </a:lnTo>
                  <a:lnTo>
                    <a:pt x="34648" y="8503"/>
                  </a:lnTo>
                  <a:lnTo>
                    <a:pt x="35117" y="7854"/>
                  </a:lnTo>
                  <a:lnTo>
                    <a:pt x="35602" y="7089"/>
                  </a:lnTo>
                  <a:lnTo>
                    <a:pt x="36101" y="6246"/>
                  </a:lnTo>
                  <a:lnTo>
                    <a:pt x="36607" y="5360"/>
                  </a:lnTo>
                  <a:lnTo>
                    <a:pt x="37118" y="4468"/>
                  </a:lnTo>
                  <a:lnTo>
                    <a:pt x="37630" y="3607"/>
                  </a:lnTo>
                  <a:lnTo>
                    <a:pt x="38138" y="2813"/>
                  </a:lnTo>
                  <a:lnTo>
                    <a:pt x="38638" y="2123"/>
                  </a:lnTo>
                  <a:lnTo>
                    <a:pt x="39127" y="1573"/>
                  </a:lnTo>
                  <a:lnTo>
                    <a:pt x="39600" y="1200"/>
                  </a:lnTo>
                  <a:lnTo>
                    <a:pt x="40216" y="925"/>
                  </a:lnTo>
                  <a:lnTo>
                    <a:pt x="40800" y="834"/>
                  </a:lnTo>
                  <a:lnTo>
                    <a:pt x="41365" y="908"/>
                  </a:lnTo>
                  <a:lnTo>
                    <a:pt x="41925" y="1125"/>
                  </a:lnTo>
                  <a:lnTo>
                    <a:pt x="42495" y="1464"/>
                  </a:lnTo>
                  <a:lnTo>
                    <a:pt x="43088" y="1903"/>
                  </a:lnTo>
                  <a:lnTo>
                    <a:pt x="43718" y="2422"/>
                  </a:lnTo>
                  <a:lnTo>
                    <a:pt x="44400" y="3000"/>
                  </a:lnTo>
                  <a:lnTo>
                    <a:pt x="44895" y="3470"/>
                  </a:lnTo>
                  <a:lnTo>
                    <a:pt x="45424" y="4064"/>
                  </a:lnTo>
                  <a:lnTo>
                    <a:pt x="45980" y="4753"/>
                  </a:lnTo>
                  <a:lnTo>
                    <a:pt x="46556" y="5511"/>
                  </a:lnTo>
                  <a:lnTo>
                    <a:pt x="47144" y="6311"/>
                  </a:lnTo>
                  <a:lnTo>
                    <a:pt x="47737" y="7125"/>
                  </a:lnTo>
                  <a:lnTo>
                    <a:pt x="48329" y="7927"/>
                  </a:lnTo>
                  <a:lnTo>
                    <a:pt x="48911" y="8689"/>
                  </a:lnTo>
                  <a:lnTo>
                    <a:pt x="49477" y="9384"/>
                  </a:lnTo>
                  <a:lnTo>
                    <a:pt x="50018" y="9986"/>
                  </a:lnTo>
                  <a:lnTo>
                    <a:pt x="50528" y="10467"/>
                  </a:lnTo>
                  <a:lnTo>
                    <a:pt x="51000" y="10800"/>
                  </a:lnTo>
                  <a:lnTo>
                    <a:pt x="51636" y="11071"/>
                  </a:lnTo>
                  <a:lnTo>
                    <a:pt x="52205" y="11152"/>
                  </a:lnTo>
                  <a:lnTo>
                    <a:pt x="52724" y="11065"/>
                  </a:lnTo>
                  <a:lnTo>
                    <a:pt x="53212" y="10837"/>
                  </a:lnTo>
                  <a:lnTo>
                    <a:pt x="53687" y="10492"/>
                  </a:lnTo>
                  <a:lnTo>
                    <a:pt x="54164" y="10055"/>
                  </a:lnTo>
                  <a:lnTo>
                    <a:pt x="54663" y="9549"/>
                  </a:lnTo>
                  <a:lnTo>
                    <a:pt x="55200" y="9000"/>
                  </a:lnTo>
                  <a:lnTo>
                    <a:pt x="55653" y="8458"/>
                  </a:lnTo>
                  <a:lnTo>
                    <a:pt x="56112" y="7762"/>
                  </a:lnTo>
                  <a:lnTo>
                    <a:pt x="56577" y="6953"/>
                  </a:lnTo>
                  <a:lnTo>
                    <a:pt x="57048" y="6077"/>
                  </a:lnTo>
                  <a:lnTo>
                    <a:pt x="57525" y="5175"/>
                  </a:lnTo>
                  <a:lnTo>
                    <a:pt x="58008" y="4291"/>
                  </a:lnTo>
                  <a:lnTo>
                    <a:pt x="58497" y="3469"/>
                  </a:lnTo>
                  <a:lnTo>
                    <a:pt x="58992" y="2750"/>
                  </a:lnTo>
                  <a:lnTo>
                    <a:pt x="59493" y="2180"/>
                  </a:lnTo>
                  <a:lnTo>
                    <a:pt x="60000" y="1800"/>
                  </a:lnTo>
                  <a:lnTo>
                    <a:pt x="60642" y="1562"/>
                  </a:lnTo>
                  <a:lnTo>
                    <a:pt x="61294" y="1505"/>
                  </a:lnTo>
                  <a:lnTo>
                    <a:pt x="61955" y="1605"/>
                  </a:lnTo>
                  <a:lnTo>
                    <a:pt x="62625" y="1837"/>
                  </a:lnTo>
                  <a:lnTo>
                    <a:pt x="63305" y="2178"/>
                  </a:lnTo>
                  <a:lnTo>
                    <a:pt x="63994" y="2602"/>
                  </a:lnTo>
                  <a:lnTo>
                    <a:pt x="64692" y="3084"/>
                  </a:lnTo>
                  <a:lnTo>
                    <a:pt x="65400" y="3600"/>
                  </a:lnTo>
                  <a:lnTo>
                    <a:pt x="65984" y="4103"/>
                  </a:lnTo>
                  <a:lnTo>
                    <a:pt x="66590" y="4747"/>
                  </a:lnTo>
                  <a:lnTo>
                    <a:pt x="67213" y="5492"/>
                  </a:lnTo>
                  <a:lnTo>
                    <a:pt x="67843" y="6298"/>
                  </a:lnTo>
                  <a:lnTo>
                    <a:pt x="68475" y="7125"/>
                  </a:lnTo>
                  <a:lnTo>
                    <a:pt x="69101" y="7934"/>
                  </a:lnTo>
                  <a:lnTo>
                    <a:pt x="69713" y="8686"/>
                  </a:lnTo>
                  <a:lnTo>
                    <a:pt x="70306" y="9341"/>
                  </a:lnTo>
                  <a:lnTo>
                    <a:pt x="70870" y="9859"/>
                  </a:lnTo>
                  <a:lnTo>
                    <a:pt x="71400" y="10200"/>
                  </a:lnTo>
                  <a:lnTo>
                    <a:pt x="71999" y="10414"/>
                  </a:lnTo>
                  <a:lnTo>
                    <a:pt x="72534" y="10467"/>
                  </a:lnTo>
                  <a:lnTo>
                    <a:pt x="73028" y="10378"/>
                  </a:lnTo>
                  <a:lnTo>
                    <a:pt x="73500" y="10163"/>
                  </a:lnTo>
                  <a:lnTo>
                    <a:pt x="73972" y="9840"/>
                  </a:lnTo>
                  <a:lnTo>
                    <a:pt x="74466" y="9427"/>
                  </a:lnTo>
                  <a:lnTo>
                    <a:pt x="75001" y="8941"/>
                  </a:lnTo>
                  <a:lnTo>
                    <a:pt x="75600" y="8400"/>
                  </a:lnTo>
                  <a:lnTo>
                    <a:pt x="76100" y="7921"/>
                  </a:lnTo>
                  <a:lnTo>
                    <a:pt x="76663" y="7322"/>
                  </a:lnTo>
                  <a:lnTo>
                    <a:pt x="77269" y="6631"/>
                  </a:lnTo>
                  <a:lnTo>
                    <a:pt x="77902" y="5876"/>
                  </a:lnTo>
                  <a:lnTo>
                    <a:pt x="78544" y="5087"/>
                  </a:lnTo>
                  <a:lnTo>
                    <a:pt x="79177" y="4290"/>
                  </a:lnTo>
                  <a:lnTo>
                    <a:pt x="79784" y="3515"/>
                  </a:lnTo>
                  <a:lnTo>
                    <a:pt x="80348" y="2790"/>
                  </a:lnTo>
                  <a:lnTo>
                    <a:pt x="80850" y="2144"/>
                  </a:lnTo>
                  <a:lnTo>
                    <a:pt x="81273" y="1604"/>
                  </a:lnTo>
                  <a:lnTo>
                    <a:pt x="81600" y="1200"/>
                  </a:lnTo>
                </a:path>
              </a:pathLst>
            </a:custGeom>
            <a:noFill/>
            <a:ln w="301752" cap="rnd">
              <a:solidFill>
                <a:srgbClr val="AFC5E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02 螺旋带 y58"/>
            <p:cNvSpPr/>
            <p:nvPr/>
          </p:nvSpPr>
          <p:spPr>
            <a:xfrm>
              <a:off x="809900" y="4796610"/>
              <a:ext cx="7425600" cy="1014832"/>
            </a:xfrm>
            <a:custGeom>
              <a:avLst/>
              <a:gdLst/>
              <a:ahLst/>
              <a:cxnLst/>
              <a:rect l="l" t="t" r="r" b="b"/>
              <a:pathLst>
                <a:path w="81600" h="11152">
                  <a:moveTo>
                    <a:pt x="0" y="0"/>
                  </a:moveTo>
                  <a:lnTo>
                    <a:pt x="366" y="257"/>
                  </a:lnTo>
                  <a:lnTo>
                    <a:pt x="848" y="577"/>
                  </a:lnTo>
                  <a:lnTo>
                    <a:pt x="1422" y="954"/>
                  </a:lnTo>
                  <a:lnTo>
                    <a:pt x="2062" y="1388"/>
                  </a:lnTo>
                  <a:lnTo>
                    <a:pt x="2745" y="1872"/>
                  </a:lnTo>
                  <a:lnTo>
                    <a:pt x="3445" y="2405"/>
                  </a:lnTo>
                  <a:lnTo>
                    <a:pt x="4138" y="2982"/>
                  </a:lnTo>
                  <a:lnTo>
                    <a:pt x="4800" y="3600"/>
                  </a:lnTo>
                  <a:lnTo>
                    <a:pt x="5321" y="4171"/>
                  </a:lnTo>
                  <a:lnTo>
                    <a:pt x="5861" y="4843"/>
                  </a:lnTo>
                  <a:lnTo>
                    <a:pt x="6414" y="5586"/>
                  </a:lnTo>
                  <a:lnTo>
                    <a:pt x="6974" y="6370"/>
                  </a:lnTo>
                  <a:lnTo>
                    <a:pt x="7538" y="7162"/>
                  </a:lnTo>
                  <a:lnTo>
                    <a:pt x="8098" y="7934"/>
                  </a:lnTo>
                  <a:lnTo>
                    <a:pt x="8649" y="8655"/>
                  </a:lnTo>
                  <a:lnTo>
                    <a:pt x="9187" y="9293"/>
                  </a:lnTo>
                  <a:lnTo>
                    <a:pt x="9706" y="9818"/>
                  </a:lnTo>
                  <a:lnTo>
                    <a:pt x="10200" y="10200"/>
                  </a:lnTo>
                  <a:lnTo>
                    <a:pt x="10774" y="10519"/>
                  </a:lnTo>
                  <a:lnTo>
                    <a:pt x="11306" y="10725"/>
                  </a:lnTo>
                  <a:lnTo>
                    <a:pt x="11810" y="10819"/>
                  </a:lnTo>
                  <a:lnTo>
                    <a:pt x="12300" y="10800"/>
                  </a:lnTo>
                  <a:lnTo>
                    <a:pt x="12790" y="10669"/>
                  </a:lnTo>
                  <a:lnTo>
                    <a:pt x="13294" y="10425"/>
                  </a:lnTo>
                  <a:lnTo>
                    <a:pt x="13826" y="10069"/>
                  </a:lnTo>
                  <a:lnTo>
                    <a:pt x="14400" y="9600"/>
                  </a:lnTo>
                  <a:lnTo>
                    <a:pt x="14848" y="9125"/>
                  </a:lnTo>
                  <a:lnTo>
                    <a:pt x="15317" y="8490"/>
                  </a:lnTo>
                  <a:lnTo>
                    <a:pt x="15802" y="7732"/>
                  </a:lnTo>
                  <a:lnTo>
                    <a:pt x="16301" y="6890"/>
                  </a:lnTo>
                  <a:lnTo>
                    <a:pt x="16807" y="6000"/>
                  </a:lnTo>
                  <a:lnTo>
                    <a:pt x="17318" y="5102"/>
                  </a:lnTo>
                  <a:lnTo>
                    <a:pt x="17830" y="4232"/>
                  </a:lnTo>
                  <a:lnTo>
                    <a:pt x="18338" y="3430"/>
                  </a:lnTo>
                  <a:lnTo>
                    <a:pt x="18838" y="2731"/>
                  </a:lnTo>
                  <a:lnTo>
                    <a:pt x="19327" y="2176"/>
                  </a:lnTo>
                  <a:lnTo>
                    <a:pt x="19800" y="1800"/>
                  </a:lnTo>
                  <a:lnTo>
                    <a:pt x="20425" y="1533"/>
                  </a:lnTo>
                  <a:lnTo>
                    <a:pt x="21028" y="1463"/>
                  </a:lnTo>
                  <a:lnTo>
                    <a:pt x="21618" y="1561"/>
                  </a:lnTo>
                  <a:lnTo>
                    <a:pt x="22200" y="1800"/>
                  </a:lnTo>
                  <a:lnTo>
                    <a:pt x="22782" y="2152"/>
                  </a:lnTo>
                  <a:lnTo>
                    <a:pt x="23372" y="2588"/>
                  </a:lnTo>
                  <a:lnTo>
                    <a:pt x="23975" y="3080"/>
                  </a:lnTo>
                  <a:lnTo>
                    <a:pt x="24600" y="3600"/>
                  </a:lnTo>
                  <a:lnTo>
                    <a:pt x="25121" y="4101"/>
                  </a:lnTo>
                  <a:lnTo>
                    <a:pt x="25661" y="4738"/>
                  </a:lnTo>
                  <a:lnTo>
                    <a:pt x="26214" y="5473"/>
                  </a:lnTo>
                  <a:lnTo>
                    <a:pt x="26774" y="6269"/>
                  </a:lnTo>
                  <a:lnTo>
                    <a:pt x="27338" y="7088"/>
                  </a:lnTo>
                  <a:lnTo>
                    <a:pt x="27898" y="7891"/>
                  </a:lnTo>
                  <a:lnTo>
                    <a:pt x="28449" y="8642"/>
                  </a:lnTo>
                  <a:lnTo>
                    <a:pt x="28987" y="9302"/>
                  </a:lnTo>
                  <a:lnTo>
                    <a:pt x="29506" y="9834"/>
                  </a:lnTo>
                  <a:lnTo>
                    <a:pt x="30000" y="10200"/>
                  </a:lnTo>
                  <a:lnTo>
                    <a:pt x="30574" y="10468"/>
                  </a:lnTo>
                  <a:lnTo>
                    <a:pt x="31106" y="10603"/>
                  </a:lnTo>
                  <a:lnTo>
                    <a:pt x="31610" y="10611"/>
                  </a:lnTo>
                  <a:lnTo>
                    <a:pt x="32100" y="10500"/>
                  </a:lnTo>
                  <a:lnTo>
                    <a:pt x="32590" y="10276"/>
                  </a:lnTo>
                  <a:lnTo>
                    <a:pt x="33094" y="9947"/>
                  </a:lnTo>
                  <a:lnTo>
                    <a:pt x="33626" y="9519"/>
                  </a:lnTo>
                  <a:lnTo>
                    <a:pt x="34200" y="9000"/>
                  </a:lnTo>
                  <a:lnTo>
                    <a:pt x="34648" y="8503"/>
                  </a:lnTo>
                  <a:lnTo>
                    <a:pt x="35117" y="7854"/>
                  </a:lnTo>
                  <a:lnTo>
                    <a:pt x="35602" y="7089"/>
                  </a:lnTo>
                  <a:lnTo>
                    <a:pt x="36101" y="6246"/>
                  </a:lnTo>
                  <a:lnTo>
                    <a:pt x="36607" y="5360"/>
                  </a:lnTo>
                  <a:lnTo>
                    <a:pt x="37118" y="4468"/>
                  </a:lnTo>
                  <a:lnTo>
                    <a:pt x="37630" y="3607"/>
                  </a:lnTo>
                  <a:lnTo>
                    <a:pt x="38138" y="2813"/>
                  </a:lnTo>
                  <a:lnTo>
                    <a:pt x="38638" y="2123"/>
                  </a:lnTo>
                  <a:lnTo>
                    <a:pt x="39127" y="1573"/>
                  </a:lnTo>
                  <a:lnTo>
                    <a:pt x="39600" y="1200"/>
                  </a:lnTo>
                  <a:lnTo>
                    <a:pt x="40216" y="925"/>
                  </a:lnTo>
                  <a:lnTo>
                    <a:pt x="40800" y="834"/>
                  </a:lnTo>
                  <a:lnTo>
                    <a:pt x="41365" y="908"/>
                  </a:lnTo>
                  <a:lnTo>
                    <a:pt x="41925" y="1125"/>
                  </a:lnTo>
                  <a:lnTo>
                    <a:pt x="42495" y="1464"/>
                  </a:lnTo>
                  <a:lnTo>
                    <a:pt x="43088" y="1903"/>
                  </a:lnTo>
                  <a:lnTo>
                    <a:pt x="43718" y="2422"/>
                  </a:lnTo>
                  <a:lnTo>
                    <a:pt x="44400" y="3000"/>
                  </a:lnTo>
                  <a:lnTo>
                    <a:pt x="44895" y="3470"/>
                  </a:lnTo>
                  <a:lnTo>
                    <a:pt x="45424" y="4064"/>
                  </a:lnTo>
                  <a:lnTo>
                    <a:pt x="45980" y="4753"/>
                  </a:lnTo>
                  <a:lnTo>
                    <a:pt x="46556" y="5511"/>
                  </a:lnTo>
                  <a:lnTo>
                    <a:pt x="47144" y="6311"/>
                  </a:lnTo>
                  <a:lnTo>
                    <a:pt x="47737" y="7125"/>
                  </a:lnTo>
                  <a:lnTo>
                    <a:pt x="48329" y="7927"/>
                  </a:lnTo>
                  <a:lnTo>
                    <a:pt x="48911" y="8689"/>
                  </a:lnTo>
                  <a:lnTo>
                    <a:pt x="49477" y="9384"/>
                  </a:lnTo>
                  <a:lnTo>
                    <a:pt x="50018" y="9986"/>
                  </a:lnTo>
                  <a:lnTo>
                    <a:pt x="50528" y="10467"/>
                  </a:lnTo>
                  <a:lnTo>
                    <a:pt x="51000" y="10800"/>
                  </a:lnTo>
                  <a:lnTo>
                    <a:pt x="51636" y="11071"/>
                  </a:lnTo>
                  <a:lnTo>
                    <a:pt x="52205" y="11152"/>
                  </a:lnTo>
                  <a:lnTo>
                    <a:pt x="52724" y="11065"/>
                  </a:lnTo>
                  <a:lnTo>
                    <a:pt x="53212" y="10838"/>
                  </a:lnTo>
                  <a:lnTo>
                    <a:pt x="53687" y="10492"/>
                  </a:lnTo>
                  <a:lnTo>
                    <a:pt x="54164" y="10055"/>
                  </a:lnTo>
                  <a:lnTo>
                    <a:pt x="54663" y="9549"/>
                  </a:lnTo>
                  <a:lnTo>
                    <a:pt x="55200" y="9000"/>
                  </a:lnTo>
                  <a:lnTo>
                    <a:pt x="55653" y="8458"/>
                  </a:lnTo>
                  <a:lnTo>
                    <a:pt x="56112" y="7762"/>
                  </a:lnTo>
                  <a:lnTo>
                    <a:pt x="56577" y="6953"/>
                  </a:lnTo>
                  <a:lnTo>
                    <a:pt x="57048" y="6077"/>
                  </a:lnTo>
                  <a:lnTo>
                    <a:pt x="57525" y="5175"/>
                  </a:lnTo>
                  <a:lnTo>
                    <a:pt x="58008" y="4291"/>
                  </a:lnTo>
                  <a:lnTo>
                    <a:pt x="58497" y="3469"/>
                  </a:lnTo>
                  <a:lnTo>
                    <a:pt x="58992" y="2750"/>
                  </a:lnTo>
                  <a:lnTo>
                    <a:pt x="59493" y="2180"/>
                  </a:lnTo>
                  <a:lnTo>
                    <a:pt x="60000" y="1800"/>
                  </a:lnTo>
                  <a:lnTo>
                    <a:pt x="60642" y="1562"/>
                  </a:lnTo>
                  <a:lnTo>
                    <a:pt x="61294" y="1505"/>
                  </a:lnTo>
                  <a:lnTo>
                    <a:pt x="61955" y="1605"/>
                  </a:lnTo>
                  <a:lnTo>
                    <a:pt x="62625" y="1838"/>
                  </a:lnTo>
                  <a:lnTo>
                    <a:pt x="63305" y="2178"/>
                  </a:lnTo>
                  <a:lnTo>
                    <a:pt x="63994" y="2602"/>
                  </a:lnTo>
                  <a:lnTo>
                    <a:pt x="64692" y="3084"/>
                  </a:lnTo>
                  <a:lnTo>
                    <a:pt x="65400" y="3600"/>
                  </a:lnTo>
                  <a:lnTo>
                    <a:pt x="65984" y="4103"/>
                  </a:lnTo>
                  <a:lnTo>
                    <a:pt x="66590" y="4747"/>
                  </a:lnTo>
                  <a:lnTo>
                    <a:pt x="67213" y="5492"/>
                  </a:lnTo>
                  <a:lnTo>
                    <a:pt x="67843" y="6298"/>
                  </a:lnTo>
                  <a:lnTo>
                    <a:pt x="68475" y="7125"/>
                  </a:lnTo>
                  <a:lnTo>
                    <a:pt x="69101" y="7934"/>
                  </a:lnTo>
                  <a:lnTo>
                    <a:pt x="69713" y="8686"/>
                  </a:lnTo>
                  <a:lnTo>
                    <a:pt x="70306" y="9341"/>
                  </a:lnTo>
                  <a:lnTo>
                    <a:pt x="70870" y="9859"/>
                  </a:lnTo>
                  <a:lnTo>
                    <a:pt x="71400" y="10200"/>
                  </a:lnTo>
                  <a:lnTo>
                    <a:pt x="71999" y="10414"/>
                  </a:lnTo>
                  <a:lnTo>
                    <a:pt x="72534" y="10467"/>
                  </a:lnTo>
                  <a:lnTo>
                    <a:pt x="73028" y="10378"/>
                  </a:lnTo>
                  <a:lnTo>
                    <a:pt x="73500" y="10163"/>
                  </a:lnTo>
                  <a:lnTo>
                    <a:pt x="73972" y="9840"/>
                  </a:lnTo>
                  <a:lnTo>
                    <a:pt x="74466" y="9427"/>
                  </a:lnTo>
                  <a:lnTo>
                    <a:pt x="75001" y="8941"/>
                  </a:lnTo>
                  <a:lnTo>
                    <a:pt x="75600" y="8400"/>
                  </a:lnTo>
                  <a:lnTo>
                    <a:pt x="76100" y="7921"/>
                  </a:lnTo>
                  <a:lnTo>
                    <a:pt x="76663" y="7322"/>
                  </a:lnTo>
                  <a:lnTo>
                    <a:pt x="77269" y="6631"/>
                  </a:lnTo>
                  <a:lnTo>
                    <a:pt x="77902" y="5876"/>
                  </a:lnTo>
                  <a:lnTo>
                    <a:pt x="78544" y="5087"/>
                  </a:lnTo>
                  <a:lnTo>
                    <a:pt x="79177" y="4290"/>
                  </a:lnTo>
                  <a:lnTo>
                    <a:pt x="79784" y="3515"/>
                  </a:lnTo>
                  <a:lnTo>
                    <a:pt x="80348" y="2790"/>
                  </a:lnTo>
                  <a:lnTo>
                    <a:pt x="80850" y="2144"/>
                  </a:lnTo>
                  <a:lnTo>
                    <a:pt x="81273" y="1604"/>
                  </a:lnTo>
                  <a:lnTo>
                    <a:pt x="81600" y="1200"/>
                  </a:lnTo>
                </a:path>
              </a:pathLst>
            </a:custGeom>
            <a:noFill/>
            <a:ln w="104241" cap="rnd">
              <a:solidFill>
                <a:srgbClr val="E0E9F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02 螺旋带 y58"/>
            <p:cNvSpPr/>
            <p:nvPr/>
          </p:nvSpPr>
          <p:spPr>
            <a:xfrm>
              <a:off x="809900" y="4919460"/>
              <a:ext cx="7425600" cy="1014832"/>
            </a:xfrm>
            <a:custGeom>
              <a:avLst/>
              <a:gdLst/>
              <a:ahLst/>
              <a:cxnLst/>
              <a:rect l="l" t="t" r="r" b="b"/>
              <a:pathLst>
                <a:path w="81600" h="11152">
                  <a:moveTo>
                    <a:pt x="0" y="0"/>
                  </a:moveTo>
                  <a:lnTo>
                    <a:pt x="366" y="257"/>
                  </a:lnTo>
                  <a:lnTo>
                    <a:pt x="848" y="577"/>
                  </a:lnTo>
                  <a:lnTo>
                    <a:pt x="1422" y="954"/>
                  </a:lnTo>
                  <a:lnTo>
                    <a:pt x="2062" y="1388"/>
                  </a:lnTo>
                  <a:lnTo>
                    <a:pt x="2745" y="1872"/>
                  </a:lnTo>
                  <a:lnTo>
                    <a:pt x="3445" y="2405"/>
                  </a:lnTo>
                  <a:lnTo>
                    <a:pt x="4138" y="2982"/>
                  </a:lnTo>
                  <a:lnTo>
                    <a:pt x="4800" y="3600"/>
                  </a:lnTo>
                  <a:lnTo>
                    <a:pt x="5321" y="4171"/>
                  </a:lnTo>
                  <a:lnTo>
                    <a:pt x="5861" y="4843"/>
                  </a:lnTo>
                  <a:lnTo>
                    <a:pt x="6414" y="5586"/>
                  </a:lnTo>
                  <a:lnTo>
                    <a:pt x="6974" y="6370"/>
                  </a:lnTo>
                  <a:lnTo>
                    <a:pt x="7538" y="7162"/>
                  </a:lnTo>
                  <a:lnTo>
                    <a:pt x="8098" y="7934"/>
                  </a:lnTo>
                  <a:lnTo>
                    <a:pt x="8649" y="8655"/>
                  </a:lnTo>
                  <a:lnTo>
                    <a:pt x="9187" y="9293"/>
                  </a:lnTo>
                  <a:lnTo>
                    <a:pt x="9706" y="9818"/>
                  </a:lnTo>
                  <a:lnTo>
                    <a:pt x="10200" y="10200"/>
                  </a:lnTo>
                  <a:lnTo>
                    <a:pt x="10774" y="10519"/>
                  </a:lnTo>
                  <a:lnTo>
                    <a:pt x="11306" y="10725"/>
                  </a:lnTo>
                  <a:lnTo>
                    <a:pt x="11810" y="10819"/>
                  </a:lnTo>
                  <a:lnTo>
                    <a:pt x="12300" y="10800"/>
                  </a:lnTo>
                  <a:lnTo>
                    <a:pt x="12790" y="10669"/>
                  </a:lnTo>
                  <a:lnTo>
                    <a:pt x="13294" y="10425"/>
                  </a:lnTo>
                  <a:lnTo>
                    <a:pt x="13826" y="10069"/>
                  </a:lnTo>
                  <a:lnTo>
                    <a:pt x="14400" y="9600"/>
                  </a:lnTo>
                  <a:lnTo>
                    <a:pt x="14848" y="9125"/>
                  </a:lnTo>
                  <a:lnTo>
                    <a:pt x="15317" y="8490"/>
                  </a:lnTo>
                  <a:lnTo>
                    <a:pt x="15802" y="7732"/>
                  </a:lnTo>
                  <a:lnTo>
                    <a:pt x="16301" y="6890"/>
                  </a:lnTo>
                  <a:lnTo>
                    <a:pt x="16807" y="6000"/>
                  </a:lnTo>
                  <a:lnTo>
                    <a:pt x="17318" y="5102"/>
                  </a:lnTo>
                  <a:lnTo>
                    <a:pt x="17830" y="4232"/>
                  </a:lnTo>
                  <a:lnTo>
                    <a:pt x="18338" y="3430"/>
                  </a:lnTo>
                  <a:lnTo>
                    <a:pt x="18838" y="2731"/>
                  </a:lnTo>
                  <a:lnTo>
                    <a:pt x="19327" y="2176"/>
                  </a:lnTo>
                  <a:lnTo>
                    <a:pt x="19800" y="1800"/>
                  </a:lnTo>
                  <a:lnTo>
                    <a:pt x="20425" y="1533"/>
                  </a:lnTo>
                  <a:lnTo>
                    <a:pt x="21028" y="1463"/>
                  </a:lnTo>
                  <a:lnTo>
                    <a:pt x="21618" y="1561"/>
                  </a:lnTo>
                  <a:lnTo>
                    <a:pt x="22200" y="1800"/>
                  </a:lnTo>
                  <a:lnTo>
                    <a:pt x="22782" y="2152"/>
                  </a:lnTo>
                  <a:lnTo>
                    <a:pt x="23372" y="2588"/>
                  </a:lnTo>
                  <a:lnTo>
                    <a:pt x="23975" y="3080"/>
                  </a:lnTo>
                  <a:lnTo>
                    <a:pt x="24600" y="3600"/>
                  </a:lnTo>
                  <a:lnTo>
                    <a:pt x="25121" y="4101"/>
                  </a:lnTo>
                  <a:lnTo>
                    <a:pt x="25661" y="4738"/>
                  </a:lnTo>
                  <a:lnTo>
                    <a:pt x="26214" y="5473"/>
                  </a:lnTo>
                  <a:lnTo>
                    <a:pt x="26774" y="6269"/>
                  </a:lnTo>
                  <a:lnTo>
                    <a:pt x="27338" y="7088"/>
                  </a:lnTo>
                  <a:lnTo>
                    <a:pt x="27898" y="7891"/>
                  </a:lnTo>
                  <a:lnTo>
                    <a:pt x="28449" y="8642"/>
                  </a:lnTo>
                  <a:lnTo>
                    <a:pt x="28987" y="9302"/>
                  </a:lnTo>
                  <a:lnTo>
                    <a:pt x="29506" y="9834"/>
                  </a:lnTo>
                  <a:lnTo>
                    <a:pt x="30000" y="10200"/>
                  </a:lnTo>
                  <a:lnTo>
                    <a:pt x="30574" y="10468"/>
                  </a:lnTo>
                  <a:lnTo>
                    <a:pt x="31106" y="10603"/>
                  </a:lnTo>
                  <a:lnTo>
                    <a:pt x="31610" y="10611"/>
                  </a:lnTo>
                  <a:lnTo>
                    <a:pt x="32100" y="10500"/>
                  </a:lnTo>
                  <a:lnTo>
                    <a:pt x="32590" y="10276"/>
                  </a:lnTo>
                  <a:lnTo>
                    <a:pt x="33094" y="9947"/>
                  </a:lnTo>
                  <a:lnTo>
                    <a:pt x="33626" y="9519"/>
                  </a:lnTo>
                  <a:lnTo>
                    <a:pt x="34200" y="9000"/>
                  </a:lnTo>
                  <a:lnTo>
                    <a:pt x="34648" y="8503"/>
                  </a:lnTo>
                  <a:lnTo>
                    <a:pt x="35117" y="7854"/>
                  </a:lnTo>
                  <a:lnTo>
                    <a:pt x="35602" y="7089"/>
                  </a:lnTo>
                  <a:lnTo>
                    <a:pt x="36101" y="6246"/>
                  </a:lnTo>
                  <a:lnTo>
                    <a:pt x="36607" y="5360"/>
                  </a:lnTo>
                  <a:lnTo>
                    <a:pt x="37118" y="4468"/>
                  </a:lnTo>
                  <a:lnTo>
                    <a:pt x="37630" y="3607"/>
                  </a:lnTo>
                  <a:lnTo>
                    <a:pt x="38138" y="2813"/>
                  </a:lnTo>
                  <a:lnTo>
                    <a:pt x="38638" y="2123"/>
                  </a:lnTo>
                  <a:lnTo>
                    <a:pt x="39127" y="1573"/>
                  </a:lnTo>
                  <a:lnTo>
                    <a:pt x="39600" y="1200"/>
                  </a:lnTo>
                  <a:lnTo>
                    <a:pt x="40216" y="925"/>
                  </a:lnTo>
                  <a:lnTo>
                    <a:pt x="40800" y="834"/>
                  </a:lnTo>
                  <a:lnTo>
                    <a:pt x="41365" y="908"/>
                  </a:lnTo>
                  <a:lnTo>
                    <a:pt x="41925" y="1125"/>
                  </a:lnTo>
                  <a:lnTo>
                    <a:pt x="42495" y="1464"/>
                  </a:lnTo>
                  <a:lnTo>
                    <a:pt x="43088" y="1903"/>
                  </a:lnTo>
                  <a:lnTo>
                    <a:pt x="43718" y="2422"/>
                  </a:lnTo>
                  <a:lnTo>
                    <a:pt x="44400" y="3000"/>
                  </a:lnTo>
                  <a:lnTo>
                    <a:pt x="44895" y="3470"/>
                  </a:lnTo>
                  <a:lnTo>
                    <a:pt x="45424" y="4064"/>
                  </a:lnTo>
                  <a:lnTo>
                    <a:pt x="45980" y="4753"/>
                  </a:lnTo>
                  <a:lnTo>
                    <a:pt x="46556" y="5511"/>
                  </a:lnTo>
                  <a:lnTo>
                    <a:pt x="47144" y="6311"/>
                  </a:lnTo>
                  <a:lnTo>
                    <a:pt x="47737" y="7125"/>
                  </a:lnTo>
                  <a:lnTo>
                    <a:pt x="48329" y="7927"/>
                  </a:lnTo>
                  <a:lnTo>
                    <a:pt x="48911" y="8689"/>
                  </a:lnTo>
                  <a:lnTo>
                    <a:pt x="49477" y="9384"/>
                  </a:lnTo>
                  <a:lnTo>
                    <a:pt x="50018" y="9986"/>
                  </a:lnTo>
                  <a:lnTo>
                    <a:pt x="50528" y="10467"/>
                  </a:lnTo>
                  <a:lnTo>
                    <a:pt x="51000" y="10800"/>
                  </a:lnTo>
                  <a:lnTo>
                    <a:pt x="51636" y="11071"/>
                  </a:lnTo>
                  <a:lnTo>
                    <a:pt x="52205" y="11152"/>
                  </a:lnTo>
                  <a:lnTo>
                    <a:pt x="52724" y="11065"/>
                  </a:lnTo>
                  <a:lnTo>
                    <a:pt x="53212" y="10838"/>
                  </a:lnTo>
                  <a:lnTo>
                    <a:pt x="53687" y="10492"/>
                  </a:lnTo>
                  <a:lnTo>
                    <a:pt x="54164" y="10055"/>
                  </a:lnTo>
                  <a:lnTo>
                    <a:pt x="54663" y="9549"/>
                  </a:lnTo>
                  <a:lnTo>
                    <a:pt x="55200" y="9000"/>
                  </a:lnTo>
                  <a:lnTo>
                    <a:pt x="55653" y="8458"/>
                  </a:lnTo>
                  <a:lnTo>
                    <a:pt x="56112" y="7762"/>
                  </a:lnTo>
                  <a:lnTo>
                    <a:pt x="56577" y="6953"/>
                  </a:lnTo>
                  <a:lnTo>
                    <a:pt x="57048" y="6077"/>
                  </a:lnTo>
                  <a:lnTo>
                    <a:pt x="57525" y="5175"/>
                  </a:lnTo>
                  <a:lnTo>
                    <a:pt x="58008" y="4291"/>
                  </a:lnTo>
                  <a:lnTo>
                    <a:pt x="58497" y="3469"/>
                  </a:lnTo>
                  <a:lnTo>
                    <a:pt x="58992" y="2750"/>
                  </a:lnTo>
                  <a:lnTo>
                    <a:pt x="59493" y="2180"/>
                  </a:lnTo>
                  <a:lnTo>
                    <a:pt x="60000" y="1800"/>
                  </a:lnTo>
                  <a:lnTo>
                    <a:pt x="60642" y="1562"/>
                  </a:lnTo>
                  <a:lnTo>
                    <a:pt x="61294" y="1505"/>
                  </a:lnTo>
                  <a:lnTo>
                    <a:pt x="61955" y="1605"/>
                  </a:lnTo>
                  <a:lnTo>
                    <a:pt x="62625" y="1838"/>
                  </a:lnTo>
                  <a:lnTo>
                    <a:pt x="63305" y="2178"/>
                  </a:lnTo>
                  <a:lnTo>
                    <a:pt x="63994" y="2602"/>
                  </a:lnTo>
                  <a:lnTo>
                    <a:pt x="64692" y="3084"/>
                  </a:lnTo>
                  <a:lnTo>
                    <a:pt x="65400" y="3600"/>
                  </a:lnTo>
                  <a:lnTo>
                    <a:pt x="65984" y="4103"/>
                  </a:lnTo>
                  <a:lnTo>
                    <a:pt x="66590" y="4747"/>
                  </a:lnTo>
                  <a:lnTo>
                    <a:pt x="67213" y="5492"/>
                  </a:lnTo>
                  <a:lnTo>
                    <a:pt x="67843" y="6298"/>
                  </a:lnTo>
                  <a:lnTo>
                    <a:pt x="68475" y="7125"/>
                  </a:lnTo>
                  <a:lnTo>
                    <a:pt x="69101" y="7934"/>
                  </a:lnTo>
                  <a:lnTo>
                    <a:pt x="69713" y="8686"/>
                  </a:lnTo>
                  <a:lnTo>
                    <a:pt x="70306" y="9341"/>
                  </a:lnTo>
                  <a:lnTo>
                    <a:pt x="70870" y="9859"/>
                  </a:lnTo>
                  <a:lnTo>
                    <a:pt x="71400" y="10200"/>
                  </a:lnTo>
                  <a:lnTo>
                    <a:pt x="71999" y="10414"/>
                  </a:lnTo>
                  <a:lnTo>
                    <a:pt x="72534" y="10467"/>
                  </a:lnTo>
                  <a:lnTo>
                    <a:pt x="73028" y="10378"/>
                  </a:lnTo>
                  <a:lnTo>
                    <a:pt x="73500" y="10163"/>
                  </a:lnTo>
                  <a:lnTo>
                    <a:pt x="73972" y="9840"/>
                  </a:lnTo>
                  <a:lnTo>
                    <a:pt x="74466" y="9427"/>
                  </a:lnTo>
                  <a:lnTo>
                    <a:pt x="75001" y="8941"/>
                  </a:lnTo>
                  <a:lnTo>
                    <a:pt x="75600" y="8400"/>
                  </a:lnTo>
                  <a:lnTo>
                    <a:pt x="76100" y="7921"/>
                  </a:lnTo>
                  <a:lnTo>
                    <a:pt x="76663" y="7322"/>
                  </a:lnTo>
                  <a:lnTo>
                    <a:pt x="77269" y="6631"/>
                  </a:lnTo>
                  <a:lnTo>
                    <a:pt x="77902" y="5876"/>
                  </a:lnTo>
                  <a:lnTo>
                    <a:pt x="78544" y="5087"/>
                  </a:lnTo>
                  <a:lnTo>
                    <a:pt x="79177" y="4290"/>
                  </a:lnTo>
                  <a:lnTo>
                    <a:pt x="79784" y="3515"/>
                  </a:lnTo>
                  <a:lnTo>
                    <a:pt x="80348" y="2790"/>
                  </a:lnTo>
                  <a:lnTo>
                    <a:pt x="80850" y="2144"/>
                  </a:lnTo>
                  <a:lnTo>
                    <a:pt x="81273" y="1604"/>
                  </a:lnTo>
                  <a:lnTo>
                    <a:pt x="81600" y="1200"/>
                  </a:lnTo>
                </a:path>
              </a:pathLst>
            </a:custGeom>
            <a:noFill/>
            <a:ln w="57607" cap="rnd">
              <a:solidFill>
                <a:srgbClr val="7D9AC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02 螺旋带 y58"/>
            <p:cNvSpPr/>
            <p:nvPr/>
          </p:nvSpPr>
          <p:spPr>
            <a:xfrm>
              <a:off x="809900" y="4390386"/>
              <a:ext cx="7425600" cy="987714"/>
            </a:xfrm>
            <a:custGeom>
              <a:avLst/>
              <a:gdLst/>
              <a:ahLst/>
              <a:cxnLst/>
              <a:rect l="l" t="t" r="r" b="b"/>
              <a:pathLst>
                <a:path w="81600" h="10854">
                  <a:moveTo>
                    <a:pt x="0" y="8454"/>
                  </a:moveTo>
                  <a:lnTo>
                    <a:pt x="316" y="8344"/>
                  </a:lnTo>
                  <a:lnTo>
                    <a:pt x="727" y="8229"/>
                  </a:lnTo>
                  <a:lnTo>
                    <a:pt x="1215" y="8095"/>
                  </a:lnTo>
                  <a:lnTo>
                    <a:pt x="1763" y="7929"/>
                  </a:lnTo>
                  <a:lnTo>
                    <a:pt x="2353" y="7716"/>
                  </a:lnTo>
                  <a:lnTo>
                    <a:pt x="2967" y="7441"/>
                  </a:lnTo>
                  <a:lnTo>
                    <a:pt x="3589" y="7092"/>
                  </a:lnTo>
                  <a:lnTo>
                    <a:pt x="4200" y="6654"/>
                  </a:lnTo>
                  <a:lnTo>
                    <a:pt x="4757" y="6135"/>
                  </a:lnTo>
                  <a:lnTo>
                    <a:pt x="5354" y="5476"/>
                  </a:lnTo>
                  <a:lnTo>
                    <a:pt x="5978" y="4721"/>
                  </a:lnTo>
                  <a:lnTo>
                    <a:pt x="6616" y="3913"/>
                  </a:lnTo>
                  <a:lnTo>
                    <a:pt x="7258" y="3098"/>
                  </a:lnTo>
                  <a:lnTo>
                    <a:pt x="7889" y="2321"/>
                  </a:lnTo>
                  <a:lnTo>
                    <a:pt x="8498" y="1624"/>
                  </a:lnTo>
                  <a:lnTo>
                    <a:pt x="9072" y="1054"/>
                  </a:lnTo>
                  <a:lnTo>
                    <a:pt x="9600" y="654"/>
                  </a:lnTo>
                  <a:lnTo>
                    <a:pt x="10120" y="368"/>
                  </a:lnTo>
                  <a:lnTo>
                    <a:pt x="10570" y="185"/>
                  </a:lnTo>
                  <a:lnTo>
                    <a:pt x="10976" y="106"/>
                  </a:lnTo>
                  <a:lnTo>
                    <a:pt x="11363" y="129"/>
                  </a:lnTo>
                  <a:lnTo>
                    <a:pt x="11753" y="256"/>
                  </a:lnTo>
                  <a:lnTo>
                    <a:pt x="12173" y="485"/>
                  </a:lnTo>
                  <a:lnTo>
                    <a:pt x="12647" y="818"/>
                  </a:lnTo>
                  <a:lnTo>
                    <a:pt x="13200" y="1254"/>
                  </a:lnTo>
                  <a:lnTo>
                    <a:pt x="13660" y="1690"/>
                  </a:lnTo>
                  <a:lnTo>
                    <a:pt x="14161" y="2267"/>
                  </a:lnTo>
                  <a:lnTo>
                    <a:pt x="14696" y="2953"/>
                  </a:lnTo>
                  <a:lnTo>
                    <a:pt x="15256" y="3714"/>
                  </a:lnTo>
                  <a:lnTo>
                    <a:pt x="15833" y="4520"/>
                  </a:lnTo>
                  <a:lnTo>
                    <a:pt x="16419" y="5337"/>
                  </a:lnTo>
                  <a:lnTo>
                    <a:pt x="17006" y="6132"/>
                  </a:lnTo>
                  <a:lnTo>
                    <a:pt x="17585" y="6874"/>
                  </a:lnTo>
                  <a:lnTo>
                    <a:pt x="18150" y="7530"/>
                  </a:lnTo>
                  <a:lnTo>
                    <a:pt x="18691" y="8068"/>
                  </a:lnTo>
                  <a:lnTo>
                    <a:pt x="19200" y="8454"/>
                  </a:lnTo>
                  <a:lnTo>
                    <a:pt x="19849" y="8793"/>
                  </a:lnTo>
                  <a:lnTo>
                    <a:pt x="20456" y="8993"/>
                  </a:lnTo>
                  <a:lnTo>
                    <a:pt x="21035" y="9064"/>
                  </a:lnTo>
                  <a:lnTo>
                    <a:pt x="21600" y="9017"/>
                  </a:lnTo>
                  <a:lnTo>
                    <a:pt x="22165" y="8861"/>
                  </a:lnTo>
                  <a:lnTo>
                    <a:pt x="22744" y="8609"/>
                  </a:lnTo>
                  <a:lnTo>
                    <a:pt x="23351" y="8269"/>
                  </a:lnTo>
                  <a:lnTo>
                    <a:pt x="24000" y="7854"/>
                  </a:lnTo>
                  <a:lnTo>
                    <a:pt x="24562" y="7410"/>
                  </a:lnTo>
                  <a:lnTo>
                    <a:pt x="25162" y="6822"/>
                  </a:lnTo>
                  <a:lnTo>
                    <a:pt x="25787" y="6126"/>
                  </a:lnTo>
                  <a:lnTo>
                    <a:pt x="26429" y="5358"/>
                  </a:lnTo>
                  <a:lnTo>
                    <a:pt x="27075" y="4554"/>
                  </a:lnTo>
                  <a:lnTo>
                    <a:pt x="27715" y="3750"/>
                  </a:lnTo>
                  <a:lnTo>
                    <a:pt x="28339" y="2982"/>
                  </a:lnTo>
                  <a:lnTo>
                    <a:pt x="28934" y="2286"/>
                  </a:lnTo>
                  <a:lnTo>
                    <a:pt x="29492" y="1698"/>
                  </a:lnTo>
                  <a:lnTo>
                    <a:pt x="30000" y="1254"/>
                  </a:lnTo>
                  <a:lnTo>
                    <a:pt x="30548" y="834"/>
                  </a:lnTo>
                  <a:lnTo>
                    <a:pt x="31012" y="485"/>
                  </a:lnTo>
                  <a:lnTo>
                    <a:pt x="31420" y="220"/>
                  </a:lnTo>
                  <a:lnTo>
                    <a:pt x="31800" y="54"/>
                  </a:lnTo>
                  <a:lnTo>
                    <a:pt x="32180" y="0"/>
                  </a:lnTo>
                  <a:lnTo>
                    <a:pt x="32588" y="73"/>
                  </a:lnTo>
                  <a:lnTo>
                    <a:pt x="33052" y="286"/>
                  </a:lnTo>
                  <a:lnTo>
                    <a:pt x="33600" y="654"/>
                  </a:lnTo>
                  <a:lnTo>
                    <a:pt x="34062" y="1079"/>
                  </a:lnTo>
                  <a:lnTo>
                    <a:pt x="34569" y="1675"/>
                  </a:lnTo>
                  <a:lnTo>
                    <a:pt x="35112" y="2403"/>
                  </a:lnTo>
                  <a:lnTo>
                    <a:pt x="35681" y="3225"/>
                  </a:lnTo>
                  <a:lnTo>
                    <a:pt x="36266" y="4105"/>
                  </a:lnTo>
                  <a:lnTo>
                    <a:pt x="36859" y="5003"/>
                  </a:lnTo>
                  <a:lnTo>
                    <a:pt x="37450" y="5883"/>
                  </a:lnTo>
                  <a:lnTo>
                    <a:pt x="38029" y="6705"/>
                  </a:lnTo>
                  <a:lnTo>
                    <a:pt x="38586" y="7433"/>
                  </a:lnTo>
                  <a:lnTo>
                    <a:pt x="39113" y="8029"/>
                  </a:lnTo>
                  <a:lnTo>
                    <a:pt x="39600" y="8454"/>
                  </a:lnTo>
                  <a:lnTo>
                    <a:pt x="40195" y="8826"/>
                  </a:lnTo>
                  <a:lnTo>
                    <a:pt x="40720" y="9049"/>
                  </a:lnTo>
                  <a:lnTo>
                    <a:pt x="41201" y="9134"/>
                  </a:lnTo>
                  <a:lnTo>
                    <a:pt x="41663" y="9091"/>
                  </a:lnTo>
                  <a:lnTo>
                    <a:pt x="42128" y="8932"/>
                  </a:lnTo>
                  <a:lnTo>
                    <a:pt x="42623" y="8665"/>
                  </a:lnTo>
                  <a:lnTo>
                    <a:pt x="43172" y="8302"/>
                  </a:lnTo>
                  <a:lnTo>
                    <a:pt x="43800" y="7854"/>
                  </a:lnTo>
                  <a:lnTo>
                    <a:pt x="44319" y="7416"/>
                  </a:lnTo>
                  <a:lnTo>
                    <a:pt x="44886" y="6833"/>
                  </a:lnTo>
                  <a:lnTo>
                    <a:pt x="45492" y="6139"/>
                  </a:lnTo>
                  <a:lnTo>
                    <a:pt x="46124" y="5368"/>
                  </a:lnTo>
                  <a:lnTo>
                    <a:pt x="46773" y="4554"/>
                  </a:lnTo>
                  <a:lnTo>
                    <a:pt x="47427" y="3731"/>
                  </a:lnTo>
                  <a:lnTo>
                    <a:pt x="48076" y="2931"/>
                  </a:lnTo>
                  <a:lnTo>
                    <a:pt x="48708" y="2190"/>
                  </a:lnTo>
                  <a:lnTo>
                    <a:pt x="49314" y="1541"/>
                  </a:lnTo>
                  <a:lnTo>
                    <a:pt x="49881" y="1018"/>
                  </a:lnTo>
                  <a:lnTo>
                    <a:pt x="50400" y="654"/>
                  </a:lnTo>
                  <a:lnTo>
                    <a:pt x="51028" y="361"/>
                  </a:lnTo>
                  <a:lnTo>
                    <a:pt x="51577" y="223"/>
                  </a:lnTo>
                  <a:lnTo>
                    <a:pt x="52072" y="225"/>
                  </a:lnTo>
                  <a:lnTo>
                    <a:pt x="52537" y="354"/>
                  </a:lnTo>
                  <a:lnTo>
                    <a:pt x="52999" y="595"/>
                  </a:lnTo>
                  <a:lnTo>
                    <a:pt x="53480" y="935"/>
                  </a:lnTo>
                  <a:lnTo>
                    <a:pt x="54005" y="1359"/>
                  </a:lnTo>
                  <a:lnTo>
                    <a:pt x="54600" y="1854"/>
                  </a:lnTo>
                  <a:lnTo>
                    <a:pt x="55085" y="2315"/>
                  </a:lnTo>
                  <a:lnTo>
                    <a:pt x="55606" y="2912"/>
                  </a:lnTo>
                  <a:lnTo>
                    <a:pt x="56155" y="3612"/>
                  </a:lnTo>
                  <a:lnTo>
                    <a:pt x="56725" y="4384"/>
                  </a:lnTo>
                  <a:lnTo>
                    <a:pt x="57307" y="5194"/>
                  </a:lnTo>
                  <a:lnTo>
                    <a:pt x="57893" y="6011"/>
                  </a:lnTo>
                  <a:lnTo>
                    <a:pt x="58475" y="6802"/>
                  </a:lnTo>
                  <a:lnTo>
                    <a:pt x="59045" y="7534"/>
                  </a:lnTo>
                  <a:lnTo>
                    <a:pt x="59594" y="8175"/>
                  </a:lnTo>
                  <a:lnTo>
                    <a:pt x="60115" y="8692"/>
                  </a:lnTo>
                  <a:lnTo>
                    <a:pt x="60600" y="9054"/>
                  </a:lnTo>
                  <a:lnTo>
                    <a:pt x="61195" y="9343"/>
                  </a:lnTo>
                  <a:lnTo>
                    <a:pt x="61720" y="9471"/>
                  </a:lnTo>
                  <a:lnTo>
                    <a:pt x="62201" y="9457"/>
                  </a:lnTo>
                  <a:lnTo>
                    <a:pt x="62663" y="9316"/>
                  </a:lnTo>
                  <a:lnTo>
                    <a:pt x="63128" y="9069"/>
                  </a:lnTo>
                  <a:lnTo>
                    <a:pt x="63623" y="8731"/>
                  </a:lnTo>
                  <a:lnTo>
                    <a:pt x="64172" y="8320"/>
                  </a:lnTo>
                  <a:lnTo>
                    <a:pt x="64800" y="7854"/>
                  </a:lnTo>
                  <a:lnTo>
                    <a:pt x="65319" y="7425"/>
                  </a:lnTo>
                  <a:lnTo>
                    <a:pt x="65886" y="6869"/>
                  </a:lnTo>
                  <a:lnTo>
                    <a:pt x="66492" y="6216"/>
                  </a:lnTo>
                  <a:lnTo>
                    <a:pt x="67124" y="5498"/>
                  </a:lnTo>
                  <a:lnTo>
                    <a:pt x="67773" y="4746"/>
                  </a:lnTo>
                  <a:lnTo>
                    <a:pt x="68427" y="3990"/>
                  </a:lnTo>
                  <a:lnTo>
                    <a:pt x="69076" y="3263"/>
                  </a:lnTo>
                  <a:lnTo>
                    <a:pt x="69708" y="2594"/>
                  </a:lnTo>
                  <a:lnTo>
                    <a:pt x="70314" y="2016"/>
                  </a:lnTo>
                  <a:lnTo>
                    <a:pt x="70881" y="1559"/>
                  </a:lnTo>
                  <a:lnTo>
                    <a:pt x="71400" y="1254"/>
                  </a:lnTo>
                  <a:lnTo>
                    <a:pt x="72028" y="1036"/>
                  </a:lnTo>
                  <a:lnTo>
                    <a:pt x="72577" y="973"/>
                  </a:lnTo>
                  <a:lnTo>
                    <a:pt x="73072" y="1050"/>
                  </a:lnTo>
                  <a:lnTo>
                    <a:pt x="73537" y="1254"/>
                  </a:lnTo>
                  <a:lnTo>
                    <a:pt x="73999" y="1570"/>
                  </a:lnTo>
                  <a:lnTo>
                    <a:pt x="74480" y="1985"/>
                  </a:lnTo>
                  <a:lnTo>
                    <a:pt x="75005" y="2484"/>
                  </a:lnTo>
                  <a:lnTo>
                    <a:pt x="75600" y="3054"/>
                  </a:lnTo>
                  <a:lnTo>
                    <a:pt x="76100" y="3567"/>
                  </a:lnTo>
                  <a:lnTo>
                    <a:pt x="76663" y="4213"/>
                  </a:lnTo>
                  <a:lnTo>
                    <a:pt x="77269" y="4959"/>
                  </a:lnTo>
                  <a:lnTo>
                    <a:pt x="77902" y="5777"/>
                  </a:lnTo>
                  <a:lnTo>
                    <a:pt x="78544" y="6633"/>
                  </a:lnTo>
                  <a:lnTo>
                    <a:pt x="79177" y="7498"/>
                  </a:lnTo>
                  <a:lnTo>
                    <a:pt x="79784" y="8339"/>
                  </a:lnTo>
                  <a:lnTo>
                    <a:pt x="80348" y="9127"/>
                  </a:lnTo>
                  <a:lnTo>
                    <a:pt x="80850" y="9829"/>
                  </a:lnTo>
                  <a:lnTo>
                    <a:pt x="81273" y="10415"/>
                  </a:lnTo>
                  <a:lnTo>
                    <a:pt x="81600" y="10854"/>
                  </a:lnTo>
                </a:path>
              </a:pathLst>
            </a:custGeom>
            <a:noFill/>
            <a:ln w="384048" cap="rnd">
              <a:solidFill>
                <a:srgbClr val="2A4D8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02 螺旋带 y58"/>
            <p:cNvSpPr/>
            <p:nvPr/>
          </p:nvSpPr>
          <p:spPr>
            <a:xfrm>
              <a:off x="809900" y="4390386"/>
              <a:ext cx="7425600" cy="987714"/>
            </a:xfrm>
            <a:custGeom>
              <a:avLst/>
              <a:gdLst/>
              <a:ahLst/>
              <a:cxnLst/>
              <a:rect l="l" t="t" r="r" b="b"/>
              <a:pathLst>
                <a:path w="81600" h="10854">
                  <a:moveTo>
                    <a:pt x="0" y="8454"/>
                  </a:moveTo>
                  <a:lnTo>
                    <a:pt x="316" y="8344"/>
                  </a:lnTo>
                  <a:lnTo>
                    <a:pt x="727" y="8229"/>
                  </a:lnTo>
                  <a:lnTo>
                    <a:pt x="1215" y="8095"/>
                  </a:lnTo>
                  <a:lnTo>
                    <a:pt x="1763" y="7929"/>
                  </a:lnTo>
                  <a:lnTo>
                    <a:pt x="2353" y="7716"/>
                  </a:lnTo>
                  <a:lnTo>
                    <a:pt x="2967" y="7441"/>
                  </a:lnTo>
                  <a:lnTo>
                    <a:pt x="3589" y="7092"/>
                  </a:lnTo>
                  <a:lnTo>
                    <a:pt x="4200" y="6654"/>
                  </a:lnTo>
                  <a:lnTo>
                    <a:pt x="4757" y="6135"/>
                  </a:lnTo>
                  <a:lnTo>
                    <a:pt x="5354" y="5476"/>
                  </a:lnTo>
                  <a:lnTo>
                    <a:pt x="5978" y="4721"/>
                  </a:lnTo>
                  <a:lnTo>
                    <a:pt x="6616" y="3913"/>
                  </a:lnTo>
                  <a:lnTo>
                    <a:pt x="7258" y="3098"/>
                  </a:lnTo>
                  <a:lnTo>
                    <a:pt x="7889" y="2321"/>
                  </a:lnTo>
                  <a:lnTo>
                    <a:pt x="8498" y="1624"/>
                  </a:lnTo>
                  <a:lnTo>
                    <a:pt x="9072" y="1054"/>
                  </a:lnTo>
                  <a:lnTo>
                    <a:pt x="9600" y="654"/>
                  </a:lnTo>
                  <a:lnTo>
                    <a:pt x="10120" y="368"/>
                  </a:lnTo>
                  <a:lnTo>
                    <a:pt x="10570" y="185"/>
                  </a:lnTo>
                  <a:lnTo>
                    <a:pt x="10976" y="106"/>
                  </a:lnTo>
                  <a:lnTo>
                    <a:pt x="11363" y="129"/>
                  </a:lnTo>
                  <a:lnTo>
                    <a:pt x="11753" y="256"/>
                  </a:lnTo>
                  <a:lnTo>
                    <a:pt x="12173" y="485"/>
                  </a:lnTo>
                  <a:lnTo>
                    <a:pt x="12647" y="818"/>
                  </a:lnTo>
                  <a:lnTo>
                    <a:pt x="13200" y="1254"/>
                  </a:lnTo>
                  <a:lnTo>
                    <a:pt x="13660" y="1690"/>
                  </a:lnTo>
                  <a:lnTo>
                    <a:pt x="14161" y="2267"/>
                  </a:lnTo>
                  <a:lnTo>
                    <a:pt x="14696" y="2953"/>
                  </a:lnTo>
                  <a:lnTo>
                    <a:pt x="15256" y="3714"/>
                  </a:lnTo>
                  <a:lnTo>
                    <a:pt x="15833" y="4520"/>
                  </a:lnTo>
                  <a:lnTo>
                    <a:pt x="16419" y="5337"/>
                  </a:lnTo>
                  <a:lnTo>
                    <a:pt x="17006" y="6132"/>
                  </a:lnTo>
                  <a:lnTo>
                    <a:pt x="17585" y="6874"/>
                  </a:lnTo>
                  <a:lnTo>
                    <a:pt x="18150" y="7530"/>
                  </a:lnTo>
                  <a:lnTo>
                    <a:pt x="18691" y="8068"/>
                  </a:lnTo>
                  <a:lnTo>
                    <a:pt x="19200" y="8454"/>
                  </a:lnTo>
                  <a:lnTo>
                    <a:pt x="19849" y="8793"/>
                  </a:lnTo>
                  <a:lnTo>
                    <a:pt x="20456" y="8993"/>
                  </a:lnTo>
                  <a:lnTo>
                    <a:pt x="21035" y="9064"/>
                  </a:lnTo>
                  <a:lnTo>
                    <a:pt x="21600" y="9017"/>
                  </a:lnTo>
                  <a:lnTo>
                    <a:pt x="22165" y="8861"/>
                  </a:lnTo>
                  <a:lnTo>
                    <a:pt x="22744" y="8609"/>
                  </a:lnTo>
                  <a:lnTo>
                    <a:pt x="23351" y="8269"/>
                  </a:lnTo>
                  <a:lnTo>
                    <a:pt x="24000" y="7854"/>
                  </a:lnTo>
                  <a:lnTo>
                    <a:pt x="24562" y="7410"/>
                  </a:lnTo>
                  <a:lnTo>
                    <a:pt x="25162" y="6822"/>
                  </a:lnTo>
                  <a:lnTo>
                    <a:pt x="25787" y="6126"/>
                  </a:lnTo>
                  <a:lnTo>
                    <a:pt x="26429" y="5358"/>
                  </a:lnTo>
                  <a:lnTo>
                    <a:pt x="27075" y="4554"/>
                  </a:lnTo>
                  <a:lnTo>
                    <a:pt x="27715" y="3750"/>
                  </a:lnTo>
                  <a:lnTo>
                    <a:pt x="28339" y="2982"/>
                  </a:lnTo>
                  <a:lnTo>
                    <a:pt x="28934" y="2286"/>
                  </a:lnTo>
                  <a:lnTo>
                    <a:pt x="29492" y="1698"/>
                  </a:lnTo>
                  <a:lnTo>
                    <a:pt x="30000" y="1254"/>
                  </a:lnTo>
                  <a:lnTo>
                    <a:pt x="30548" y="834"/>
                  </a:lnTo>
                  <a:lnTo>
                    <a:pt x="31012" y="485"/>
                  </a:lnTo>
                  <a:lnTo>
                    <a:pt x="31420" y="220"/>
                  </a:lnTo>
                  <a:lnTo>
                    <a:pt x="31800" y="54"/>
                  </a:lnTo>
                  <a:lnTo>
                    <a:pt x="32180" y="0"/>
                  </a:lnTo>
                  <a:lnTo>
                    <a:pt x="32588" y="73"/>
                  </a:lnTo>
                  <a:lnTo>
                    <a:pt x="33052" y="286"/>
                  </a:lnTo>
                  <a:lnTo>
                    <a:pt x="33600" y="654"/>
                  </a:lnTo>
                  <a:lnTo>
                    <a:pt x="34062" y="1079"/>
                  </a:lnTo>
                  <a:lnTo>
                    <a:pt x="34569" y="1675"/>
                  </a:lnTo>
                  <a:lnTo>
                    <a:pt x="35112" y="2403"/>
                  </a:lnTo>
                  <a:lnTo>
                    <a:pt x="35681" y="3225"/>
                  </a:lnTo>
                  <a:lnTo>
                    <a:pt x="36266" y="4105"/>
                  </a:lnTo>
                  <a:lnTo>
                    <a:pt x="36859" y="5003"/>
                  </a:lnTo>
                  <a:lnTo>
                    <a:pt x="37450" y="5883"/>
                  </a:lnTo>
                  <a:lnTo>
                    <a:pt x="38029" y="6705"/>
                  </a:lnTo>
                  <a:lnTo>
                    <a:pt x="38586" y="7433"/>
                  </a:lnTo>
                  <a:lnTo>
                    <a:pt x="39113" y="8029"/>
                  </a:lnTo>
                  <a:lnTo>
                    <a:pt x="39600" y="8454"/>
                  </a:lnTo>
                  <a:lnTo>
                    <a:pt x="40195" y="8826"/>
                  </a:lnTo>
                  <a:lnTo>
                    <a:pt x="40720" y="9049"/>
                  </a:lnTo>
                  <a:lnTo>
                    <a:pt x="41201" y="9134"/>
                  </a:lnTo>
                  <a:lnTo>
                    <a:pt x="41663" y="9091"/>
                  </a:lnTo>
                  <a:lnTo>
                    <a:pt x="42128" y="8932"/>
                  </a:lnTo>
                  <a:lnTo>
                    <a:pt x="42623" y="8665"/>
                  </a:lnTo>
                  <a:lnTo>
                    <a:pt x="43172" y="8302"/>
                  </a:lnTo>
                  <a:lnTo>
                    <a:pt x="43800" y="7854"/>
                  </a:lnTo>
                  <a:lnTo>
                    <a:pt x="44319" y="7416"/>
                  </a:lnTo>
                  <a:lnTo>
                    <a:pt x="44886" y="6833"/>
                  </a:lnTo>
                  <a:lnTo>
                    <a:pt x="45492" y="6139"/>
                  </a:lnTo>
                  <a:lnTo>
                    <a:pt x="46124" y="5368"/>
                  </a:lnTo>
                  <a:lnTo>
                    <a:pt x="46773" y="4554"/>
                  </a:lnTo>
                  <a:lnTo>
                    <a:pt x="47427" y="3731"/>
                  </a:lnTo>
                  <a:lnTo>
                    <a:pt x="48076" y="2931"/>
                  </a:lnTo>
                  <a:lnTo>
                    <a:pt x="48708" y="2190"/>
                  </a:lnTo>
                  <a:lnTo>
                    <a:pt x="49314" y="1541"/>
                  </a:lnTo>
                  <a:lnTo>
                    <a:pt x="49881" y="1018"/>
                  </a:lnTo>
                  <a:lnTo>
                    <a:pt x="50400" y="654"/>
                  </a:lnTo>
                  <a:lnTo>
                    <a:pt x="51028" y="361"/>
                  </a:lnTo>
                  <a:lnTo>
                    <a:pt x="51577" y="223"/>
                  </a:lnTo>
                  <a:lnTo>
                    <a:pt x="52072" y="225"/>
                  </a:lnTo>
                  <a:lnTo>
                    <a:pt x="52537" y="354"/>
                  </a:lnTo>
                  <a:lnTo>
                    <a:pt x="52999" y="595"/>
                  </a:lnTo>
                  <a:lnTo>
                    <a:pt x="53480" y="935"/>
                  </a:lnTo>
                  <a:lnTo>
                    <a:pt x="54005" y="1359"/>
                  </a:lnTo>
                  <a:lnTo>
                    <a:pt x="54600" y="1854"/>
                  </a:lnTo>
                  <a:lnTo>
                    <a:pt x="55085" y="2315"/>
                  </a:lnTo>
                  <a:lnTo>
                    <a:pt x="55606" y="2912"/>
                  </a:lnTo>
                  <a:lnTo>
                    <a:pt x="56155" y="3612"/>
                  </a:lnTo>
                  <a:lnTo>
                    <a:pt x="56725" y="4384"/>
                  </a:lnTo>
                  <a:lnTo>
                    <a:pt x="57307" y="5194"/>
                  </a:lnTo>
                  <a:lnTo>
                    <a:pt x="57893" y="6011"/>
                  </a:lnTo>
                  <a:lnTo>
                    <a:pt x="58475" y="6802"/>
                  </a:lnTo>
                  <a:lnTo>
                    <a:pt x="59045" y="7534"/>
                  </a:lnTo>
                  <a:lnTo>
                    <a:pt x="59594" y="8175"/>
                  </a:lnTo>
                  <a:lnTo>
                    <a:pt x="60115" y="8692"/>
                  </a:lnTo>
                  <a:lnTo>
                    <a:pt x="60600" y="9054"/>
                  </a:lnTo>
                  <a:lnTo>
                    <a:pt x="61195" y="9343"/>
                  </a:lnTo>
                  <a:lnTo>
                    <a:pt x="61720" y="9471"/>
                  </a:lnTo>
                  <a:lnTo>
                    <a:pt x="62201" y="9457"/>
                  </a:lnTo>
                  <a:lnTo>
                    <a:pt x="62663" y="9316"/>
                  </a:lnTo>
                  <a:lnTo>
                    <a:pt x="63128" y="9069"/>
                  </a:lnTo>
                  <a:lnTo>
                    <a:pt x="63623" y="8731"/>
                  </a:lnTo>
                  <a:lnTo>
                    <a:pt x="64172" y="8320"/>
                  </a:lnTo>
                  <a:lnTo>
                    <a:pt x="64800" y="7854"/>
                  </a:lnTo>
                  <a:lnTo>
                    <a:pt x="65319" y="7425"/>
                  </a:lnTo>
                  <a:lnTo>
                    <a:pt x="65886" y="6869"/>
                  </a:lnTo>
                  <a:lnTo>
                    <a:pt x="66492" y="6216"/>
                  </a:lnTo>
                  <a:lnTo>
                    <a:pt x="67124" y="5498"/>
                  </a:lnTo>
                  <a:lnTo>
                    <a:pt x="67773" y="4746"/>
                  </a:lnTo>
                  <a:lnTo>
                    <a:pt x="68427" y="3990"/>
                  </a:lnTo>
                  <a:lnTo>
                    <a:pt x="69076" y="3263"/>
                  </a:lnTo>
                  <a:lnTo>
                    <a:pt x="69708" y="2594"/>
                  </a:lnTo>
                  <a:lnTo>
                    <a:pt x="70314" y="2016"/>
                  </a:lnTo>
                  <a:lnTo>
                    <a:pt x="70881" y="1559"/>
                  </a:lnTo>
                  <a:lnTo>
                    <a:pt x="71400" y="1254"/>
                  </a:lnTo>
                  <a:lnTo>
                    <a:pt x="72028" y="1036"/>
                  </a:lnTo>
                  <a:lnTo>
                    <a:pt x="72577" y="973"/>
                  </a:lnTo>
                  <a:lnTo>
                    <a:pt x="73072" y="1050"/>
                  </a:lnTo>
                  <a:lnTo>
                    <a:pt x="73537" y="1254"/>
                  </a:lnTo>
                  <a:lnTo>
                    <a:pt x="73999" y="1570"/>
                  </a:lnTo>
                  <a:lnTo>
                    <a:pt x="74480" y="1985"/>
                  </a:lnTo>
                  <a:lnTo>
                    <a:pt x="75005" y="2484"/>
                  </a:lnTo>
                  <a:lnTo>
                    <a:pt x="75600" y="3054"/>
                  </a:lnTo>
                  <a:lnTo>
                    <a:pt x="76100" y="3567"/>
                  </a:lnTo>
                  <a:lnTo>
                    <a:pt x="76663" y="4213"/>
                  </a:lnTo>
                  <a:lnTo>
                    <a:pt x="77269" y="4959"/>
                  </a:lnTo>
                  <a:lnTo>
                    <a:pt x="77902" y="5777"/>
                  </a:lnTo>
                  <a:lnTo>
                    <a:pt x="78544" y="6633"/>
                  </a:lnTo>
                  <a:lnTo>
                    <a:pt x="79177" y="7498"/>
                  </a:lnTo>
                  <a:lnTo>
                    <a:pt x="79784" y="8339"/>
                  </a:lnTo>
                  <a:lnTo>
                    <a:pt x="80348" y="9127"/>
                  </a:lnTo>
                  <a:lnTo>
                    <a:pt x="80850" y="9829"/>
                  </a:lnTo>
                  <a:lnTo>
                    <a:pt x="81273" y="10415"/>
                  </a:lnTo>
                  <a:lnTo>
                    <a:pt x="81600" y="10854"/>
                  </a:lnTo>
                </a:path>
              </a:pathLst>
            </a:custGeom>
            <a:noFill/>
            <a:ln w="301752" cap="rnd">
              <a:solidFill>
                <a:srgbClr val="AFC5E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02 螺旋带 y58"/>
            <p:cNvSpPr/>
            <p:nvPr/>
          </p:nvSpPr>
          <p:spPr>
            <a:xfrm>
              <a:off x="809900" y="4354896"/>
              <a:ext cx="7425600" cy="987714"/>
            </a:xfrm>
            <a:custGeom>
              <a:avLst/>
              <a:gdLst/>
              <a:ahLst/>
              <a:cxnLst/>
              <a:rect l="l" t="t" r="r" b="b"/>
              <a:pathLst>
                <a:path w="81600" h="10854">
                  <a:moveTo>
                    <a:pt x="0" y="8454"/>
                  </a:moveTo>
                  <a:lnTo>
                    <a:pt x="316" y="8344"/>
                  </a:lnTo>
                  <a:lnTo>
                    <a:pt x="727" y="8229"/>
                  </a:lnTo>
                  <a:lnTo>
                    <a:pt x="1215" y="8095"/>
                  </a:lnTo>
                  <a:lnTo>
                    <a:pt x="1763" y="7929"/>
                  </a:lnTo>
                  <a:lnTo>
                    <a:pt x="2353" y="7716"/>
                  </a:lnTo>
                  <a:lnTo>
                    <a:pt x="2967" y="7442"/>
                  </a:lnTo>
                  <a:lnTo>
                    <a:pt x="3589" y="7092"/>
                  </a:lnTo>
                  <a:lnTo>
                    <a:pt x="4200" y="6654"/>
                  </a:lnTo>
                  <a:lnTo>
                    <a:pt x="4757" y="6135"/>
                  </a:lnTo>
                  <a:lnTo>
                    <a:pt x="5354" y="5476"/>
                  </a:lnTo>
                  <a:lnTo>
                    <a:pt x="5978" y="4721"/>
                  </a:lnTo>
                  <a:lnTo>
                    <a:pt x="6616" y="3913"/>
                  </a:lnTo>
                  <a:lnTo>
                    <a:pt x="7258" y="3098"/>
                  </a:lnTo>
                  <a:lnTo>
                    <a:pt x="7889" y="2321"/>
                  </a:lnTo>
                  <a:lnTo>
                    <a:pt x="8498" y="1624"/>
                  </a:lnTo>
                  <a:lnTo>
                    <a:pt x="9072" y="1054"/>
                  </a:lnTo>
                  <a:lnTo>
                    <a:pt x="9600" y="654"/>
                  </a:lnTo>
                  <a:lnTo>
                    <a:pt x="10120" y="368"/>
                  </a:lnTo>
                  <a:lnTo>
                    <a:pt x="10570" y="185"/>
                  </a:lnTo>
                  <a:lnTo>
                    <a:pt x="10976" y="106"/>
                  </a:lnTo>
                  <a:lnTo>
                    <a:pt x="11363" y="129"/>
                  </a:lnTo>
                  <a:lnTo>
                    <a:pt x="11753" y="256"/>
                  </a:lnTo>
                  <a:lnTo>
                    <a:pt x="12173" y="485"/>
                  </a:lnTo>
                  <a:lnTo>
                    <a:pt x="12647" y="818"/>
                  </a:lnTo>
                  <a:lnTo>
                    <a:pt x="13200" y="1254"/>
                  </a:lnTo>
                  <a:lnTo>
                    <a:pt x="13660" y="1690"/>
                  </a:lnTo>
                  <a:lnTo>
                    <a:pt x="14161" y="2267"/>
                  </a:lnTo>
                  <a:lnTo>
                    <a:pt x="14696" y="2953"/>
                  </a:lnTo>
                  <a:lnTo>
                    <a:pt x="15256" y="3714"/>
                  </a:lnTo>
                  <a:lnTo>
                    <a:pt x="15833" y="4520"/>
                  </a:lnTo>
                  <a:lnTo>
                    <a:pt x="16419" y="5337"/>
                  </a:lnTo>
                  <a:lnTo>
                    <a:pt x="17006" y="6132"/>
                  </a:lnTo>
                  <a:lnTo>
                    <a:pt x="17585" y="6874"/>
                  </a:lnTo>
                  <a:lnTo>
                    <a:pt x="18150" y="7530"/>
                  </a:lnTo>
                  <a:lnTo>
                    <a:pt x="18691" y="8068"/>
                  </a:lnTo>
                  <a:lnTo>
                    <a:pt x="19200" y="8454"/>
                  </a:lnTo>
                  <a:lnTo>
                    <a:pt x="19849" y="8793"/>
                  </a:lnTo>
                  <a:lnTo>
                    <a:pt x="20456" y="8993"/>
                  </a:lnTo>
                  <a:lnTo>
                    <a:pt x="21035" y="9064"/>
                  </a:lnTo>
                  <a:lnTo>
                    <a:pt x="21600" y="9017"/>
                  </a:lnTo>
                  <a:lnTo>
                    <a:pt x="22165" y="8861"/>
                  </a:lnTo>
                  <a:lnTo>
                    <a:pt x="22744" y="8609"/>
                  </a:lnTo>
                  <a:lnTo>
                    <a:pt x="23351" y="8269"/>
                  </a:lnTo>
                  <a:lnTo>
                    <a:pt x="24000" y="7854"/>
                  </a:lnTo>
                  <a:lnTo>
                    <a:pt x="24562" y="7410"/>
                  </a:lnTo>
                  <a:lnTo>
                    <a:pt x="25162" y="6822"/>
                  </a:lnTo>
                  <a:lnTo>
                    <a:pt x="25787" y="6126"/>
                  </a:lnTo>
                  <a:lnTo>
                    <a:pt x="26429" y="5358"/>
                  </a:lnTo>
                  <a:lnTo>
                    <a:pt x="27075" y="4554"/>
                  </a:lnTo>
                  <a:lnTo>
                    <a:pt x="27715" y="3750"/>
                  </a:lnTo>
                  <a:lnTo>
                    <a:pt x="28339" y="2982"/>
                  </a:lnTo>
                  <a:lnTo>
                    <a:pt x="28934" y="2286"/>
                  </a:lnTo>
                  <a:lnTo>
                    <a:pt x="29492" y="1698"/>
                  </a:lnTo>
                  <a:lnTo>
                    <a:pt x="30000" y="1254"/>
                  </a:lnTo>
                  <a:lnTo>
                    <a:pt x="30548" y="834"/>
                  </a:lnTo>
                  <a:lnTo>
                    <a:pt x="31012" y="485"/>
                  </a:lnTo>
                  <a:lnTo>
                    <a:pt x="31420" y="220"/>
                  </a:lnTo>
                  <a:lnTo>
                    <a:pt x="31800" y="54"/>
                  </a:lnTo>
                  <a:lnTo>
                    <a:pt x="32180" y="0"/>
                  </a:lnTo>
                  <a:lnTo>
                    <a:pt x="32588" y="73"/>
                  </a:lnTo>
                  <a:lnTo>
                    <a:pt x="33052" y="286"/>
                  </a:lnTo>
                  <a:lnTo>
                    <a:pt x="33600" y="654"/>
                  </a:lnTo>
                  <a:lnTo>
                    <a:pt x="34062" y="1079"/>
                  </a:lnTo>
                  <a:lnTo>
                    <a:pt x="34569" y="1675"/>
                  </a:lnTo>
                  <a:lnTo>
                    <a:pt x="35112" y="2403"/>
                  </a:lnTo>
                  <a:lnTo>
                    <a:pt x="35681" y="3225"/>
                  </a:lnTo>
                  <a:lnTo>
                    <a:pt x="36266" y="4105"/>
                  </a:lnTo>
                  <a:lnTo>
                    <a:pt x="36859" y="5003"/>
                  </a:lnTo>
                  <a:lnTo>
                    <a:pt x="37450" y="5883"/>
                  </a:lnTo>
                  <a:lnTo>
                    <a:pt x="38029" y="6705"/>
                  </a:lnTo>
                  <a:lnTo>
                    <a:pt x="38586" y="7433"/>
                  </a:lnTo>
                  <a:lnTo>
                    <a:pt x="39113" y="8029"/>
                  </a:lnTo>
                  <a:lnTo>
                    <a:pt x="39600" y="8454"/>
                  </a:lnTo>
                  <a:lnTo>
                    <a:pt x="40195" y="8826"/>
                  </a:lnTo>
                  <a:lnTo>
                    <a:pt x="40720" y="9049"/>
                  </a:lnTo>
                  <a:lnTo>
                    <a:pt x="41201" y="9134"/>
                  </a:lnTo>
                  <a:lnTo>
                    <a:pt x="41663" y="9092"/>
                  </a:lnTo>
                  <a:lnTo>
                    <a:pt x="42128" y="8932"/>
                  </a:lnTo>
                  <a:lnTo>
                    <a:pt x="42623" y="8665"/>
                  </a:lnTo>
                  <a:lnTo>
                    <a:pt x="43172" y="8302"/>
                  </a:lnTo>
                  <a:lnTo>
                    <a:pt x="43800" y="7854"/>
                  </a:lnTo>
                  <a:lnTo>
                    <a:pt x="44319" y="7416"/>
                  </a:lnTo>
                  <a:lnTo>
                    <a:pt x="44886" y="6833"/>
                  </a:lnTo>
                  <a:lnTo>
                    <a:pt x="45492" y="6139"/>
                  </a:lnTo>
                  <a:lnTo>
                    <a:pt x="46124" y="5368"/>
                  </a:lnTo>
                  <a:lnTo>
                    <a:pt x="46773" y="4554"/>
                  </a:lnTo>
                  <a:lnTo>
                    <a:pt x="47427" y="3731"/>
                  </a:lnTo>
                  <a:lnTo>
                    <a:pt x="48076" y="2931"/>
                  </a:lnTo>
                  <a:lnTo>
                    <a:pt x="48708" y="2190"/>
                  </a:lnTo>
                  <a:lnTo>
                    <a:pt x="49314" y="1541"/>
                  </a:lnTo>
                  <a:lnTo>
                    <a:pt x="49881" y="1018"/>
                  </a:lnTo>
                  <a:lnTo>
                    <a:pt x="50400" y="654"/>
                  </a:lnTo>
                  <a:lnTo>
                    <a:pt x="51028" y="361"/>
                  </a:lnTo>
                  <a:lnTo>
                    <a:pt x="51577" y="223"/>
                  </a:lnTo>
                  <a:lnTo>
                    <a:pt x="52072" y="225"/>
                  </a:lnTo>
                  <a:lnTo>
                    <a:pt x="52537" y="354"/>
                  </a:lnTo>
                  <a:lnTo>
                    <a:pt x="52999" y="595"/>
                  </a:lnTo>
                  <a:lnTo>
                    <a:pt x="53480" y="935"/>
                  </a:lnTo>
                  <a:lnTo>
                    <a:pt x="54005" y="1359"/>
                  </a:lnTo>
                  <a:lnTo>
                    <a:pt x="54600" y="1854"/>
                  </a:lnTo>
                  <a:lnTo>
                    <a:pt x="55085" y="2315"/>
                  </a:lnTo>
                  <a:lnTo>
                    <a:pt x="55606" y="2912"/>
                  </a:lnTo>
                  <a:lnTo>
                    <a:pt x="56155" y="3612"/>
                  </a:lnTo>
                  <a:lnTo>
                    <a:pt x="56725" y="4384"/>
                  </a:lnTo>
                  <a:lnTo>
                    <a:pt x="57307" y="5194"/>
                  </a:lnTo>
                  <a:lnTo>
                    <a:pt x="57893" y="6011"/>
                  </a:lnTo>
                  <a:lnTo>
                    <a:pt x="58475" y="6802"/>
                  </a:lnTo>
                  <a:lnTo>
                    <a:pt x="59045" y="7534"/>
                  </a:lnTo>
                  <a:lnTo>
                    <a:pt x="59594" y="8175"/>
                  </a:lnTo>
                  <a:lnTo>
                    <a:pt x="60115" y="8692"/>
                  </a:lnTo>
                  <a:lnTo>
                    <a:pt x="60600" y="9054"/>
                  </a:lnTo>
                  <a:lnTo>
                    <a:pt x="61195" y="9343"/>
                  </a:lnTo>
                  <a:lnTo>
                    <a:pt x="61720" y="9471"/>
                  </a:lnTo>
                  <a:lnTo>
                    <a:pt x="62201" y="9457"/>
                  </a:lnTo>
                  <a:lnTo>
                    <a:pt x="62663" y="9317"/>
                  </a:lnTo>
                  <a:lnTo>
                    <a:pt x="63128" y="9069"/>
                  </a:lnTo>
                  <a:lnTo>
                    <a:pt x="63623" y="8731"/>
                  </a:lnTo>
                  <a:lnTo>
                    <a:pt x="64172" y="8320"/>
                  </a:lnTo>
                  <a:lnTo>
                    <a:pt x="64800" y="7854"/>
                  </a:lnTo>
                  <a:lnTo>
                    <a:pt x="65319" y="7425"/>
                  </a:lnTo>
                  <a:lnTo>
                    <a:pt x="65886" y="6869"/>
                  </a:lnTo>
                  <a:lnTo>
                    <a:pt x="66492" y="6216"/>
                  </a:lnTo>
                  <a:lnTo>
                    <a:pt x="67124" y="5498"/>
                  </a:lnTo>
                  <a:lnTo>
                    <a:pt x="67773" y="4746"/>
                  </a:lnTo>
                  <a:lnTo>
                    <a:pt x="68427" y="3990"/>
                  </a:lnTo>
                  <a:lnTo>
                    <a:pt x="69076" y="3263"/>
                  </a:lnTo>
                  <a:lnTo>
                    <a:pt x="69708" y="2594"/>
                  </a:lnTo>
                  <a:lnTo>
                    <a:pt x="70314" y="2016"/>
                  </a:lnTo>
                  <a:lnTo>
                    <a:pt x="70881" y="1559"/>
                  </a:lnTo>
                  <a:lnTo>
                    <a:pt x="71400" y="1254"/>
                  </a:lnTo>
                  <a:lnTo>
                    <a:pt x="72028" y="1036"/>
                  </a:lnTo>
                  <a:lnTo>
                    <a:pt x="72577" y="973"/>
                  </a:lnTo>
                  <a:lnTo>
                    <a:pt x="73072" y="1050"/>
                  </a:lnTo>
                  <a:lnTo>
                    <a:pt x="73537" y="1254"/>
                  </a:lnTo>
                  <a:lnTo>
                    <a:pt x="73999" y="1570"/>
                  </a:lnTo>
                  <a:lnTo>
                    <a:pt x="74480" y="1985"/>
                  </a:lnTo>
                  <a:lnTo>
                    <a:pt x="75005" y="2484"/>
                  </a:lnTo>
                  <a:lnTo>
                    <a:pt x="75600" y="3054"/>
                  </a:lnTo>
                  <a:lnTo>
                    <a:pt x="76100" y="3567"/>
                  </a:lnTo>
                  <a:lnTo>
                    <a:pt x="76663" y="4213"/>
                  </a:lnTo>
                  <a:lnTo>
                    <a:pt x="77269" y="4959"/>
                  </a:lnTo>
                  <a:lnTo>
                    <a:pt x="77902" y="5777"/>
                  </a:lnTo>
                  <a:lnTo>
                    <a:pt x="78544" y="6633"/>
                  </a:lnTo>
                  <a:lnTo>
                    <a:pt x="79177" y="7498"/>
                  </a:lnTo>
                  <a:lnTo>
                    <a:pt x="79784" y="8339"/>
                  </a:lnTo>
                  <a:lnTo>
                    <a:pt x="80348" y="9127"/>
                  </a:lnTo>
                  <a:lnTo>
                    <a:pt x="80850" y="9829"/>
                  </a:lnTo>
                  <a:lnTo>
                    <a:pt x="81273" y="10415"/>
                  </a:lnTo>
                  <a:lnTo>
                    <a:pt x="81600" y="10854"/>
                  </a:lnTo>
                </a:path>
              </a:pathLst>
            </a:custGeom>
            <a:noFill/>
            <a:ln w="104241" cap="rnd">
              <a:solidFill>
                <a:srgbClr val="E0E9F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02 螺旋带 y58"/>
            <p:cNvSpPr/>
            <p:nvPr/>
          </p:nvSpPr>
          <p:spPr>
            <a:xfrm>
              <a:off x="809900" y="4477746"/>
              <a:ext cx="7425600" cy="987714"/>
            </a:xfrm>
            <a:custGeom>
              <a:avLst/>
              <a:gdLst/>
              <a:ahLst/>
              <a:cxnLst/>
              <a:rect l="l" t="t" r="r" b="b"/>
              <a:pathLst>
                <a:path w="81600" h="10854">
                  <a:moveTo>
                    <a:pt x="0" y="8454"/>
                  </a:moveTo>
                  <a:lnTo>
                    <a:pt x="316" y="8344"/>
                  </a:lnTo>
                  <a:lnTo>
                    <a:pt x="727" y="8229"/>
                  </a:lnTo>
                  <a:lnTo>
                    <a:pt x="1215" y="8095"/>
                  </a:lnTo>
                  <a:lnTo>
                    <a:pt x="1763" y="7929"/>
                  </a:lnTo>
                  <a:lnTo>
                    <a:pt x="2353" y="7716"/>
                  </a:lnTo>
                  <a:lnTo>
                    <a:pt x="2967" y="7442"/>
                  </a:lnTo>
                  <a:lnTo>
                    <a:pt x="3589" y="7092"/>
                  </a:lnTo>
                  <a:lnTo>
                    <a:pt x="4200" y="6654"/>
                  </a:lnTo>
                  <a:lnTo>
                    <a:pt x="4757" y="6135"/>
                  </a:lnTo>
                  <a:lnTo>
                    <a:pt x="5354" y="5476"/>
                  </a:lnTo>
                  <a:lnTo>
                    <a:pt x="5978" y="4721"/>
                  </a:lnTo>
                  <a:lnTo>
                    <a:pt x="6616" y="3913"/>
                  </a:lnTo>
                  <a:lnTo>
                    <a:pt x="7258" y="3098"/>
                  </a:lnTo>
                  <a:lnTo>
                    <a:pt x="7889" y="2321"/>
                  </a:lnTo>
                  <a:lnTo>
                    <a:pt x="8498" y="1624"/>
                  </a:lnTo>
                  <a:lnTo>
                    <a:pt x="9072" y="1054"/>
                  </a:lnTo>
                  <a:lnTo>
                    <a:pt x="9600" y="654"/>
                  </a:lnTo>
                  <a:lnTo>
                    <a:pt x="10120" y="368"/>
                  </a:lnTo>
                  <a:lnTo>
                    <a:pt x="10570" y="185"/>
                  </a:lnTo>
                  <a:lnTo>
                    <a:pt x="10976" y="106"/>
                  </a:lnTo>
                  <a:lnTo>
                    <a:pt x="11363" y="129"/>
                  </a:lnTo>
                  <a:lnTo>
                    <a:pt x="11753" y="256"/>
                  </a:lnTo>
                  <a:lnTo>
                    <a:pt x="12173" y="485"/>
                  </a:lnTo>
                  <a:lnTo>
                    <a:pt x="12647" y="818"/>
                  </a:lnTo>
                  <a:lnTo>
                    <a:pt x="13200" y="1254"/>
                  </a:lnTo>
                  <a:lnTo>
                    <a:pt x="13660" y="1690"/>
                  </a:lnTo>
                  <a:lnTo>
                    <a:pt x="14161" y="2267"/>
                  </a:lnTo>
                  <a:lnTo>
                    <a:pt x="14696" y="2953"/>
                  </a:lnTo>
                  <a:lnTo>
                    <a:pt x="15256" y="3714"/>
                  </a:lnTo>
                  <a:lnTo>
                    <a:pt x="15833" y="4520"/>
                  </a:lnTo>
                  <a:lnTo>
                    <a:pt x="16419" y="5337"/>
                  </a:lnTo>
                  <a:lnTo>
                    <a:pt x="17006" y="6132"/>
                  </a:lnTo>
                  <a:lnTo>
                    <a:pt x="17585" y="6874"/>
                  </a:lnTo>
                  <a:lnTo>
                    <a:pt x="18150" y="7530"/>
                  </a:lnTo>
                  <a:lnTo>
                    <a:pt x="18691" y="8068"/>
                  </a:lnTo>
                  <a:lnTo>
                    <a:pt x="19200" y="8454"/>
                  </a:lnTo>
                  <a:lnTo>
                    <a:pt x="19849" y="8793"/>
                  </a:lnTo>
                  <a:lnTo>
                    <a:pt x="20456" y="8993"/>
                  </a:lnTo>
                  <a:lnTo>
                    <a:pt x="21035" y="9064"/>
                  </a:lnTo>
                  <a:lnTo>
                    <a:pt x="21600" y="9017"/>
                  </a:lnTo>
                  <a:lnTo>
                    <a:pt x="22165" y="8861"/>
                  </a:lnTo>
                  <a:lnTo>
                    <a:pt x="22744" y="8609"/>
                  </a:lnTo>
                  <a:lnTo>
                    <a:pt x="23351" y="8269"/>
                  </a:lnTo>
                  <a:lnTo>
                    <a:pt x="24000" y="7854"/>
                  </a:lnTo>
                  <a:lnTo>
                    <a:pt x="24562" y="7410"/>
                  </a:lnTo>
                  <a:lnTo>
                    <a:pt x="25162" y="6822"/>
                  </a:lnTo>
                  <a:lnTo>
                    <a:pt x="25787" y="6126"/>
                  </a:lnTo>
                  <a:lnTo>
                    <a:pt x="26429" y="5358"/>
                  </a:lnTo>
                  <a:lnTo>
                    <a:pt x="27075" y="4554"/>
                  </a:lnTo>
                  <a:lnTo>
                    <a:pt x="27715" y="3750"/>
                  </a:lnTo>
                  <a:lnTo>
                    <a:pt x="28339" y="2982"/>
                  </a:lnTo>
                  <a:lnTo>
                    <a:pt x="28934" y="2286"/>
                  </a:lnTo>
                  <a:lnTo>
                    <a:pt x="29492" y="1698"/>
                  </a:lnTo>
                  <a:lnTo>
                    <a:pt x="30000" y="1254"/>
                  </a:lnTo>
                  <a:lnTo>
                    <a:pt x="30548" y="834"/>
                  </a:lnTo>
                  <a:lnTo>
                    <a:pt x="31012" y="485"/>
                  </a:lnTo>
                  <a:lnTo>
                    <a:pt x="31420" y="220"/>
                  </a:lnTo>
                  <a:lnTo>
                    <a:pt x="31800" y="54"/>
                  </a:lnTo>
                  <a:lnTo>
                    <a:pt x="32180" y="0"/>
                  </a:lnTo>
                  <a:lnTo>
                    <a:pt x="32588" y="73"/>
                  </a:lnTo>
                  <a:lnTo>
                    <a:pt x="33052" y="286"/>
                  </a:lnTo>
                  <a:lnTo>
                    <a:pt x="33600" y="654"/>
                  </a:lnTo>
                  <a:lnTo>
                    <a:pt x="34062" y="1079"/>
                  </a:lnTo>
                  <a:lnTo>
                    <a:pt x="34569" y="1675"/>
                  </a:lnTo>
                  <a:lnTo>
                    <a:pt x="35112" y="2403"/>
                  </a:lnTo>
                  <a:lnTo>
                    <a:pt x="35681" y="3225"/>
                  </a:lnTo>
                  <a:lnTo>
                    <a:pt x="36266" y="4105"/>
                  </a:lnTo>
                  <a:lnTo>
                    <a:pt x="36859" y="5003"/>
                  </a:lnTo>
                  <a:lnTo>
                    <a:pt x="37450" y="5883"/>
                  </a:lnTo>
                  <a:lnTo>
                    <a:pt x="38029" y="6705"/>
                  </a:lnTo>
                  <a:lnTo>
                    <a:pt x="38586" y="7433"/>
                  </a:lnTo>
                  <a:lnTo>
                    <a:pt x="39113" y="8029"/>
                  </a:lnTo>
                  <a:lnTo>
                    <a:pt x="39600" y="8454"/>
                  </a:lnTo>
                  <a:lnTo>
                    <a:pt x="40195" y="8826"/>
                  </a:lnTo>
                  <a:lnTo>
                    <a:pt x="40720" y="9049"/>
                  </a:lnTo>
                  <a:lnTo>
                    <a:pt x="41201" y="9134"/>
                  </a:lnTo>
                  <a:lnTo>
                    <a:pt x="41663" y="9092"/>
                  </a:lnTo>
                  <a:lnTo>
                    <a:pt x="42128" y="8932"/>
                  </a:lnTo>
                  <a:lnTo>
                    <a:pt x="42623" y="8665"/>
                  </a:lnTo>
                  <a:lnTo>
                    <a:pt x="43172" y="8302"/>
                  </a:lnTo>
                  <a:lnTo>
                    <a:pt x="43800" y="7854"/>
                  </a:lnTo>
                  <a:lnTo>
                    <a:pt x="44319" y="7416"/>
                  </a:lnTo>
                  <a:lnTo>
                    <a:pt x="44886" y="6833"/>
                  </a:lnTo>
                  <a:lnTo>
                    <a:pt x="45492" y="6139"/>
                  </a:lnTo>
                  <a:lnTo>
                    <a:pt x="46124" y="5368"/>
                  </a:lnTo>
                  <a:lnTo>
                    <a:pt x="46773" y="4554"/>
                  </a:lnTo>
                  <a:lnTo>
                    <a:pt x="47427" y="3731"/>
                  </a:lnTo>
                  <a:lnTo>
                    <a:pt x="48076" y="2931"/>
                  </a:lnTo>
                  <a:lnTo>
                    <a:pt x="48708" y="2190"/>
                  </a:lnTo>
                  <a:lnTo>
                    <a:pt x="49314" y="1541"/>
                  </a:lnTo>
                  <a:lnTo>
                    <a:pt x="49881" y="1018"/>
                  </a:lnTo>
                  <a:lnTo>
                    <a:pt x="50400" y="654"/>
                  </a:lnTo>
                  <a:lnTo>
                    <a:pt x="51028" y="361"/>
                  </a:lnTo>
                  <a:lnTo>
                    <a:pt x="51577" y="223"/>
                  </a:lnTo>
                  <a:lnTo>
                    <a:pt x="52072" y="225"/>
                  </a:lnTo>
                  <a:lnTo>
                    <a:pt x="52537" y="354"/>
                  </a:lnTo>
                  <a:lnTo>
                    <a:pt x="52999" y="595"/>
                  </a:lnTo>
                  <a:lnTo>
                    <a:pt x="53480" y="935"/>
                  </a:lnTo>
                  <a:lnTo>
                    <a:pt x="54005" y="1359"/>
                  </a:lnTo>
                  <a:lnTo>
                    <a:pt x="54600" y="1854"/>
                  </a:lnTo>
                  <a:lnTo>
                    <a:pt x="55085" y="2315"/>
                  </a:lnTo>
                  <a:lnTo>
                    <a:pt x="55606" y="2912"/>
                  </a:lnTo>
                  <a:lnTo>
                    <a:pt x="56155" y="3612"/>
                  </a:lnTo>
                  <a:lnTo>
                    <a:pt x="56725" y="4384"/>
                  </a:lnTo>
                  <a:lnTo>
                    <a:pt x="57307" y="5194"/>
                  </a:lnTo>
                  <a:lnTo>
                    <a:pt x="57893" y="6011"/>
                  </a:lnTo>
                  <a:lnTo>
                    <a:pt x="58475" y="6802"/>
                  </a:lnTo>
                  <a:lnTo>
                    <a:pt x="59045" y="7534"/>
                  </a:lnTo>
                  <a:lnTo>
                    <a:pt x="59594" y="8175"/>
                  </a:lnTo>
                  <a:lnTo>
                    <a:pt x="60115" y="8692"/>
                  </a:lnTo>
                  <a:lnTo>
                    <a:pt x="60600" y="9054"/>
                  </a:lnTo>
                  <a:lnTo>
                    <a:pt x="61195" y="9343"/>
                  </a:lnTo>
                  <a:lnTo>
                    <a:pt x="61720" y="9471"/>
                  </a:lnTo>
                  <a:lnTo>
                    <a:pt x="62201" y="9457"/>
                  </a:lnTo>
                  <a:lnTo>
                    <a:pt x="62663" y="9317"/>
                  </a:lnTo>
                  <a:lnTo>
                    <a:pt x="63128" y="9069"/>
                  </a:lnTo>
                  <a:lnTo>
                    <a:pt x="63623" y="8731"/>
                  </a:lnTo>
                  <a:lnTo>
                    <a:pt x="64172" y="8320"/>
                  </a:lnTo>
                  <a:lnTo>
                    <a:pt x="64800" y="7854"/>
                  </a:lnTo>
                  <a:lnTo>
                    <a:pt x="65319" y="7425"/>
                  </a:lnTo>
                  <a:lnTo>
                    <a:pt x="65886" y="6869"/>
                  </a:lnTo>
                  <a:lnTo>
                    <a:pt x="66492" y="6216"/>
                  </a:lnTo>
                  <a:lnTo>
                    <a:pt x="67124" y="5498"/>
                  </a:lnTo>
                  <a:lnTo>
                    <a:pt x="67773" y="4746"/>
                  </a:lnTo>
                  <a:lnTo>
                    <a:pt x="68427" y="3990"/>
                  </a:lnTo>
                  <a:lnTo>
                    <a:pt x="69076" y="3263"/>
                  </a:lnTo>
                  <a:lnTo>
                    <a:pt x="69708" y="2594"/>
                  </a:lnTo>
                  <a:lnTo>
                    <a:pt x="70314" y="2016"/>
                  </a:lnTo>
                  <a:lnTo>
                    <a:pt x="70881" y="1559"/>
                  </a:lnTo>
                  <a:lnTo>
                    <a:pt x="71400" y="1254"/>
                  </a:lnTo>
                  <a:lnTo>
                    <a:pt x="72028" y="1036"/>
                  </a:lnTo>
                  <a:lnTo>
                    <a:pt x="72577" y="973"/>
                  </a:lnTo>
                  <a:lnTo>
                    <a:pt x="73072" y="1050"/>
                  </a:lnTo>
                  <a:lnTo>
                    <a:pt x="73537" y="1254"/>
                  </a:lnTo>
                  <a:lnTo>
                    <a:pt x="73999" y="1570"/>
                  </a:lnTo>
                  <a:lnTo>
                    <a:pt x="74480" y="1985"/>
                  </a:lnTo>
                  <a:lnTo>
                    <a:pt x="75005" y="2484"/>
                  </a:lnTo>
                  <a:lnTo>
                    <a:pt x="75600" y="3054"/>
                  </a:lnTo>
                  <a:lnTo>
                    <a:pt x="76100" y="3567"/>
                  </a:lnTo>
                  <a:lnTo>
                    <a:pt x="76663" y="4213"/>
                  </a:lnTo>
                  <a:lnTo>
                    <a:pt x="77269" y="4959"/>
                  </a:lnTo>
                  <a:lnTo>
                    <a:pt x="77902" y="5777"/>
                  </a:lnTo>
                  <a:lnTo>
                    <a:pt x="78544" y="6633"/>
                  </a:lnTo>
                  <a:lnTo>
                    <a:pt x="79177" y="7498"/>
                  </a:lnTo>
                  <a:lnTo>
                    <a:pt x="79784" y="8339"/>
                  </a:lnTo>
                  <a:lnTo>
                    <a:pt x="80348" y="9127"/>
                  </a:lnTo>
                  <a:lnTo>
                    <a:pt x="80850" y="9829"/>
                  </a:lnTo>
                  <a:lnTo>
                    <a:pt x="81273" y="10415"/>
                  </a:lnTo>
                  <a:lnTo>
                    <a:pt x="81600" y="10854"/>
                  </a:lnTo>
                </a:path>
              </a:pathLst>
            </a:custGeom>
            <a:noFill/>
            <a:ln w="57607" cap="rnd">
              <a:solidFill>
                <a:srgbClr val="7D9AC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02 螺旋带 y58"/>
            <p:cNvSpPr/>
            <p:nvPr/>
          </p:nvSpPr>
          <p:spPr>
            <a:xfrm>
              <a:off x="1653235" y="4433011"/>
              <a:ext cx="186537" cy="186537"/>
            </a:xfrm>
            <a:prstGeom prst="ellipse">
              <a:avLst/>
            </a:prstGeom>
            <a:solidFill>
              <a:srgbClr val="E7EFFB"/>
            </a:solidFill>
            <a:ln w="24688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02 螺旋带 y58"/>
            <p:cNvSpPr/>
            <p:nvPr/>
          </p:nvSpPr>
          <p:spPr>
            <a:xfrm>
              <a:off x="3573475" y="4433011"/>
              <a:ext cx="186537" cy="186537"/>
            </a:xfrm>
            <a:prstGeom prst="ellipse">
              <a:avLst/>
            </a:prstGeom>
            <a:solidFill>
              <a:srgbClr val="E7EFFB"/>
            </a:solidFill>
            <a:ln w="24688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02 螺旋带 y58"/>
            <p:cNvSpPr/>
            <p:nvPr/>
          </p:nvSpPr>
          <p:spPr>
            <a:xfrm>
              <a:off x="5438851" y="4433011"/>
              <a:ext cx="186537" cy="186537"/>
            </a:xfrm>
            <a:prstGeom prst="ellipse">
              <a:avLst/>
            </a:prstGeom>
            <a:solidFill>
              <a:srgbClr val="E7EFFB"/>
            </a:solidFill>
            <a:ln w="24688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02 螺旋带 y58"/>
            <p:cNvSpPr/>
            <p:nvPr/>
          </p:nvSpPr>
          <p:spPr>
            <a:xfrm>
              <a:off x="7359091" y="4487875"/>
              <a:ext cx="186537" cy="186537"/>
            </a:xfrm>
            <a:prstGeom prst="ellipse">
              <a:avLst/>
            </a:prstGeom>
            <a:solidFill>
              <a:srgbClr val="E7EFFB"/>
            </a:solidFill>
            <a:ln w="24688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02 螺旋带 y58"/>
            <p:cNvSpPr/>
            <p:nvPr/>
          </p:nvSpPr>
          <p:spPr>
            <a:xfrm>
              <a:off x="1653235" y="5640019"/>
              <a:ext cx="186537" cy="186537"/>
            </a:xfrm>
            <a:prstGeom prst="ellipse">
              <a:avLst/>
            </a:prstGeom>
            <a:solidFill>
              <a:srgbClr val="E7EFFB"/>
            </a:solidFill>
            <a:ln w="24688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02 螺旋带 y58"/>
            <p:cNvSpPr/>
            <p:nvPr/>
          </p:nvSpPr>
          <p:spPr>
            <a:xfrm>
              <a:off x="3573475" y="5640019"/>
              <a:ext cx="186537" cy="186537"/>
            </a:xfrm>
            <a:prstGeom prst="ellipse">
              <a:avLst/>
            </a:prstGeom>
            <a:solidFill>
              <a:srgbClr val="E7EFFB"/>
            </a:solidFill>
            <a:ln w="24688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02 螺旋带 y58"/>
            <p:cNvSpPr/>
            <p:nvPr/>
          </p:nvSpPr>
          <p:spPr>
            <a:xfrm>
              <a:off x="5383987" y="5694883"/>
              <a:ext cx="186537" cy="186537"/>
            </a:xfrm>
            <a:prstGeom prst="ellipse">
              <a:avLst/>
            </a:prstGeom>
            <a:solidFill>
              <a:srgbClr val="E7EFFB"/>
            </a:solidFill>
            <a:ln w="24688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02 螺旋带 y58"/>
            <p:cNvSpPr/>
            <p:nvPr/>
          </p:nvSpPr>
          <p:spPr>
            <a:xfrm>
              <a:off x="7304227" y="5640019"/>
              <a:ext cx="186537" cy="186537"/>
            </a:xfrm>
            <a:prstGeom prst="ellipse">
              <a:avLst/>
            </a:prstGeom>
            <a:solidFill>
              <a:srgbClr val="E7EFFB"/>
            </a:solidFill>
            <a:ln w="24688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320040" y="18288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44E83"/>
                </a:solidFill>
                <a:latin typeface="Arial"/>
              </a:defRPr>
            </a:pPr>
            <a:r>
              <a:t>3. 有序双螺旋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7" name="04_无序链离子作用_按参考图描线 — 手动路径描摹"/>
          <p:cNvGrpSpPr/>
          <p:nvPr/>
        </p:nvGrpSpPr>
        <p:grpSpPr>
          <a:xfrm>
            <a:off x="762398" y="918190"/>
            <a:ext cx="7537894" cy="4589949"/>
            <a:chOff x="762398" y="918190"/>
            <a:chExt cx="7537894" cy="4589949"/>
          </a:xfrm>
        </p:grpSpPr>
        <p:sp>
          <p:nvSpPr>
            <p:cNvPr id="2" name="01 不规则链与蓝色轮廓"/>
            <p:cNvSpPr/>
            <p:nvPr/>
          </p:nvSpPr>
          <p:spPr>
            <a:xfrm>
              <a:off x="1807260" y="1557829"/>
              <a:ext cx="5560100" cy="572936"/>
            </a:xfrm>
            <a:custGeom>
              <a:avLst/>
              <a:gdLst/>
              <a:ahLst/>
              <a:cxnLst/>
              <a:rect l="l" t="t" r="r" b="b"/>
              <a:pathLst>
                <a:path w="61100" h="6296">
                  <a:moveTo>
                    <a:pt x="0" y="3223"/>
                  </a:moveTo>
                  <a:lnTo>
                    <a:pt x="354" y="3312"/>
                  </a:lnTo>
                  <a:lnTo>
                    <a:pt x="810" y="3427"/>
                  </a:lnTo>
                  <a:lnTo>
                    <a:pt x="1349" y="3563"/>
                  </a:lnTo>
                  <a:lnTo>
                    <a:pt x="1954" y="3716"/>
                  </a:lnTo>
                  <a:lnTo>
                    <a:pt x="2608" y="3881"/>
                  </a:lnTo>
                  <a:lnTo>
                    <a:pt x="3292" y="4053"/>
                  </a:lnTo>
                  <a:lnTo>
                    <a:pt x="3990" y="4228"/>
                  </a:lnTo>
                  <a:lnTo>
                    <a:pt x="4683" y="4401"/>
                  </a:lnTo>
                  <a:lnTo>
                    <a:pt x="5354" y="4568"/>
                  </a:lnTo>
                  <a:lnTo>
                    <a:pt x="5986" y="4723"/>
                  </a:lnTo>
                  <a:lnTo>
                    <a:pt x="6561" y="4863"/>
                  </a:lnTo>
                  <a:lnTo>
                    <a:pt x="7212" y="5056"/>
                  </a:lnTo>
                  <a:lnTo>
                    <a:pt x="7844" y="5298"/>
                  </a:lnTo>
                  <a:lnTo>
                    <a:pt x="8459" y="5562"/>
                  </a:lnTo>
                  <a:lnTo>
                    <a:pt x="9060" y="5820"/>
                  </a:lnTo>
                  <a:lnTo>
                    <a:pt x="9646" y="6047"/>
                  </a:lnTo>
                  <a:lnTo>
                    <a:pt x="10221" y="6215"/>
                  </a:lnTo>
                  <a:lnTo>
                    <a:pt x="10786" y="6296"/>
                  </a:lnTo>
                  <a:lnTo>
                    <a:pt x="11342" y="6265"/>
                  </a:lnTo>
                  <a:lnTo>
                    <a:pt x="11892" y="6093"/>
                  </a:lnTo>
                  <a:lnTo>
                    <a:pt x="12287" y="5838"/>
                  </a:lnTo>
                  <a:lnTo>
                    <a:pt x="12658" y="5464"/>
                  </a:lnTo>
                  <a:lnTo>
                    <a:pt x="13010" y="4994"/>
                  </a:lnTo>
                  <a:lnTo>
                    <a:pt x="13350" y="4453"/>
                  </a:lnTo>
                  <a:lnTo>
                    <a:pt x="13684" y="3863"/>
                  </a:lnTo>
                  <a:lnTo>
                    <a:pt x="14019" y="3248"/>
                  </a:lnTo>
                  <a:lnTo>
                    <a:pt x="14361" y="2632"/>
                  </a:lnTo>
                  <a:lnTo>
                    <a:pt x="14717" y="2038"/>
                  </a:lnTo>
                  <a:lnTo>
                    <a:pt x="15092" y="1490"/>
                  </a:lnTo>
                  <a:lnTo>
                    <a:pt x="15494" y="1010"/>
                  </a:lnTo>
                  <a:lnTo>
                    <a:pt x="15929" y="623"/>
                  </a:lnTo>
                  <a:lnTo>
                    <a:pt x="16403" y="352"/>
                  </a:lnTo>
                  <a:lnTo>
                    <a:pt x="16879" y="190"/>
                  </a:lnTo>
                  <a:lnTo>
                    <a:pt x="17388" y="80"/>
                  </a:lnTo>
                  <a:lnTo>
                    <a:pt x="17927" y="18"/>
                  </a:lnTo>
                  <a:lnTo>
                    <a:pt x="18489" y="0"/>
                  </a:lnTo>
                  <a:lnTo>
                    <a:pt x="19070" y="22"/>
                  </a:lnTo>
                  <a:lnTo>
                    <a:pt x="19664" y="80"/>
                  </a:lnTo>
                  <a:lnTo>
                    <a:pt x="20267" y="171"/>
                  </a:lnTo>
                  <a:lnTo>
                    <a:pt x="20874" y="290"/>
                  </a:lnTo>
                  <a:lnTo>
                    <a:pt x="21479" y="433"/>
                  </a:lnTo>
                  <a:lnTo>
                    <a:pt x="22078" y="597"/>
                  </a:lnTo>
                  <a:lnTo>
                    <a:pt x="22665" y="777"/>
                  </a:lnTo>
                  <a:lnTo>
                    <a:pt x="23235" y="970"/>
                  </a:lnTo>
                  <a:lnTo>
                    <a:pt x="23784" y="1172"/>
                  </a:lnTo>
                  <a:lnTo>
                    <a:pt x="24315" y="1413"/>
                  </a:lnTo>
                  <a:lnTo>
                    <a:pt x="24838" y="1716"/>
                  </a:lnTo>
                  <a:lnTo>
                    <a:pt x="25354" y="2071"/>
                  </a:lnTo>
                  <a:lnTo>
                    <a:pt x="25863" y="2463"/>
                  </a:lnTo>
                  <a:lnTo>
                    <a:pt x="26367" y="2881"/>
                  </a:lnTo>
                  <a:lnTo>
                    <a:pt x="26867" y="3313"/>
                  </a:lnTo>
                  <a:lnTo>
                    <a:pt x="27364" y="3746"/>
                  </a:lnTo>
                  <a:lnTo>
                    <a:pt x="27859" y="4168"/>
                  </a:lnTo>
                  <a:lnTo>
                    <a:pt x="28353" y="4567"/>
                  </a:lnTo>
                  <a:lnTo>
                    <a:pt x="28848" y="4931"/>
                  </a:lnTo>
                  <a:lnTo>
                    <a:pt x="29344" y="5246"/>
                  </a:lnTo>
                  <a:lnTo>
                    <a:pt x="29843" y="5501"/>
                  </a:lnTo>
                  <a:lnTo>
                    <a:pt x="30345" y="5683"/>
                  </a:lnTo>
                  <a:lnTo>
                    <a:pt x="30940" y="5823"/>
                  </a:lnTo>
                  <a:lnTo>
                    <a:pt x="31532" y="5908"/>
                  </a:lnTo>
                  <a:lnTo>
                    <a:pt x="32123" y="5944"/>
                  </a:lnTo>
                  <a:lnTo>
                    <a:pt x="32714" y="5933"/>
                  </a:lnTo>
                  <a:lnTo>
                    <a:pt x="33304" y="5879"/>
                  </a:lnTo>
                  <a:lnTo>
                    <a:pt x="33896" y="5786"/>
                  </a:lnTo>
                  <a:lnTo>
                    <a:pt x="34490" y="5657"/>
                  </a:lnTo>
                  <a:lnTo>
                    <a:pt x="35087" y="5497"/>
                  </a:lnTo>
                  <a:lnTo>
                    <a:pt x="35688" y="5309"/>
                  </a:lnTo>
                  <a:lnTo>
                    <a:pt x="36294" y="5096"/>
                  </a:lnTo>
                  <a:lnTo>
                    <a:pt x="36906" y="4863"/>
                  </a:lnTo>
                  <a:lnTo>
                    <a:pt x="37392" y="4642"/>
                  </a:lnTo>
                  <a:lnTo>
                    <a:pt x="37881" y="4366"/>
                  </a:lnTo>
                  <a:lnTo>
                    <a:pt x="38373" y="4044"/>
                  </a:lnTo>
                  <a:lnTo>
                    <a:pt x="38868" y="3688"/>
                  </a:lnTo>
                  <a:lnTo>
                    <a:pt x="39366" y="3306"/>
                  </a:lnTo>
                  <a:lnTo>
                    <a:pt x="39865" y="2908"/>
                  </a:lnTo>
                  <a:lnTo>
                    <a:pt x="40366" y="2505"/>
                  </a:lnTo>
                  <a:lnTo>
                    <a:pt x="40868" y="2106"/>
                  </a:lnTo>
                  <a:lnTo>
                    <a:pt x="41371" y="1721"/>
                  </a:lnTo>
                  <a:lnTo>
                    <a:pt x="41874" y="1360"/>
                  </a:lnTo>
                  <a:lnTo>
                    <a:pt x="42376" y="1033"/>
                  </a:lnTo>
                  <a:lnTo>
                    <a:pt x="42878" y="749"/>
                  </a:lnTo>
                  <a:lnTo>
                    <a:pt x="43378" y="519"/>
                  </a:lnTo>
                  <a:lnTo>
                    <a:pt x="43877" y="352"/>
                  </a:lnTo>
                  <a:lnTo>
                    <a:pt x="44448" y="230"/>
                  </a:lnTo>
                  <a:lnTo>
                    <a:pt x="45001" y="166"/>
                  </a:lnTo>
                  <a:lnTo>
                    <a:pt x="45543" y="154"/>
                  </a:lnTo>
                  <a:lnTo>
                    <a:pt x="46080" y="185"/>
                  </a:lnTo>
                  <a:lnTo>
                    <a:pt x="46616" y="254"/>
                  </a:lnTo>
                  <a:lnTo>
                    <a:pt x="47158" y="352"/>
                  </a:lnTo>
                  <a:lnTo>
                    <a:pt x="47711" y="473"/>
                  </a:lnTo>
                  <a:lnTo>
                    <a:pt x="48282" y="610"/>
                  </a:lnTo>
                  <a:lnTo>
                    <a:pt x="48875" y="756"/>
                  </a:lnTo>
                  <a:lnTo>
                    <a:pt x="49497" y="903"/>
                  </a:lnTo>
                  <a:lnTo>
                    <a:pt x="50153" y="1044"/>
                  </a:lnTo>
                  <a:lnTo>
                    <a:pt x="50849" y="1172"/>
                  </a:lnTo>
                  <a:lnTo>
                    <a:pt x="51352" y="1259"/>
                  </a:lnTo>
                  <a:lnTo>
                    <a:pt x="51900" y="1357"/>
                  </a:lnTo>
                  <a:lnTo>
                    <a:pt x="52486" y="1467"/>
                  </a:lnTo>
                  <a:lnTo>
                    <a:pt x="53103" y="1585"/>
                  </a:lnTo>
                  <a:lnTo>
                    <a:pt x="53744" y="1710"/>
                  </a:lnTo>
                  <a:lnTo>
                    <a:pt x="54403" y="1841"/>
                  </a:lnTo>
                  <a:lnTo>
                    <a:pt x="55071" y="1975"/>
                  </a:lnTo>
                  <a:lnTo>
                    <a:pt x="55742" y="2112"/>
                  </a:lnTo>
                  <a:lnTo>
                    <a:pt x="56410" y="2249"/>
                  </a:lnTo>
                  <a:lnTo>
                    <a:pt x="57067" y="2385"/>
                  </a:lnTo>
                  <a:lnTo>
                    <a:pt x="57706" y="2517"/>
                  </a:lnTo>
                  <a:lnTo>
                    <a:pt x="58321" y="2646"/>
                  </a:lnTo>
                  <a:lnTo>
                    <a:pt x="58904" y="2767"/>
                  </a:lnTo>
                  <a:lnTo>
                    <a:pt x="59448" y="2881"/>
                  </a:lnTo>
                  <a:lnTo>
                    <a:pt x="59947" y="2985"/>
                  </a:lnTo>
                  <a:lnTo>
                    <a:pt x="60393" y="3078"/>
                  </a:lnTo>
                  <a:lnTo>
                    <a:pt x="60780" y="3158"/>
                  </a:lnTo>
                  <a:lnTo>
                    <a:pt x="61100" y="3223"/>
                  </a:lnTo>
                </a:path>
              </a:pathLst>
            </a:custGeom>
            <a:noFill/>
            <a:ln w="116240" cap="rnd">
              <a:solidFill>
                <a:srgbClr val="294B7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01 不规则链与蓝色轮廓"/>
            <p:cNvSpPr/>
            <p:nvPr/>
          </p:nvSpPr>
          <p:spPr>
            <a:xfrm>
              <a:off x="1807260" y="1544725"/>
              <a:ext cx="5560100" cy="573027"/>
            </a:xfrm>
            <a:custGeom>
              <a:avLst/>
              <a:gdLst/>
              <a:ahLst/>
              <a:cxnLst/>
              <a:rect l="l" t="t" r="r" b="b"/>
              <a:pathLst>
                <a:path w="61100" h="6297">
                  <a:moveTo>
                    <a:pt x="0" y="3223"/>
                  </a:moveTo>
                  <a:lnTo>
                    <a:pt x="354" y="3312"/>
                  </a:lnTo>
                  <a:lnTo>
                    <a:pt x="810" y="3427"/>
                  </a:lnTo>
                  <a:lnTo>
                    <a:pt x="1349" y="3563"/>
                  </a:lnTo>
                  <a:lnTo>
                    <a:pt x="1954" y="3716"/>
                  </a:lnTo>
                  <a:lnTo>
                    <a:pt x="2608" y="3881"/>
                  </a:lnTo>
                  <a:lnTo>
                    <a:pt x="3292" y="4053"/>
                  </a:lnTo>
                  <a:lnTo>
                    <a:pt x="3990" y="4228"/>
                  </a:lnTo>
                  <a:lnTo>
                    <a:pt x="4683" y="4401"/>
                  </a:lnTo>
                  <a:lnTo>
                    <a:pt x="5354" y="4568"/>
                  </a:lnTo>
                  <a:lnTo>
                    <a:pt x="5986" y="4724"/>
                  </a:lnTo>
                  <a:lnTo>
                    <a:pt x="6561" y="4863"/>
                  </a:lnTo>
                  <a:lnTo>
                    <a:pt x="7212" y="5056"/>
                  </a:lnTo>
                  <a:lnTo>
                    <a:pt x="7844" y="5298"/>
                  </a:lnTo>
                  <a:lnTo>
                    <a:pt x="8459" y="5562"/>
                  </a:lnTo>
                  <a:lnTo>
                    <a:pt x="9060" y="5821"/>
                  </a:lnTo>
                  <a:lnTo>
                    <a:pt x="9646" y="6048"/>
                  </a:lnTo>
                  <a:lnTo>
                    <a:pt x="10221" y="6215"/>
                  </a:lnTo>
                  <a:lnTo>
                    <a:pt x="10786" y="6297"/>
                  </a:lnTo>
                  <a:lnTo>
                    <a:pt x="11342" y="6265"/>
                  </a:lnTo>
                  <a:lnTo>
                    <a:pt x="11892" y="6094"/>
                  </a:lnTo>
                  <a:lnTo>
                    <a:pt x="12287" y="5838"/>
                  </a:lnTo>
                  <a:lnTo>
                    <a:pt x="12658" y="5464"/>
                  </a:lnTo>
                  <a:lnTo>
                    <a:pt x="13010" y="4995"/>
                  </a:lnTo>
                  <a:lnTo>
                    <a:pt x="13350" y="4453"/>
                  </a:lnTo>
                  <a:lnTo>
                    <a:pt x="13684" y="3864"/>
                  </a:lnTo>
                  <a:lnTo>
                    <a:pt x="14019" y="3249"/>
                  </a:lnTo>
                  <a:lnTo>
                    <a:pt x="14361" y="2633"/>
                  </a:lnTo>
                  <a:lnTo>
                    <a:pt x="14717" y="2039"/>
                  </a:lnTo>
                  <a:lnTo>
                    <a:pt x="15092" y="1490"/>
                  </a:lnTo>
                  <a:lnTo>
                    <a:pt x="15494" y="1011"/>
                  </a:lnTo>
                  <a:lnTo>
                    <a:pt x="15929" y="624"/>
                  </a:lnTo>
                  <a:lnTo>
                    <a:pt x="16403" y="353"/>
                  </a:lnTo>
                  <a:lnTo>
                    <a:pt x="16879" y="191"/>
                  </a:lnTo>
                  <a:lnTo>
                    <a:pt x="17388" y="81"/>
                  </a:lnTo>
                  <a:lnTo>
                    <a:pt x="17927" y="18"/>
                  </a:lnTo>
                  <a:lnTo>
                    <a:pt x="18489" y="0"/>
                  </a:lnTo>
                  <a:lnTo>
                    <a:pt x="19070" y="22"/>
                  </a:lnTo>
                  <a:lnTo>
                    <a:pt x="19664" y="81"/>
                  </a:lnTo>
                  <a:lnTo>
                    <a:pt x="20267" y="171"/>
                  </a:lnTo>
                  <a:lnTo>
                    <a:pt x="20874" y="290"/>
                  </a:lnTo>
                  <a:lnTo>
                    <a:pt x="21479" y="433"/>
                  </a:lnTo>
                  <a:lnTo>
                    <a:pt x="22078" y="597"/>
                  </a:lnTo>
                  <a:lnTo>
                    <a:pt x="22665" y="778"/>
                  </a:lnTo>
                  <a:lnTo>
                    <a:pt x="23235" y="971"/>
                  </a:lnTo>
                  <a:lnTo>
                    <a:pt x="23784" y="1173"/>
                  </a:lnTo>
                  <a:lnTo>
                    <a:pt x="24315" y="1413"/>
                  </a:lnTo>
                  <a:lnTo>
                    <a:pt x="24838" y="1717"/>
                  </a:lnTo>
                  <a:lnTo>
                    <a:pt x="25354" y="2071"/>
                  </a:lnTo>
                  <a:lnTo>
                    <a:pt x="25863" y="2463"/>
                  </a:lnTo>
                  <a:lnTo>
                    <a:pt x="26367" y="2882"/>
                  </a:lnTo>
                  <a:lnTo>
                    <a:pt x="26867" y="3314"/>
                  </a:lnTo>
                  <a:lnTo>
                    <a:pt x="27364" y="3747"/>
                  </a:lnTo>
                  <a:lnTo>
                    <a:pt x="27859" y="4169"/>
                  </a:lnTo>
                  <a:lnTo>
                    <a:pt x="28353" y="4568"/>
                  </a:lnTo>
                  <a:lnTo>
                    <a:pt x="28848" y="4931"/>
                  </a:lnTo>
                  <a:lnTo>
                    <a:pt x="29344" y="5246"/>
                  </a:lnTo>
                  <a:lnTo>
                    <a:pt x="29843" y="5501"/>
                  </a:lnTo>
                  <a:lnTo>
                    <a:pt x="30345" y="5684"/>
                  </a:lnTo>
                  <a:lnTo>
                    <a:pt x="30940" y="5823"/>
                  </a:lnTo>
                  <a:lnTo>
                    <a:pt x="31532" y="5909"/>
                  </a:lnTo>
                  <a:lnTo>
                    <a:pt x="32123" y="5944"/>
                  </a:lnTo>
                  <a:lnTo>
                    <a:pt x="32714" y="5933"/>
                  </a:lnTo>
                  <a:lnTo>
                    <a:pt x="33304" y="5879"/>
                  </a:lnTo>
                  <a:lnTo>
                    <a:pt x="33896" y="5786"/>
                  </a:lnTo>
                  <a:lnTo>
                    <a:pt x="34490" y="5658"/>
                  </a:lnTo>
                  <a:lnTo>
                    <a:pt x="35087" y="5498"/>
                  </a:lnTo>
                  <a:lnTo>
                    <a:pt x="35688" y="5309"/>
                  </a:lnTo>
                  <a:lnTo>
                    <a:pt x="36294" y="5097"/>
                  </a:lnTo>
                  <a:lnTo>
                    <a:pt x="36906" y="4863"/>
                  </a:lnTo>
                  <a:lnTo>
                    <a:pt x="37392" y="4642"/>
                  </a:lnTo>
                  <a:lnTo>
                    <a:pt x="37881" y="4366"/>
                  </a:lnTo>
                  <a:lnTo>
                    <a:pt x="38373" y="4045"/>
                  </a:lnTo>
                  <a:lnTo>
                    <a:pt x="38868" y="3688"/>
                  </a:lnTo>
                  <a:lnTo>
                    <a:pt x="39366" y="3306"/>
                  </a:lnTo>
                  <a:lnTo>
                    <a:pt x="39865" y="2909"/>
                  </a:lnTo>
                  <a:lnTo>
                    <a:pt x="40366" y="2506"/>
                  </a:lnTo>
                  <a:lnTo>
                    <a:pt x="40868" y="2107"/>
                  </a:lnTo>
                  <a:lnTo>
                    <a:pt x="41371" y="1722"/>
                  </a:lnTo>
                  <a:lnTo>
                    <a:pt x="41874" y="1361"/>
                  </a:lnTo>
                  <a:lnTo>
                    <a:pt x="42376" y="1033"/>
                  </a:lnTo>
                  <a:lnTo>
                    <a:pt x="42878" y="750"/>
                  </a:lnTo>
                  <a:lnTo>
                    <a:pt x="43378" y="519"/>
                  </a:lnTo>
                  <a:lnTo>
                    <a:pt x="43877" y="353"/>
                  </a:lnTo>
                  <a:lnTo>
                    <a:pt x="44448" y="230"/>
                  </a:lnTo>
                  <a:lnTo>
                    <a:pt x="45001" y="167"/>
                  </a:lnTo>
                  <a:lnTo>
                    <a:pt x="45543" y="154"/>
                  </a:lnTo>
                  <a:lnTo>
                    <a:pt x="46080" y="186"/>
                  </a:lnTo>
                  <a:lnTo>
                    <a:pt x="46616" y="254"/>
                  </a:lnTo>
                  <a:lnTo>
                    <a:pt x="47158" y="353"/>
                  </a:lnTo>
                  <a:lnTo>
                    <a:pt x="47711" y="474"/>
                  </a:lnTo>
                  <a:lnTo>
                    <a:pt x="48282" y="611"/>
                  </a:lnTo>
                  <a:lnTo>
                    <a:pt x="48875" y="756"/>
                  </a:lnTo>
                  <a:lnTo>
                    <a:pt x="49497" y="903"/>
                  </a:lnTo>
                  <a:lnTo>
                    <a:pt x="50153" y="1044"/>
                  </a:lnTo>
                  <a:lnTo>
                    <a:pt x="50849" y="1173"/>
                  </a:lnTo>
                  <a:lnTo>
                    <a:pt x="51352" y="1259"/>
                  </a:lnTo>
                  <a:lnTo>
                    <a:pt x="51900" y="1358"/>
                  </a:lnTo>
                  <a:lnTo>
                    <a:pt x="52486" y="1467"/>
                  </a:lnTo>
                  <a:lnTo>
                    <a:pt x="53103" y="1585"/>
                  </a:lnTo>
                  <a:lnTo>
                    <a:pt x="53744" y="1710"/>
                  </a:lnTo>
                  <a:lnTo>
                    <a:pt x="54403" y="1841"/>
                  </a:lnTo>
                  <a:lnTo>
                    <a:pt x="55071" y="1976"/>
                  </a:lnTo>
                  <a:lnTo>
                    <a:pt x="55742" y="2112"/>
                  </a:lnTo>
                  <a:lnTo>
                    <a:pt x="56410" y="2249"/>
                  </a:lnTo>
                  <a:lnTo>
                    <a:pt x="57067" y="2385"/>
                  </a:lnTo>
                  <a:lnTo>
                    <a:pt x="57706" y="2518"/>
                  </a:lnTo>
                  <a:lnTo>
                    <a:pt x="58321" y="2646"/>
                  </a:lnTo>
                  <a:lnTo>
                    <a:pt x="58904" y="2768"/>
                  </a:lnTo>
                  <a:lnTo>
                    <a:pt x="59448" y="2882"/>
                  </a:lnTo>
                  <a:lnTo>
                    <a:pt x="59947" y="2986"/>
                  </a:lnTo>
                  <a:lnTo>
                    <a:pt x="60393" y="3079"/>
                  </a:lnTo>
                  <a:lnTo>
                    <a:pt x="60780" y="3158"/>
                  </a:lnTo>
                  <a:lnTo>
                    <a:pt x="61100" y="3223"/>
                  </a:lnTo>
                </a:path>
              </a:pathLst>
            </a:custGeom>
            <a:noFill/>
            <a:ln w="50620" cap="rnd">
              <a:solidFill>
                <a:srgbClr val="7699C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01 不规则链与蓝色轮廓"/>
            <p:cNvSpPr/>
            <p:nvPr/>
          </p:nvSpPr>
          <p:spPr>
            <a:xfrm>
              <a:off x="762398" y="3231774"/>
              <a:ext cx="7537894" cy="717535"/>
            </a:xfrm>
            <a:custGeom>
              <a:avLst/>
              <a:gdLst/>
              <a:ahLst/>
              <a:cxnLst/>
              <a:rect l="l" t="t" r="r" b="b"/>
              <a:pathLst>
                <a:path w="82834" h="7885">
                  <a:moveTo>
                    <a:pt x="0" y="0"/>
                  </a:moveTo>
                  <a:lnTo>
                    <a:pt x="304" y="174"/>
                  </a:lnTo>
                  <a:lnTo>
                    <a:pt x="689" y="420"/>
                  </a:lnTo>
                  <a:lnTo>
                    <a:pt x="1140" y="720"/>
                  </a:lnTo>
                  <a:lnTo>
                    <a:pt x="1647" y="1057"/>
                  </a:lnTo>
                  <a:lnTo>
                    <a:pt x="2198" y="1411"/>
                  </a:lnTo>
                  <a:lnTo>
                    <a:pt x="2780" y="1765"/>
                  </a:lnTo>
                  <a:lnTo>
                    <a:pt x="3381" y="2099"/>
                  </a:lnTo>
                  <a:lnTo>
                    <a:pt x="3990" y="2395"/>
                  </a:lnTo>
                  <a:lnTo>
                    <a:pt x="4594" y="2635"/>
                  </a:lnTo>
                  <a:lnTo>
                    <a:pt x="5182" y="2799"/>
                  </a:lnTo>
                  <a:lnTo>
                    <a:pt x="5741" y="2871"/>
                  </a:lnTo>
                  <a:lnTo>
                    <a:pt x="6281" y="2829"/>
                  </a:lnTo>
                  <a:lnTo>
                    <a:pt x="6823" y="2681"/>
                  </a:lnTo>
                  <a:lnTo>
                    <a:pt x="7367" y="2451"/>
                  </a:lnTo>
                  <a:lnTo>
                    <a:pt x="7913" y="2162"/>
                  </a:lnTo>
                  <a:lnTo>
                    <a:pt x="8463" y="1836"/>
                  </a:lnTo>
                  <a:lnTo>
                    <a:pt x="9017" y="1496"/>
                  </a:lnTo>
                  <a:lnTo>
                    <a:pt x="9577" y="1167"/>
                  </a:lnTo>
                  <a:lnTo>
                    <a:pt x="10144" y="871"/>
                  </a:lnTo>
                  <a:lnTo>
                    <a:pt x="10718" y="630"/>
                  </a:lnTo>
                  <a:lnTo>
                    <a:pt x="11300" y="469"/>
                  </a:lnTo>
                  <a:lnTo>
                    <a:pt x="11892" y="410"/>
                  </a:lnTo>
                  <a:lnTo>
                    <a:pt x="12406" y="433"/>
                  </a:lnTo>
                  <a:lnTo>
                    <a:pt x="12936" y="497"/>
                  </a:lnTo>
                  <a:lnTo>
                    <a:pt x="13478" y="600"/>
                  </a:lnTo>
                  <a:lnTo>
                    <a:pt x="14030" y="737"/>
                  </a:lnTo>
                  <a:lnTo>
                    <a:pt x="14588" y="905"/>
                  </a:lnTo>
                  <a:lnTo>
                    <a:pt x="15148" y="1099"/>
                  </a:lnTo>
                  <a:lnTo>
                    <a:pt x="15708" y="1316"/>
                  </a:lnTo>
                  <a:lnTo>
                    <a:pt x="16264" y="1551"/>
                  </a:lnTo>
                  <a:lnTo>
                    <a:pt x="16812" y="1801"/>
                  </a:lnTo>
                  <a:lnTo>
                    <a:pt x="17349" y="2062"/>
                  </a:lnTo>
                  <a:lnTo>
                    <a:pt x="17873" y="2330"/>
                  </a:lnTo>
                  <a:lnTo>
                    <a:pt x="18378" y="2601"/>
                  </a:lnTo>
                  <a:lnTo>
                    <a:pt x="18863" y="2871"/>
                  </a:lnTo>
                  <a:lnTo>
                    <a:pt x="19361" y="3195"/>
                  </a:lnTo>
                  <a:lnTo>
                    <a:pt x="19832" y="3575"/>
                  </a:lnTo>
                  <a:lnTo>
                    <a:pt x="20282" y="3999"/>
                  </a:lnTo>
                  <a:lnTo>
                    <a:pt x="20716" y="4450"/>
                  </a:lnTo>
                  <a:lnTo>
                    <a:pt x="21138" y="4917"/>
                  </a:lnTo>
                  <a:lnTo>
                    <a:pt x="21554" y="5383"/>
                  </a:lnTo>
                  <a:lnTo>
                    <a:pt x="21969" y="5834"/>
                  </a:lnTo>
                  <a:lnTo>
                    <a:pt x="22387" y="6258"/>
                  </a:lnTo>
                  <a:lnTo>
                    <a:pt x="22813" y="6638"/>
                  </a:lnTo>
                  <a:lnTo>
                    <a:pt x="23253" y="6962"/>
                  </a:lnTo>
                  <a:lnTo>
                    <a:pt x="23712" y="7215"/>
                  </a:lnTo>
                  <a:lnTo>
                    <a:pt x="24194" y="7382"/>
                  </a:lnTo>
                  <a:lnTo>
                    <a:pt x="24702" y="7471"/>
                  </a:lnTo>
                  <a:lnTo>
                    <a:pt x="25231" y="7502"/>
                  </a:lnTo>
                  <a:lnTo>
                    <a:pt x="25777" y="7481"/>
                  </a:lnTo>
                  <a:lnTo>
                    <a:pt x="26335" y="7412"/>
                  </a:lnTo>
                  <a:lnTo>
                    <a:pt x="26903" y="7300"/>
                  </a:lnTo>
                  <a:lnTo>
                    <a:pt x="27475" y="7151"/>
                  </a:lnTo>
                  <a:lnTo>
                    <a:pt x="28046" y="6969"/>
                  </a:lnTo>
                  <a:lnTo>
                    <a:pt x="28614" y="6759"/>
                  </a:lnTo>
                  <a:lnTo>
                    <a:pt x="29172" y="6526"/>
                  </a:lnTo>
                  <a:lnTo>
                    <a:pt x="29719" y="6276"/>
                  </a:lnTo>
                  <a:lnTo>
                    <a:pt x="30247" y="6013"/>
                  </a:lnTo>
                  <a:lnTo>
                    <a:pt x="30755" y="5741"/>
                  </a:lnTo>
                  <a:lnTo>
                    <a:pt x="31237" y="5427"/>
                  </a:lnTo>
                  <a:lnTo>
                    <a:pt x="31696" y="5040"/>
                  </a:lnTo>
                  <a:lnTo>
                    <a:pt x="32136" y="4598"/>
                  </a:lnTo>
                  <a:lnTo>
                    <a:pt x="32562" y="4116"/>
                  </a:lnTo>
                  <a:lnTo>
                    <a:pt x="32980" y="3612"/>
                  </a:lnTo>
                  <a:lnTo>
                    <a:pt x="33395" y="3102"/>
                  </a:lnTo>
                  <a:lnTo>
                    <a:pt x="33811" y="2601"/>
                  </a:lnTo>
                  <a:lnTo>
                    <a:pt x="34233" y="2127"/>
                  </a:lnTo>
                  <a:lnTo>
                    <a:pt x="34667" y="1695"/>
                  </a:lnTo>
                  <a:lnTo>
                    <a:pt x="35117" y="1323"/>
                  </a:lnTo>
                  <a:lnTo>
                    <a:pt x="35588" y="1026"/>
                  </a:lnTo>
                  <a:lnTo>
                    <a:pt x="36086" y="821"/>
                  </a:lnTo>
                  <a:lnTo>
                    <a:pt x="36610" y="704"/>
                  </a:lnTo>
                  <a:lnTo>
                    <a:pt x="37153" y="655"/>
                  </a:lnTo>
                  <a:lnTo>
                    <a:pt x="37714" y="667"/>
                  </a:lnTo>
                  <a:lnTo>
                    <a:pt x="38288" y="729"/>
                  </a:lnTo>
                  <a:lnTo>
                    <a:pt x="38874" y="835"/>
                  </a:lnTo>
                  <a:lnTo>
                    <a:pt x="39469" y="974"/>
                  </a:lnTo>
                  <a:lnTo>
                    <a:pt x="40070" y="1139"/>
                  </a:lnTo>
                  <a:lnTo>
                    <a:pt x="40673" y="1322"/>
                  </a:lnTo>
                  <a:lnTo>
                    <a:pt x="41276" y="1513"/>
                  </a:lnTo>
                  <a:lnTo>
                    <a:pt x="41876" y="1703"/>
                  </a:lnTo>
                  <a:lnTo>
                    <a:pt x="42471" y="1886"/>
                  </a:lnTo>
                  <a:lnTo>
                    <a:pt x="43057" y="2051"/>
                  </a:lnTo>
                  <a:lnTo>
                    <a:pt x="43638" y="2221"/>
                  </a:lnTo>
                  <a:lnTo>
                    <a:pt x="44219" y="2418"/>
                  </a:lnTo>
                  <a:lnTo>
                    <a:pt x="44800" y="2637"/>
                  </a:lnTo>
                  <a:lnTo>
                    <a:pt x="45381" y="2871"/>
                  </a:lnTo>
                  <a:lnTo>
                    <a:pt x="45962" y="3113"/>
                  </a:lnTo>
                  <a:lnTo>
                    <a:pt x="46543" y="3358"/>
                  </a:lnTo>
                  <a:lnTo>
                    <a:pt x="47124" y="3598"/>
                  </a:lnTo>
                  <a:lnTo>
                    <a:pt x="47705" y="3828"/>
                  </a:lnTo>
                  <a:lnTo>
                    <a:pt x="48286" y="4040"/>
                  </a:lnTo>
                  <a:lnTo>
                    <a:pt x="48867" y="4229"/>
                  </a:lnTo>
                  <a:lnTo>
                    <a:pt x="49448" y="4388"/>
                  </a:lnTo>
                  <a:lnTo>
                    <a:pt x="50028" y="4511"/>
                  </a:lnTo>
                  <a:lnTo>
                    <a:pt x="50612" y="4608"/>
                  </a:lnTo>
                  <a:lnTo>
                    <a:pt x="51200" y="4692"/>
                  </a:lnTo>
                  <a:lnTo>
                    <a:pt x="51791" y="4761"/>
                  </a:lnTo>
                  <a:lnTo>
                    <a:pt x="52383" y="4815"/>
                  </a:lnTo>
                  <a:lnTo>
                    <a:pt x="52975" y="4852"/>
                  </a:lnTo>
                  <a:lnTo>
                    <a:pt x="53565" y="4870"/>
                  </a:lnTo>
                  <a:lnTo>
                    <a:pt x="54153" y="4868"/>
                  </a:lnTo>
                  <a:lnTo>
                    <a:pt x="54737" y="4845"/>
                  </a:lnTo>
                  <a:lnTo>
                    <a:pt x="55315" y="4800"/>
                  </a:lnTo>
                  <a:lnTo>
                    <a:pt x="55885" y="4730"/>
                  </a:lnTo>
                  <a:lnTo>
                    <a:pt x="56447" y="4634"/>
                  </a:lnTo>
                  <a:lnTo>
                    <a:pt x="57000" y="4511"/>
                  </a:lnTo>
                  <a:lnTo>
                    <a:pt x="57533" y="4334"/>
                  </a:lnTo>
                  <a:lnTo>
                    <a:pt x="58044" y="4088"/>
                  </a:lnTo>
                  <a:lnTo>
                    <a:pt x="58537" y="3787"/>
                  </a:lnTo>
                  <a:lnTo>
                    <a:pt x="59020" y="3448"/>
                  </a:lnTo>
                  <a:lnTo>
                    <a:pt x="59496" y="3086"/>
                  </a:lnTo>
                  <a:lnTo>
                    <a:pt x="59973" y="2717"/>
                  </a:lnTo>
                  <a:lnTo>
                    <a:pt x="60455" y="2357"/>
                  </a:lnTo>
                  <a:lnTo>
                    <a:pt x="60949" y="2020"/>
                  </a:lnTo>
                  <a:lnTo>
                    <a:pt x="61459" y="1724"/>
                  </a:lnTo>
                  <a:lnTo>
                    <a:pt x="61993" y="1483"/>
                  </a:lnTo>
                  <a:lnTo>
                    <a:pt x="62555" y="1313"/>
                  </a:lnTo>
                  <a:lnTo>
                    <a:pt x="63151" y="1231"/>
                  </a:lnTo>
                  <a:lnTo>
                    <a:pt x="63659" y="1225"/>
                  </a:lnTo>
                  <a:lnTo>
                    <a:pt x="64195" y="1259"/>
                  </a:lnTo>
                  <a:lnTo>
                    <a:pt x="64755" y="1329"/>
                  </a:lnTo>
                  <a:lnTo>
                    <a:pt x="65335" y="1432"/>
                  </a:lnTo>
                  <a:lnTo>
                    <a:pt x="65930" y="1565"/>
                  </a:lnTo>
                  <a:lnTo>
                    <a:pt x="66536" y="1723"/>
                  </a:lnTo>
                  <a:lnTo>
                    <a:pt x="67149" y="1903"/>
                  </a:lnTo>
                  <a:lnTo>
                    <a:pt x="67764" y="2101"/>
                  </a:lnTo>
                  <a:lnTo>
                    <a:pt x="68377" y="2313"/>
                  </a:lnTo>
                  <a:lnTo>
                    <a:pt x="68983" y="2537"/>
                  </a:lnTo>
                  <a:lnTo>
                    <a:pt x="69578" y="2768"/>
                  </a:lnTo>
                  <a:lnTo>
                    <a:pt x="70158" y="3002"/>
                  </a:lnTo>
                  <a:lnTo>
                    <a:pt x="70718" y="3237"/>
                  </a:lnTo>
                  <a:lnTo>
                    <a:pt x="71255" y="3467"/>
                  </a:lnTo>
                  <a:lnTo>
                    <a:pt x="71762" y="3691"/>
                  </a:lnTo>
                  <a:lnTo>
                    <a:pt x="72365" y="3992"/>
                  </a:lnTo>
                  <a:lnTo>
                    <a:pt x="72944" y="4341"/>
                  </a:lnTo>
                  <a:lnTo>
                    <a:pt x="73502" y="4726"/>
                  </a:lnTo>
                  <a:lnTo>
                    <a:pt x="74040" y="5134"/>
                  </a:lnTo>
                  <a:lnTo>
                    <a:pt x="74562" y="5553"/>
                  </a:lnTo>
                  <a:lnTo>
                    <a:pt x="75068" y="5972"/>
                  </a:lnTo>
                  <a:lnTo>
                    <a:pt x="75562" y="6378"/>
                  </a:lnTo>
                  <a:lnTo>
                    <a:pt x="76045" y="6759"/>
                  </a:lnTo>
                  <a:lnTo>
                    <a:pt x="76520" y="7103"/>
                  </a:lnTo>
                  <a:lnTo>
                    <a:pt x="76988" y="7398"/>
                  </a:lnTo>
                  <a:lnTo>
                    <a:pt x="77452" y="7631"/>
                  </a:lnTo>
                  <a:lnTo>
                    <a:pt x="77913" y="7792"/>
                  </a:lnTo>
                  <a:lnTo>
                    <a:pt x="78621" y="7885"/>
                  </a:lnTo>
                  <a:lnTo>
                    <a:pt x="79345" y="7830"/>
                  </a:lnTo>
                  <a:lnTo>
                    <a:pt x="80065" y="7667"/>
                  </a:lnTo>
                  <a:lnTo>
                    <a:pt x="80758" y="7433"/>
                  </a:lnTo>
                  <a:lnTo>
                    <a:pt x="81403" y="7167"/>
                  </a:lnTo>
                  <a:lnTo>
                    <a:pt x="81979" y="6908"/>
                  </a:lnTo>
                  <a:lnTo>
                    <a:pt x="82463" y="6693"/>
                  </a:lnTo>
                  <a:lnTo>
                    <a:pt x="82834" y="6562"/>
                  </a:lnTo>
                </a:path>
              </a:pathLst>
            </a:custGeom>
            <a:noFill/>
            <a:ln w="116240" cap="rnd">
              <a:solidFill>
                <a:srgbClr val="294B7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01 不规则链与蓝色轮廓"/>
            <p:cNvSpPr/>
            <p:nvPr/>
          </p:nvSpPr>
          <p:spPr>
            <a:xfrm>
              <a:off x="762398" y="3218761"/>
              <a:ext cx="7537894" cy="717444"/>
            </a:xfrm>
            <a:custGeom>
              <a:avLst/>
              <a:gdLst/>
              <a:ahLst/>
              <a:cxnLst/>
              <a:rect l="l" t="t" r="r" b="b"/>
              <a:pathLst>
                <a:path w="82834" h="7884">
                  <a:moveTo>
                    <a:pt x="0" y="0"/>
                  </a:moveTo>
                  <a:lnTo>
                    <a:pt x="304" y="173"/>
                  </a:lnTo>
                  <a:lnTo>
                    <a:pt x="689" y="419"/>
                  </a:lnTo>
                  <a:lnTo>
                    <a:pt x="1140" y="720"/>
                  </a:lnTo>
                  <a:lnTo>
                    <a:pt x="1647" y="1057"/>
                  </a:lnTo>
                  <a:lnTo>
                    <a:pt x="2198" y="1411"/>
                  </a:lnTo>
                  <a:lnTo>
                    <a:pt x="2780" y="1764"/>
                  </a:lnTo>
                  <a:lnTo>
                    <a:pt x="3381" y="2098"/>
                  </a:lnTo>
                  <a:lnTo>
                    <a:pt x="3990" y="2394"/>
                  </a:lnTo>
                  <a:lnTo>
                    <a:pt x="4594" y="2634"/>
                  </a:lnTo>
                  <a:lnTo>
                    <a:pt x="5182" y="2799"/>
                  </a:lnTo>
                  <a:lnTo>
                    <a:pt x="5741" y="2870"/>
                  </a:lnTo>
                  <a:lnTo>
                    <a:pt x="6281" y="2828"/>
                  </a:lnTo>
                  <a:lnTo>
                    <a:pt x="6823" y="2681"/>
                  </a:lnTo>
                  <a:lnTo>
                    <a:pt x="7367" y="2451"/>
                  </a:lnTo>
                  <a:lnTo>
                    <a:pt x="7913" y="2161"/>
                  </a:lnTo>
                  <a:lnTo>
                    <a:pt x="8463" y="1835"/>
                  </a:lnTo>
                  <a:lnTo>
                    <a:pt x="9017" y="1496"/>
                  </a:lnTo>
                  <a:lnTo>
                    <a:pt x="9577" y="1167"/>
                  </a:lnTo>
                  <a:lnTo>
                    <a:pt x="10144" y="870"/>
                  </a:lnTo>
                  <a:lnTo>
                    <a:pt x="10718" y="630"/>
                  </a:lnTo>
                  <a:lnTo>
                    <a:pt x="11300" y="469"/>
                  </a:lnTo>
                  <a:lnTo>
                    <a:pt x="11892" y="410"/>
                  </a:lnTo>
                  <a:lnTo>
                    <a:pt x="12406" y="432"/>
                  </a:lnTo>
                  <a:lnTo>
                    <a:pt x="12936" y="497"/>
                  </a:lnTo>
                  <a:lnTo>
                    <a:pt x="13478" y="600"/>
                  </a:lnTo>
                  <a:lnTo>
                    <a:pt x="14030" y="737"/>
                  </a:lnTo>
                  <a:lnTo>
                    <a:pt x="14588" y="905"/>
                  </a:lnTo>
                  <a:lnTo>
                    <a:pt x="15148" y="1099"/>
                  </a:lnTo>
                  <a:lnTo>
                    <a:pt x="15708" y="1315"/>
                  </a:lnTo>
                  <a:lnTo>
                    <a:pt x="16264" y="1551"/>
                  </a:lnTo>
                  <a:lnTo>
                    <a:pt x="16812" y="1801"/>
                  </a:lnTo>
                  <a:lnTo>
                    <a:pt x="17349" y="2062"/>
                  </a:lnTo>
                  <a:lnTo>
                    <a:pt x="17873" y="2330"/>
                  </a:lnTo>
                  <a:lnTo>
                    <a:pt x="18378" y="2600"/>
                  </a:lnTo>
                  <a:lnTo>
                    <a:pt x="18863" y="2870"/>
                  </a:lnTo>
                  <a:lnTo>
                    <a:pt x="19361" y="3194"/>
                  </a:lnTo>
                  <a:lnTo>
                    <a:pt x="19832" y="3575"/>
                  </a:lnTo>
                  <a:lnTo>
                    <a:pt x="20282" y="3998"/>
                  </a:lnTo>
                  <a:lnTo>
                    <a:pt x="20716" y="4450"/>
                  </a:lnTo>
                  <a:lnTo>
                    <a:pt x="21138" y="4916"/>
                  </a:lnTo>
                  <a:lnTo>
                    <a:pt x="21554" y="5382"/>
                  </a:lnTo>
                  <a:lnTo>
                    <a:pt x="21969" y="5834"/>
                  </a:lnTo>
                  <a:lnTo>
                    <a:pt x="22387" y="6257"/>
                  </a:lnTo>
                  <a:lnTo>
                    <a:pt x="22813" y="6638"/>
                  </a:lnTo>
                  <a:lnTo>
                    <a:pt x="23253" y="6962"/>
                  </a:lnTo>
                  <a:lnTo>
                    <a:pt x="23712" y="7214"/>
                  </a:lnTo>
                  <a:lnTo>
                    <a:pt x="24194" y="7381"/>
                  </a:lnTo>
                  <a:lnTo>
                    <a:pt x="24702" y="7470"/>
                  </a:lnTo>
                  <a:lnTo>
                    <a:pt x="25231" y="7502"/>
                  </a:lnTo>
                  <a:lnTo>
                    <a:pt x="25777" y="7480"/>
                  </a:lnTo>
                  <a:lnTo>
                    <a:pt x="26335" y="7412"/>
                  </a:lnTo>
                  <a:lnTo>
                    <a:pt x="26903" y="7300"/>
                  </a:lnTo>
                  <a:lnTo>
                    <a:pt x="27475" y="7150"/>
                  </a:lnTo>
                  <a:lnTo>
                    <a:pt x="28046" y="6968"/>
                  </a:lnTo>
                  <a:lnTo>
                    <a:pt x="28614" y="6758"/>
                  </a:lnTo>
                  <a:lnTo>
                    <a:pt x="29172" y="6526"/>
                  </a:lnTo>
                  <a:lnTo>
                    <a:pt x="29719" y="6275"/>
                  </a:lnTo>
                  <a:lnTo>
                    <a:pt x="30247" y="6012"/>
                  </a:lnTo>
                  <a:lnTo>
                    <a:pt x="30755" y="5741"/>
                  </a:lnTo>
                  <a:lnTo>
                    <a:pt x="31237" y="5426"/>
                  </a:lnTo>
                  <a:lnTo>
                    <a:pt x="31696" y="5039"/>
                  </a:lnTo>
                  <a:lnTo>
                    <a:pt x="32136" y="4597"/>
                  </a:lnTo>
                  <a:lnTo>
                    <a:pt x="32562" y="4116"/>
                  </a:lnTo>
                  <a:lnTo>
                    <a:pt x="32980" y="3612"/>
                  </a:lnTo>
                  <a:lnTo>
                    <a:pt x="33395" y="3101"/>
                  </a:lnTo>
                  <a:lnTo>
                    <a:pt x="33811" y="2600"/>
                  </a:lnTo>
                  <a:lnTo>
                    <a:pt x="34233" y="2126"/>
                  </a:lnTo>
                  <a:lnTo>
                    <a:pt x="34667" y="1695"/>
                  </a:lnTo>
                  <a:lnTo>
                    <a:pt x="35117" y="1322"/>
                  </a:lnTo>
                  <a:lnTo>
                    <a:pt x="35588" y="1025"/>
                  </a:lnTo>
                  <a:lnTo>
                    <a:pt x="36086" y="820"/>
                  </a:lnTo>
                  <a:lnTo>
                    <a:pt x="36610" y="703"/>
                  </a:lnTo>
                  <a:lnTo>
                    <a:pt x="37153" y="655"/>
                  </a:lnTo>
                  <a:lnTo>
                    <a:pt x="37714" y="666"/>
                  </a:lnTo>
                  <a:lnTo>
                    <a:pt x="38288" y="729"/>
                  </a:lnTo>
                  <a:lnTo>
                    <a:pt x="38874" y="834"/>
                  </a:lnTo>
                  <a:lnTo>
                    <a:pt x="39469" y="974"/>
                  </a:lnTo>
                  <a:lnTo>
                    <a:pt x="40070" y="1139"/>
                  </a:lnTo>
                  <a:lnTo>
                    <a:pt x="40673" y="1321"/>
                  </a:lnTo>
                  <a:lnTo>
                    <a:pt x="41276" y="1512"/>
                  </a:lnTo>
                  <a:lnTo>
                    <a:pt x="41876" y="1703"/>
                  </a:lnTo>
                  <a:lnTo>
                    <a:pt x="42471" y="1885"/>
                  </a:lnTo>
                  <a:lnTo>
                    <a:pt x="43057" y="2050"/>
                  </a:lnTo>
                  <a:lnTo>
                    <a:pt x="43638" y="2220"/>
                  </a:lnTo>
                  <a:lnTo>
                    <a:pt x="44219" y="2418"/>
                  </a:lnTo>
                  <a:lnTo>
                    <a:pt x="44800" y="2636"/>
                  </a:lnTo>
                  <a:lnTo>
                    <a:pt x="45381" y="2870"/>
                  </a:lnTo>
                  <a:lnTo>
                    <a:pt x="45962" y="3113"/>
                  </a:lnTo>
                  <a:lnTo>
                    <a:pt x="46543" y="3357"/>
                  </a:lnTo>
                  <a:lnTo>
                    <a:pt x="47124" y="3598"/>
                  </a:lnTo>
                  <a:lnTo>
                    <a:pt x="47705" y="3827"/>
                  </a:lnTo>
                  <a:lnTo>
                    <a:pt x="48286" y="4040"/>
                  </a:lnTo>
                  <a:lnTo>
                    <a:pt x="48867" y="4229"/>
                  </a:lnTo>
                  <a:lnTo>
                    <a:pt x="49448" y="4388"/>
                  </a:lnTo>
                  <a:lnTo>
                    <a:pt x="50028" y="4511"/>
                  </a:lnTo>
                  <a:lnTo>
                    <a:pt x="50612" y="4607"/>
                  </a:lnTo>
                  <a:lnTo>
                    <a:pt x="51200" y="4691"/>
                  </a:lnTo>
                  <a:lnTo>
                    <a:pt x="51791" y="4761"/>
                  </a:lnTo>
                  <a:lnTo>
                    <a:pt x="52383" y="4814"/>
                  </a:lnTo>
                  <a:lnTo>
                    <a:pt x="52975" y="4851"/>
                  </a:lnTo>
                  <a:lnTo>
                    <a:pt x="53565" y="4869"/>
                  </a:lnTo>
                  <a:lnTo>
                    <a:pt x="54153" y="4868"/>
                  </a:lnTo>
                  <a:lnTo>
                    <a:pt x="54737" y="4845"/>
                  </a:lnTo>
                  <a:lnTo>
                    <a:pt x="55315" y="4799"/>
                  </a:lnTo>
                  <a:lnTo>
                    <a:pt x="55885" y="4729"/>
                  </a:lnTo>
                  <a:lnTo>
                    <a:pt x="56447" y="4633"/>
                  </a:lnTo>
                  <a:lnTo>
                    <a:pt x="57000" y="4511"/>
                  </a:lnTo>
                  <a:lnTo>
                    <a:pt x="57533" y="4334"/>
                  </a:lnTo>
                  <a:lnTo>
                    <a:pt x="58044" y="4087"/>
                  </a:lnTo>
                  <a:lnTo>
                    <a:pt x="58537" y="3787"/>
                  </a:lnTo>
                  <a:lnTo>
                    <a:pt x="59020" y="3448"/>
                  </a:lnTo>
                  <a:lnTo>
                    <a:pt x="59496" y="3086"/>
                  </a:lnTo>
                  <a:lnTo>
                    <a:pt x="59973" y="2717"/>
                  </a:lnTo>
                  <a:lnTo>
                    <a:pt x="60455" y="2356"/>
                  </a:lnTo>
                  <a:lnTo>
                    <a:pt x="60949" y="2020"/>
                  </a:lnTo>
                  <a:lnTo>
                    <a:pt x="61459" y="1723"/>
                  </a:lnTo>
                  <a:lnTo>
                    <a:pt x="61993" y="1483"/>
                  </a:lnTo>
                  <a:lnTo>
                    <a:pt x="62555" y="1313"/>
                  </a:lnTo>
                  <a:lnTo>
                    <a:pt x="63151" y="1230"/>
                  </a:lnTo>
                  <a:lnTo>
                    <a:pt x="63659" y="1224"/>
                  </a:lnTo>
                  <a:lnTo>
                    <a:pt x="64195" y="1258"/>
                  </a:lnTo>
                  <a:lnTo>
                    <a:pt x="64755" y="1328"/>
                  </a:lnTo>
                  <a:lnTo>
                    <a:pt x="65335" y="1432"/>
                  </a:lnTo>
                  <a:lnTo>
                    <a:pt x="65930" y="1564"/>
                  </a:lnTo>
                  <a:lnTo>
                    <a:pt x="66536" y="1722"/>
                  </a:lnTo>
                  <a:lnTo>
                    <a:pt x="67149" y="1902"/>
                  </a:lnTo>
                  <a:lnTo>
                    <a:pt x="67764" y="2100"/>
                  </a:lnTo>
                  <a:lnTo>
                    <a:pt x="68377" y="2313"/>
                  </a:lnTo>
                  <a:lnTo>
                    <a:pt x="68983" y="2536"/>
                  </a:lnTo>
                  <a:lnTo>
                    <a:pt x="69578" y="2767"/>
                  </a:lnTo>
                  <a:lnTo>
                    <a:pt x="70158" y="3002"/>
                  </a:lnTo>
                  <a:lnTo>
                    <a:pt x="70718" y="3236"/>
                  </a:lnTo>
                  <a:lnTo>
                    <a:pt x="71255" y="3467"/>
                  </a:lnTo>
                  <a:lnTo>
                    <a:pt x="71762" y="3691"/>
                  </a:lnTo>
                  <a:lnTo>
                    <a:pt x="72365" y="3992"/>
                  </a:lnTo>
                  <a:lnTo>
                    <a:pt x="72944" y="4341"/>
                  </a:lnTo>
                  <a:lnTo>
                    <a:pt x="73502" y="4725"/>
                  </a:lnTo>
                  <a:lnTo>
                    <a:pt x="74040" y="5133"/>
                  </a:lnTo>
                  <a:lnTo>
                    <a:pt x="74562" y="5553"/>
                  </a:lnTo>
                  <a:lnTo>
                    <a:pt x="75068" y="5972"/>
                  </a:lnTo>
                  <a:lnTo>
                    <a:pt x="75562" y="6377"/>
                  </a:lnTo>
                  <a:lnTo>
                    <a:pt x="76045" y="6758"/>
                  </a:lnTo>
                  <a:lnTo>
                    <a:pt x="76520" y="7102"/>
                  </a:lnTo>
                  <a:lnTo>
                    <a:pt x="76988" y="7397"/>
                  </a:lnTo>
                  <a:lnTo>
                    <a:pt x="77452" y="7631"/>
                  </a:lnTo>
                  <a:lnTo>
                    <a:pt x="77913" y="7791"/>
                  </a:lnTo>
                  <a:lnTo>
                    <a:pt x="78621" y="7884"/>
                  </a:lnTo>
                  <a:lnTo>
                    <a:pt x="79345" y="7830"/>
                  </a:lnTo>
                  <a:lnTo>
                    <a:pt x="80065" y="7666"/>
                  </a:lnTo>
                  <a:lnTo>
                    <a:pt x="80758" y="7432"/>
                  </a:lnTo>
                  <a:lnTo>
                    <a:pt x="81403" y="7167"/>
                  </a:lnTo>
                  <a:lnTo>
                    <a:pt x="81979" y="6907"/>
                  </a:lnTo>
                  <a:lnTo>
                    <a:pt x="82463" y="6692"/>
                  </a:lnTo>
                  <a:lnTo>
                    <a:pt x="82834" y="6561"/>
                  </a:lnTo>
                </a:path>
              </a:pathLst>
            </a:custGeom>
            <a:noFill/>
            <a:ln w="50620" cap="rnd">
              <a:solidFill>
                <a:srgbClr val="7699C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01 不规则链与蓝色轮廓"/>
            <p:cNvSpPr/>
            <p:nvPr/>
          </p:nvSpPr>
          <p:spPr>
            <a:xfrm>
              <a:off x="1322139" y="4239326"/>
              <a:ext cx="6605053" cy="895622"/>
            </a:xfrm>
            <a:custGeom>
              <a:avLst/>
              <a:gdLst/>
              <a:ahLst/>
              <a:cxnLst/>
              <a:rect l="l" t="t" r="r" b="b"/>
              <a:pathLst>
                <a:path w="72583" h="9842">
                  <a:moveTo>
                    <a:pt x="0" y="5741"/>
                  </a:moveTo>
                  <a:lnTo>
                    <a:pt x="277" y="5501"/>
                  </a:lnTo>
                  <a:lnTo>
                    <a:pt x="624" y="5170"/>
                  </a:lnTo>
                  <a:lnTo>
                    <a:pt x="1031" y="4767"/>
                  </a:lnTo>
                  <a:lnTo>
                    <a:pt x="1488" y="4314"/>
                  </a:lnTo>
                  <a:lnTo>
                    <a:pt x="1985" y="3829"/>
                  </a:lnTo>
                  <a:lnTo>
                    <a:pt x="2511" y="3332"/>
                  </a:lnTo>
                  <a:lnTo>
                    <a:pt x="3058" y="2844"/>
                  </a:lnTo>
                  <a:lnTo>
                    <a:pt x="3614" y="2385"/>
                  </a:lnTo>
                  <a:lnTo>
                    <a:pt x="4171" y="1974"/>
                  </a:lnTo>
                  <a:lnTo>
                    <a:pt x="4718" y="1631"/>
                  </a:lnTo>
                  <a:lnTo>
                    <a:pt x="5244" y="1377"/>
                  </a:lnTo>
                  <a:lnTo>
                    <a:pt x="5741" y="1231"/>
                  </a:lnTo>
                  <a:lnTo>
                    <a:pt x="6266" y="1180"/>
                  </a:lnTo>
                  <a:lnTo>
                    <a:pt x="6796" y="1209"/>
                  </a:lnTo>
                  <a:lnTo>
                    <a:pt x="7329" y="1310"/>
                  </a:lnTo>
                  <a:lnTo>
                    <a:pt x="7863" y="1474"/>
                  </a:lnTo>
                  <a:lnTo>
                    <a:pt x="8397" y="1693"/>
                  </a:lnTo>
                  <a:lnTo>
                    <a:pt x="8928" y="1958"/>
                  </a:lnTo>
                  <a:lnTo>
                    <a:pt x="9455" y="2261"/>
                  </a:lnTo>
                  <a:lnTo>
                    <a:pt x="9975" y="2595"/>
                  </a:lnTo>
                  <a:lnTo>
                    <a:pt x="10488" y="2950"/>
                  </a:lnTo>
                  <a:lnTo>
                    <a:pt x="10991" y="3318"/>
                  </a:lnTo>
                  <a:lnTo>
                    <a:pt x="11482" y="3691"/>
                  </a:lnTo>
                  <a:lnTo>
                    <a:pt x="11886" y="4045"/>
                  </a:lnTo>
                  <a:lnTo>
                    <a:pt x="12280" y="4467"/>
                  </a:lnTo>
                  <a:lnTo>
                    <a:pt x="12665" y="4943"/>
                  </a:lnTo>
                  <a:lnTo>
                    <a:pt x="13043" y="5457"/>
                  </a:lnTo>
                  <a:lnTo>
                    <a:pt x="13415" y="5996"/>
                  </a:lnTo>
                  <a:lnTo>
                    <a:pt x="13784" y="6544"/>
                  </a:lnTo>
                  <a:lnTo>
                    <a:pt x="14151" y="7088"/>
                  </a:lnTo>
                  <a:lnTo>
                    <a:pt x="14517" y="7612"/>
                  </a:lnTo>
                  <a:lnTo>
                    <a:pt x="14885" y="8102"/>
                  </a:lnTo>
                  <a:lnTo>
                    <a:pt x="15256" y="8544"/>
                  </a:lnTo>
                  <a:lnTo>
                    <a:pt x="15631" y="8922"/>
                  </a:lnTo>
                  <a:lnTo>
                    <a:pt x="16013" y="9223"/>
                  </a:lnTo>
                  <a:lnTo>
                    <a:pt x="16403" y="9432"/>
                  </a:lnTo>
                  <a:lnTo>
                    <a:pt x="16923" y="9584"/>
                  </a:lnTo>
                  <a:lnTo>
                    <a:pt x="17456" y="9635"/>
                  </a:lnTo>
                  <a:lnTo>
                    <a:pt x="17998" y="9599"/>
                  </a:lnTo>
                  <a:lnTo>
                    <a:pt x="18545" y="9484"/>
                  </a:lnTo>
                  <a:lnTo>
                    <a:pt x="19094" y="9304"/>
                  </a:lnTo>
                  <a:lnTo>
                    <a:pt x="19641" y="9068"/>
                  </a:lnTo>
                  <a:lnTo>
                    <a:pt x="20182" y="8788"/>
                  </a:lnTo>
                  <a:lnTo>
                    <a:pt x="20713" y="8474"/>
                  </a:lnTo>
                  <a:lnTo>
                    <a:pt x="21232" y="8138"/>
                  </a:lnTo>
                  <a:lnTo>
                    <a:pt x="21734" y="7792"/>
                  </a:lnTo>
                  <a:lnTo>
                    <a:pt x="22134" y="7468"/>
                  </a:lnTo>
                  <a:lnTo>
                    <a:pt x="22519" y="7084"/>
                  </a:lnTo>
                  <a:lnTo>
                    <a:pt x="22890" y="6651"/>
                  </a:lnTo>
                  <a:lnTo>
                    <a:pt x="23252" y="6182"/>
                  </a:lnTo>
                  <a:lnTo>
                    <a:pt x="23609" y="5687"/>
                  </a:lnTo>
                  <a:lnTo>
                    <a:pt x="23963" y="5177"/>
                  </a:lnTo>
                  <a:lnTo>
                    <a:pt x="24319" y="4665"/>
                  </a:lnTo>
                  <a:lnTo>
                    <a:pt x="24680" y="4162"/>
                  </a:lnTo>
                  <a:lnTo>
                    <a:pt x="25049" y="3678"/>
                  </a:lnTo>
                  <a:lnTo>
                    <a:pt x="25431" y="3226"/>
                  </a:lnTo>
                  <a:lnTo>
                    <a:pt x="25828" y="2816"/>
                  </a:lnTo>
                  <a:lnTo>
                    <a:pt x="26244" y="2461"/>
                  </a:lnTo>
                  <a:lnTo>
                    <a:pt x="26719" y="2111"/>
                  </a:lnTo>
                  <a:lnTo>
                    <a:pt x="27208" y="1772"/>
                  </a:lnTo>
                  <a:lnTo>
                    <a:pt x="27710" y="1450"/>
                  </a:lnTo>
                  <a:lnTo>
                    <a:pt x="28224" y="1148"/>
                  </a:lnTo>
                  <a:lnTo>
                    <a:pt x="28748" y="871"/>
                  </a:lnTo>
                  <a:lnTo>
                    <a:pt x="29279" y="624"/>
                  </a:lnTo>
                  <a:lnTo>
                    <a:pt x="29816" y="412"/>
                  </a:lnTo>
                  <a:lnTo>
                    <a:pt x="30357" y="239"/>
                  </a:lnTo>
                  <a:lnTo>
                    <a:pt x="30900" y="109"/>
                  </a:lnTo>
                  <a:lnTo>
                    <a:pt x="31443" y="28"/>
                  </a:lnTo>
                  <a:lnTo>
                    <a:pt x="31985" y="0"/>
                  </a:lnTo>
                  <a:lnTo>
                    <a:pt x="32531" y="28"/>
                  </a:lnTo>
                  <a:lnTo>
                    <a:pt x="33084" y="109"/>
                  </a:lnTo>
                  <a:lnTo>
                    <a:pt x="33644" y="239"/>
                  </a:lnTo>
                  <a:lnTo>
                    <a:pt x="34209" y="412"/>
                  </a:lnTo>
                  <a:lnTo>
                    <a:pt x="34777" y="624"/>
                  </a:lnTo>
                  <a:lnTo>
                    <a:pt x="35345" y="871"/>
                  </a:lnTo>
                  <a:lnTo>
                    <a:pt x="35913" y="1148"/>
                  </a:lnTo>
                  <a:lnTo>
                    <a:pt x="36477" y="1450"/>
                  </a:lnTo>
                  <a:lnTo>
                    <a:pt x="37037" y="1772"/>
                  </a:lnTo>
                  <a:lnTo>
                    <a:pt x="37591" y="2111"/>
                  </a:lnTo>
                  <a:lnTo>
                    <a:pt x="38136" y="2461"/>
                  </a:lnTo>
                  <a:lnTo>
                    <a:pt x="38587" y="2786"/>
                  </a:lnTo>
                  <a:lnTo>
                    <a:pt x="39026" y="3156"/>
                  </a:lnTo>
                  <a:lnTo>
                    <a:pt x="39456" y="3562"/>
                  </a:lnTo>
                  <a:lnTo>
                    <a:pt x="39879" y="3997"/>
                  </a:lnTo>
                  <a:lnTo>
                    <a:pt x="40300" y="4451"/>
                  </a:lnTo>
                  <a:lnTo>
                    <a:pt x="40720" y="4917"/>
                  </a:lnTo>
                  <a:lnTo>
                    <a:pt x="41142" y="5386"/>
                  </a:lnTo>
                  <a:lnTo>
                    <a:pt x="41569" y="5850"/>
                  </a:lnTo>
                  <a:lnTo>
                    <a:pt x="42004" y="6299"/>
                  </a:lnTo>
                  <a:lnTo>
                    <a:pt x="42449" y="6727"/>
                  </a:lnTo>
                  <a:lnTo>
                    <a:pt x="42908" y="7123"/>
                  </a:lnTo>
                  <a:lnTo>
                    <a:pt x="43383" y="7481"/>
                  </a:lnTo>
                  <a:lnTo>
                    <a:pt x="43877" y="7792"/>
                  </a:lnTo>
                  <a:lnTo>
                    <a:pt x="44395" y="8067"/>
                  </a:lnTo>
                  <a:lnTo>
                    <a:pt x="44935" y="8325"/>
                  </a:lnTo>
                  <a:lnTo>
                    <a:pt x="45494" y="8564"/>
                  </a:lnTo>
                  <a:lnTo>
                    <a:pt x="46068" y="8785"/>
                  </a:lnTo>
                  <a:lnTo>
                    <a:pt x="46653" y="8987"/>
                  </a:lnTo>
                  <a:lnTo>
                    <a:pt x="47245" y="9169"/>
                  </a:lnTo>
                  <a:lnTo>
                    <a:pt x="47840" y="9331"/>
                  </a:lnTo>
                  <a:lnTo>
                    <a:pt x="48435" y="9472"/>
                  </a:lnTo>
                  <a:lnTo>
                    <a:pt x="49025" y="9591"/>
                  </a:lnTo>
                  <a:lnTo>
                    <a:pt x="49606" y="9688"/>
                  </a:lnTo>
                  <a:lnTo>
                    <a:pt x="50175" y="9763"/>
                  </a:lnTo>
                  <a:lnTo>
                    <a:pt x="50727" y="9814"/>
                  </a:lnTo>
                  <a:lnTo>
                    <a:pt x="51259" y="9842"/>
                  </a:lnTo>
                  <a:lnTo>
                    <a:pt x="51860" y="9821"/>
                  </a:lnTo>
                  <a:lnTo>
                    <a:pt x="52435" y="9730"/>
                  </a:lnTo>
                  <a:lnTo>
                    <a:pt x="52992" y="9583"/>
                  </a:lnTo>
                  <a:lnTo>
                    <a:pt x="53534" y="9397"/>
                  </a:lnTo>
                  <a:lnTo>
                    <a:pt x="54069" y="9184"/>
                  </a:lnTo>
                  <a:lnTo>
                    <a:pt x="54600" y="8961"/>
                  </a:lnTo>
                  <a:lnTo>
                    <a:pt x="55134" y="8742"/>
                  </a:lnTo>
                  <a:lnTo>
                    <a:pt x="55677" y="8542"/>
                  </a:lnTo>
                  <a:lnTo>
                    <a:pt x="56233" y="8375"/>
                  </a:lnTo>
                  <a:lnTo>
                    <a:pt x="56809" y="8257"/>
                  </a:lnTo>
                  <a:lnTo>
                    <a:pt x="57410" y="8202"/>
                  </a:lnTo>
                  <a:lnTo>
                    <a:pt x="57936" y="8215"/>
                  </a:lnTo>
                  <a:lnTo>
                    <a:pt x="58474" y="8278"/>
                  </a:lnTo>
                  <a:lnTo>
                    <a:pt x="59021" y="8382"/>
                  </a:lnTo>
                  <a:lnTo>
                    <a:pt x="59577" y="8516"/>
                  </a:lnTo>
                  <a:lnTo>
                    <a:pt x="60141" y="8671"/>
                  </a:lnTo>
                  <a:lnTo>
                    <a:pt x="60711" y="8836"/>
                  </a:lnTo>
                  <a:lnTo>
                    <a:pt x="61286" y="9001"/>
                  </a:lnTo>
                  <a:lnTo>
                    <a:pt x="61866" y="9157"/>
                  </a:lnTo>
                  <a:lnTo>
                    <a:pt x="62449" y="9292"/>
                  </a:lnTo>
                  <a:lnTo>
                    <a:pt x="63035" y="9397"/>
                  </a:lnTo>
                  <a:lnTo>
                    <a:pt x="63621" y="9462"/>
                  </a:lnTo>
                  <a:lnTo>
                    <a:pt x="64207" y="9477"/>
                  </a:lnTo>
                  <a:lnTo>
                    <a:pt x="64791" y="9432"/>
                  </a:lnTo>
                  <a:lnTo>
                    <a:pt x="65353" y="9329"/>
                  </a:lnTo>
                  <a:lnTo>
                    <a:pt x="65951" y="9171"/>
                  </a:lnTo>
                  <a:lnTo>
                    <a:pt x="66574" y="8968"/>
                  </a:lnTo>
                  <a:lnTo>
                    <a:pt x="67215" y="8728"/>
                  </a:lnTo>
                  <a:lnTo>
                    <a:pt x="67863" y="8459"/>
                  </a:lnTo>
                  <a:lnTo>
                    <a:pt x="68510" y="8169"/>
                  </a:lnTo>
                  <a:lnTo>
                    <a:pt x="69148" y="7869"/>
                  </a:lnTo>
                  <a:lnTo>
                    <a:pt x="69767" y="7565"/>
                  </a:lnTo>
                  <a:lnTo>
                    <a:pt x="70358" y="7266"/>
                  </a:lnTo>
                  <a:lnTo>
                    <a:pt x="70912" y="6981"/>
                  </a:lnTo>
                  <a:lnTo>
                    <a:pt x="71421" y="6719"/>
                  </a:lnTo>
                  <a:lnTo>
                    <a:pt x="71875" y="6487"/>
                  </a:lnTo>
                  <a:lnTo>
                    <a:pt x="72265" y="6295"/>
                  </a:lnTo>
                  <a:lnTo>
                    <a:pt x="72583" y="6151"/>
                  </a:lnTo>
                </a:path>
              </a:pathLst>
            </a:custGeom>
            <a:noFill/>
            <a:ln w="116240" cap="rnd">
              <a:solidFill>
                <a:srgbClr val="294B7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01 不规则链与蓝色轮廓"/>
            <p:cNvSpPr/>
            <p:nvPr/>
          </p:nvSpPr>
          <p:spPr>
            <a:xfrm>
              <a:off x="1322139" y="4226313"/>
              <a:ext cx="6605053" cy="895622"/>
            </a:xfrm>
            <a:custGeom>
              <a:avLst/>
              <a:gdLst/>
              <a:ahLst/>
              <a:cxnLst/>
              <a:rect l="l" t="t" r="r" b="b"/>
              <a:pathLst>
                <a:path w="72583" h="9842">
                  <a:moveTo>
                    <a:pt x="0" y="5741"/>
                  </a:moveTo>
                  <a:lnTo>
                    <a:pt x="277" y="5501"/>
                  </a:lnTo>
                  <a:lnTo>
                    <a:pt x="624" y="5169"/>
                  </a:lnTo>
                  <a:lnTo>
                    <a:pt x="1031" y="4767"/>
                  </a:lnTo>
                  <a:lnTo>
                    <a:pt x="1488" y="4313"/>
                  </a:lnTo>
                  <a:lnTo>
                    <a:pt x="1985" y="3828"/>
                  </a:lnTo>
                  <a:lnTo>
                    <a:pt x="2511" y="3332"/>
                  </a:lnTo>
                  <a:lnTo>
                    <a:pt x="3058" y="2844"/>
                  </a:lnTo>
                  <a:lnTo>
                    <a:pt x="3614" y="2384"/>
                  </a:lnTo>
                  <a:lnTo>
                    <a:pt x="4171" y="1973"/>
                  </a:lnTo>
                  <a:lnTo>
                    <a:pt x="4718" y="1631"/>
                  </a:lnTo>
                  <a:lnTo>
                    <a:pt x="5244" y="1376"/>
                  </a:lnTo>
                  <a:lnTo>
                    <a:pt x="5741" y="1230"/>
                  </a:lnTo>
                  <a:lnTo>
                    <a:pt x="6266" y="1179"/>
                  </a:lnTo>
                  <a:lnTo>
                    <a:pt x="6796" y="1209"/>
                  </a:lnTo>
                  <a:lnTo>
                    <a:pt x="7329" y="1310"/>
                  </a:lnTo>
                  <a:lnTo>
                    <a:pt x="7863" y="1473"/>
                  </a:lnTo>
                  <a:lnTo>
                    <a:pt x="8397" y="1692"/>
                  </a:lnTo>
                  <a:lnTo>
                    <a:pt x="8928" y="1957"/>
                  </a:lnTo>
                  <a:lnTo>
                    <a:pt x="9455" y="2261"/>
                  </a:lnTo>
                  <a:lnTo>
                    <a:pt x="9975" y="2594"/>
                  </a:lnTo>
                  <a:lnTo>
                    <a:pt x="10488" y="2949"/>
                  </a:lnTo>
                  <a:lnTo>
                    <a:pt x="10991" y="3317"/>
                  </a:lnTo>
                  <a:lnTo>
                    <a:pt x="11482" y="3690"/>
                  </a:lnTo>
                  <a:lnTo>
                    <a:pt x="11886" y="4045"/>
                  </a:lnTo>
                  <a:lnTo>
                    <a:pt x="12280" y="4467"/>
                  </a:lnTo>
                  <a:lnTo>
                    <a:pt x="12665" y="4943"/>
                  </a:lnTo>
                  <a:lnTo>
                    <a:pt x="13043" y="5457"/>
                  </a:lnTo>
                  <a:lnTo>
                    <a:pt x="13415" y="5996"/>
                  </a:lnTo>
                  <a:lnTo>
                    <a:pt x="13784" y="6544"/>
                  </a:lnTo>
                  <a:lnTo>
                    <a:pt x="14151" y="7087"/>
                  </a:lnTo>
                  <a:lnTo>
                    <a:pt x="14517" y="7612"/>
                  </a:lnTo>
                  <a:lnTo>
                    <a:pt x="14885" y="8102"/>
                  </a:lnTo>
                  <a:lnTo>
                    <a:pt x="15256" y="8543"/>
                  </a:lnTo>
                  <a:lnTo>
                    <a:pt x="15631" y="8922"/>
                  </a:lnTo>
                  <a:lnTo>
                    <a:pt x="16013" y="9223"/>
                  </a:lnTo>
                  <a:lnTo>
                    <a:pt x="16403" y="9431"/>
                  </a:lnTo>
                  <a:lnTo>
                    <a:pt x="16923" y="9583"/>
                  </a:lnTo>
                  <a:lnTo>
                    <a:pt x="17456" y="9635"/>
                  </a:lnTo>
                  <a:lnTo>
                    <a:pt x="17998" y="9598"/>
                  </a:lnTo>
                  <a:lnTo>
                    <a:pt x="18545" y="9484"/>
                  </a:lnTo>
                  <a:lnTo>
                    <a:pt x="19094" y="9303"/>
                  </a:lnTo>
                  <a:lnTo>
                    <a:pt x="19641" y="9067"/>
                  </a:lnTo>
                  <a:lnTo>
                    <a:pt x="20182" y="8787"/>
                  </a:lnTo>
                  <a:lnTo>
                    <a:pt x="20713" y="8474"/>
                  </a:lnTo>
                  <a:lnTo>
                    <a:pt x="21232" y="8138"/>
                  </a:lnTo>
                  <a:lnTo>
                    <a:pt x="21734" y="7791"/>
                  </a:lnTo>
                  <a:lnTo>
                    <a:pt x="22134" y="7467"/>
                  </a:lnTo>
                  <a:lnTo>
                    <a:pt x="22519" y="7083"/>
                  </a:lnTo>
                  <a:lnTo>
                    <a:pt x="22890" y="6651"/>
                  </a:lnTo>
                  <a:lnTo>
                    <a:pt x="23252" y="6181"/>
                  </a:lnTo>
                  <a:lnTo>
                    <a:pt x="23609" y="5686"/>
                  </a:lnTo>
                  <a:lnTo>
                    <a:pt x="23963" y="5177"/>
                  </a:lnTo>
                  <a:lnTo>
                    <a:pt x="24319" y="4665"/>
                  </a:lnTo>
                  <a:lnTo>
                    <a:pt x="24680" y="4161"/>
                  </a:lnTo>
                  <a:lnTo>
                    <a:pt x="25049" y="3678"/>
                  </a:lnTo>
                  <a:lnTo>
                    <a:pt x="25431" y="3225"/>
                  </a:lnTo>
                  <a:lnTo>
                    <a:pt x="25828" y="2816"/>
                  </a:lnTo>
                  <a:lnTo>
                    <a:pt x="26244" y="2460"/>
                  </a:lnTo>
                  <a:lnTo>
                    <a:pt x="26719" y="2110"/>
                  </a:lnTo>
                  <a:lnTo>
                    <a:pt x="27208" y="1772"/>
                  </a:lnTo>
                  <a:lnTo>
                    <a:pt x="27710" y="1449"/>
                  </a:lnTo>
                  <a:lnTo>
                    <a:pt x="28224" y="1147"/>
                  </a:lnTo>
                  <a:lnTo>
                    <a:pt x="28748" y="870"/>
                  </a:lnTo>
                  <a:lnTo>
                    <a:pt x="29279" y="624"/>
                  </a:lnTo>
                  <a:lnTo>
                    <a:pt x="29816" y="411"/>
                  </a:lnTo>
                  <a:lnTo>
                    <a:pt x="30357" y="238"/>
                  </a:lnTo>
                  <a:lnTo>
                    <a:pt x="30900" y="109"/>
                  </a:lnTo>
                  <a:lnTo>
                    <a:pt x="31443" y="28"/>
                  </a:lnTo>
                  <a:lnTo>
                    <a:pt x="31985" y="0"/>
                  </a:lnTo>
                  <a:lnTo>
                    <a:pt x="32531" y="28"/>
                  </a:lnTo>
                  <a:lnTo>
                    <a:pt x="33084" y="109"/>
                  </a:lnTo>
                  <a:lnTo>
                    <a:pt x="33644" y="238"/>
                  </a:lnTo>
                  <a:lnTo>
                    <a:pt x="34209" y="411"/>
                  </a:lnTo>
                  <a:lnTo>
                    <a:pt x="34777" y="624"/>
                  </a:lnTo>
                  <a:lnTo>
                    <a:pt x="35345" y="870"/>
                  </a:lnTo>
                  <a:lnTo>
                    <a:pt x="35913" y="1147"/>
                  </a:lnTo>
                  <a:lnTo>
                    <a:pt x="36477" y="1449"/>
                  </a:lnTo>
                  <a:lnTo>
                    <a:pt x="37037" y="1772"/>
                  </a:lnTo>
                  <a:lnTo>
                    <a:pt x="37591" y="2110"/>
                  </a:lnTo>
                  <a:lnTo>
                    <a:pt x="38136" y="2460"/>
                  </a:lnTo>
                  <a:lnTo>
                    <a:pt x="38587" y="2785"/>
                  </a:lnTo>
                  <a:lnTo>
                    <a:pt x="39026" y="3155"/>
                  </a:lnTo>
                  <a:lnTo>
                    <a:pt x="39456" y="3562"/>
                  </a:lnTo>
                  <a:lnTo>
                    <a:pt x="39879" y="3996"/>
                  </a:lnTo>
                  <a:lnTo>
                    <a:pt x="40300" y="4451"/>
                  </a:lnTo>
                  <a:lnTo>
                    <a:pt x="40720" y="4917"/>
                  </a:lnTo>
                  <a:lnTo>
                    <a:pt x="41142" y="5386"/>
                  </a:lnTo>
                  <a:lnTo>
                    <a:pt x="41569" y="5849"/>
                  </a:lnTo>
                  <a:lnTo>
                    <a:pt x="42004" y="6299"/>
                  </a:lnTo>
                  <a:lnTo>
                    <a:pt x="42449" y="6726"/>
                  </a:lnTo>
                  <a:lnTo>
                    <a:pt x="42908" y="7123"/>
                  </a:lnTo>
                  <a:lnTo>
                    <a:pt x="43383" y="7481"/>
                  </a:lnTo>
                  <a:lnTo>
                    <a:pt x="43877" y="7791"/>
                  </a:lnTo>
                  <a:lnTo>
                    <a:pt x="44395" y="8066"/>
                  </a:lnTo>
                  <a:lnTo>
                    <a:pt x="44935" y="8324"/>
                  </a:lnTo>
                  <a:lnTo>
                    <a:pt x="45494" y="8564"/>
                  </a:lnTo>
                  <a:lnTo>
                    <a:pt x="46068" y="8785"/>
                  </a:lnTo>
                  <a:lnTo>
                    <a:pt x="46653" y="8987"/>
                  </a:lnTo>
                  <a:lnTo>
                    <a:pt x="47245" y="9169"/>
                  </a:lnTo>
                  <a:lnTo>
                    <a:pt x="47840" y="9330"/>
                  </a:lnTo>
                  <a:lnTo>
                    <a:pt x="48435" y="9471"/>
                  </a:lnTo>
                  <a:lnTo>
                    <a:pt x="49025" y="9590"/>
                  </a:lnTo>
                  <a:lnTo>
                    <a:pt x="49606" y="9688"/>
                  </a:lnTo>
                  <a:lnTo>
                    <a:pt x="50175" y="9762"/>
                  </a:lnTo>
                  <a:lnTo>
                    <a:pt x="50727" y="9814"/>
                  </a:lnTo>
                  <a:lnTo>
                    <a:pt x="51259" y="9842"/>
                  </a:lnTo>
                  <a:lnTo>
                    <a:pt x="51860" y="9820"/>
                  </a:lnTo>
                  <a:lnTo>
                    <a:pt x="52435" y="9729"/>
                  </a:lnTo>
                  <a:lnTo>
                    <a:pt x="52992" y="9583"/>
                  </a:lnTo>
                  <a:lnTo>
                    <a:pt x="53534" y="9396"/>
                  </a:lnTo>
                  <a:lnTo>
                    <a:pt x="54069" y="9184"/>
                  </a:lnTo>
                  <a:lnTo>
                    <a:pt x="54600" y="8961"/>
                  </a:lnTo>
                  <a:lnTo>
                    <a:pt x="55134" y="8742"/>
                  </a:lnTo>
                  <a:lnTo>
                    <a:pt x="55677" y="8541"/>
                  </a:lnTo>
                  <a:lnTo>
                    <a:pt x="56233" y="8375"/>
                  </a:lnTo>
                  <a:lnTo>
                    <a:pt x="56809" y="8256"/>
                  </a:lnTo>
                  <a:lnTo>
                    <a:pt x="57410" y="8201"/>
                  </a:lnTo>
                  <a:lnTo>
                    <a:pt x="57936" y="8214"/>
                  </a:lnTo>
                  <a:lnTo>
                    <a:pt x="58474" y="8278"/>
                  </a:lnTo>
                  <a:lnTo>
                    <a:pt x="59021" y="8382"/>
                  </a:lnTo>
                  <a:lnTo>
                    <a:pt x="59577" y="8516"/>
                  </a:lnTo>
                  <a:lnTo>
                    <a:pt x="60141" y="8671"/>
                  </a:lnTo>
                  <a:lnTo>
                    <a:pt x="60711" y="8836"/>
                  </a:lnTo>
                  <a:lnTo>
                    <a:pt x="61286" y="9001"/>
                  </a:lnTo>
                  <a:lnTo>
                    <a:pt x="61866" y="9156"/>
                  </a:lnTo>
                  <a:lnTo>
                    <a:pt x="62449" y="9291"/>
                  </a:lnTo>
                  <a:lnTo>
                    <a:pt x="63035" y="9397"/>
                  </a:lnTo>
                  <a:lnTo>
                    <a:pt x="63621" y="9462"/>
                  </a:lnTo>
                  <a:lnTo>
                    <a:pt x="64207" y="9477"/>
                  </a:lnTo>
                  <a:lnTo>
                    <a:pt x="64791" y="9431"/>
                  </a:lnTo>
                  <a:lnTo>
                    <a:pt x="65353" y="9328"/>
                  </a:lnTo>
                  <a:lnTo>
                    <a:pt x="65951" y="9171"/>
                  </a:lnTo>
                  <a:lnTo>
                    <a:pt x="66574" y="8968"/>
                  </a:lnTo>
                  <a:lnTo>
                    <a:pt x="67215" y="8727"/>
                  </a:lnTo>
                  <a:lnTo>
                    <a:pt x="67863" y="8458"/>
                  </a:lnTo>
                  <a:lnTo>
                    <a:pt x="68510" y="8169"/>
                  </a:lnTo>
                  <a:lnTo>
                    <a:pt x="69148" y="7868"/>
                  </a:lnTo>
                  <a:lnTo>
                    <a:pt x="69767" y="7564"/>
                  </a:lnTo>
                  <a:lnTo>
                    <a:pt x="70358" y="7265"/>
                  </a:lnTo>
                  <a:lnTo>
                    <a:pt x="70912" y="6981"/>
                  </a:lnTo>
                  <a:lnTo>
                    <a:pt x="71421" y="6718"/>
                  </a:lnTo>
                  <a:lnTo>
                    <a:pt x="71875" y="6487"/>
                  </a:lnTo>
                  <a:lnTo>
                    <a:pt x="72265" y="6295"/>
                  </a:lnTo>
                  <a:lnTo>
                    <a:pt x="72583" y="6151"/>
                  </a:lnTo>
                </a:path>
              </a:pathLst>
            </a:custGeom>
            <a:noFill/>
            <a:ln w="50620" cap="rnd">
              <a:solidFill>
                <a:srgbClr val="7699C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01 不规则链与蓝色轮廓"/>
            <p:cNvSpPr/>
            <p:nvPr/>
          </p:nvSpPr>
          <p:spPr>
            <a:xfrm>
              <a:off x="2143050" y="2443441"/>
              <a:ext cx="5746741" cy="831012"/>
            </a:xfrm>
            <a:custGeom>
              <a:avLst/>
              <a:gdLst/>
              <a:ahLst/>
              <a:cxnLst/>
              <a:rect l="l" t="t" r="r" b="b"/>
              <a:pathLst>
                <a:path w="63151" h="9132">
                  <a:moveTo>
                    <a:pt x="0" y="2102"/>
                  </a:moveTo>
                  <a:lnTo>
                    <a:pt x="344" y="1951"/>
                  </a:lnTo>
                  <a:lnTo>
                    <a:pt x="788" y="1718"/>
                  </a:lnTo>
                  <a:lnTo>
                    <a:pt x="1314" y="1431"/>
                  </a:lnTo>
                  <a:lnTo>
                    <a:pt x="1903" y="1115"/>
                  </a:lnTo>
                  <a:lnTo>
                    <a:pt x="2538" y="795"/>
                  </a:lnTo>
                  <a:lnTo>
                    <a:pt x="3199" y="498"/>
                  </a:lnTo>
                  <a:lnTo>
                    <a:pt x="3868" y="249"/>
                  </a:lnTo>
                  <a:lnTo>
                    <a:pt x="4528" y="75"/>
                  </a:lnTo>
                  <a:lnTo>
                    <a:pt x="5158" y="0"/>
                  </a:lnTo>
                  <a:lnTo>
                    <a:pt x="5741" y="52"/>
                  </a:lnTo>
                  <a:lnTo>
                    <a:pt x="6199" y="216"/>
                  </a:lnTo>
                  <a:lnTo>
                    <a:pt x="6649" y="490"/>
                  </a:lnTo>
                  <a:lnTo>
                    <a:pt x="7093" y="853"/>
                  </a:lnTo>
                  <a:lnTo>
                    <a:pt x="7534" y="1282"/>
                  </a:lnTo>
                  <a:lnTo>
                    <a:pt x="7971" y="1757"/>
                  </a:lnTo>
                  <a:lnTo>
                    <a:pt x="8407" y="2256"/>
                  </a:lnTo>
                  <a:lnTo>
                    <a:pt x="8843" y="2758"/>
                  </a:lnTo>
                  <a:lnTo>
                    <a:pt x="9280" y="3241"/>
                  </a:lnTo>
                  <a:lnTo>
                    <a:pt x="9720" y="3685"/>
                  </a:lnTo>
                  <a:lnTo>
                    <a:pt x="10165" y="4067"/>
                  </a:lnTo>
                  <a:lnTo>
                    <a:pt x="10615" y="4367"/>
                  </a:lnTo>
                  <a:lnTo>
                    <a:pt x="11072" y="4563"/>
                  </a:lnTo>
                  <a:lnTo>
                    <a:pt x="11633" y="4650"/>
                  </a:lnTo>
                  <a:lnTo>
                    <a:pt x="12207" y="4605"/>
                  </a:lnTo>
                  <a:lnTo>
                    <a:pt x="12790" y="4461"/>
                  </a:lnTo>
                  <a:lnTo>
                    <a:pt x="13379" y="4248"/>
                  </a:lnTo>
                  <a:lnTo>
                    <a:pt x="13968" y="3999"/>
                  </a:lnTo>
                  <a:lnTo>
                    <a:pt x="14556" y="3746"/>
                  </a:lnTo>
                  <a:lnTo>
                    <a:pt x="15138" y="3521"/>
                  </a:lnTo>
                  <a:lnTo>
                    <a:pt x="15711" y="3355"/>
                  </a:lnTo>
                  <a:lnTo>
                    <a:pt x="16271" y="3282"/>
                  </a:lnTo>
                  <a:lnTo>
                    <a:pt x="16813" y="3332"/>
                  </a:lnTo>
                  <a:lnTo>
                    <a:pt x="17339" y="3526"/>
                  </a:lnTo>
                  <a:lnTo>
                    <a:pt x="17850" y="3841"/>
                  </a:lnTo>
                  <a:lnTo>
                    <a:pt x="18350" y="4246"/>
                  </a:lnTo>
                  <a:lnTo>
                    <a:pt x="18841" y="4710"/>
                  </a:lnTo>
                  <a:lnTo>
                    <a:pt x="19325" y="5203"/>
                  </a:lnTo>
                  <a:lnTo>
                    <a:pt x="19805" y="5694"/>
                  </a:lnTo>
                  <a:lnTo>
                    <a:pt x="20284" y="6153"/>
                  </a:lnTo>
                  <a:lnTo>
                    <a:pt x="20763" y="6547"/>
                  </a:lnTo>
                  <a:lnTo>
                    <a:pt x="21246" y="6848"/>
                  </a:lnTo>
                  <a:lnTo>
                    <a:pt x="21734" y="7023"/>
                  </a:lnTo>
                  <a:lnTo>
                    <a:pt x="22272" y="7046"/>
                  </a:lnTo>
                  <a:lnTo>
                    <a:pt x="22796" y="6915"/>
                  </a:lnTo>
                  <a:lnTo>
                    <a:pt x="23314" y="6674"/>
                  </a:lnTo>
                  <a:lnTo>
                    <a:pt x="23831" y="6367"/>
                  </a:lnTo>
                  <a:lnTo>
                    <a:pt x="24355" y="6039"/>
                  </a:lnTo>
                  <a:lnTo>
                    <a:pt x="24893" y="5732"/>
                  </a:lnTo>
                  <a:lnTo>
                    <a:pt x="25451" y="5491"/>
                  </a:lnTo>
                  <a:lnTo>
                    <a:pt x="26036" y="5360"/>
                  </a:lnTo>
                  <a:lnTo>
                    <a:pt x="26655" y="5383"/>
                  </a:lnTo>
                  <a:lnTo>
                    <a:pt x="27105" y="5507"/>
                  </a:lnTo>
                  <a:lnTo>
                    <a:pt x="27570" y="5710"/>
                  </a:lnTo>
                  <a:lnTo>
                    <a:pt x="28049" y="5980"/>
                  </a:lnTo>
                  <a:lnTo>
                    <a:pt x="28539" y="6300"/>
                  </a:lnTo>
                  <a:lnTo>
                    <a:pt x="29040" y="6657"/>
                  </a:lnTo>
                  <a:lnTo>
                    <a:pt x="29550" y="7035"/>
                  </a:lnTo>
                  <a:lnTo>
                    <a:pt x="30066" y="7421"/>
                  </a:lnTo>
                  <a:lnTo>
                    <a:pt x="30588" y="7800"/>
                  </a:lnTo>
                  <a:lnTo>
                    <a:pt x="31113" y="8156"/>
                  </a:lnTo>
                  <a:lnTo>
                    <a:pt x="31640" y="8477"/>
                  </a:lnTo>
                  <a:lnTo>
                    <a:pt x="32168" y="8746"/>
                  </a:lnTo>
                  <a:lnTo>
                    <a:pt x="32694" y="8950"/>
                  </a:lnTo>
                  <a:lnTo>
                    <a:pt x="33216" y="9073"/>
                  </a:lnTo>
                  <a:lnTo>
                    <a:pt x="33784" y="9130"/>
                  </a:lnTo>
                  <a:lnTo>
                    <a:pt x="34359" y="9132"/>
                  </a:lnTo>
                  <a:lnTo>
                    <a:pt x="34940" y="9086"/>
                  </a:lnTo>
                  <a:lnTo>
                    <a:pt x="35525" y="8998"/>
                  </a:lnTo>
                  <a:lnTo>
                    <a:pt x="36113" y="8872"/>
                  </a:lnTo>
                  <a:lnTo>
                    <a:pt x="36702" y="8715"/>
                  </a:lnTo>
                  <a:lnTo>
                    <a:pt x="37291" y="8532"/>
                  </a:lnTo>
                  <a:lnTo>
                    <a:pt x="37879" y="8329"/>
                  </a:lnTo>
                  <a:lnTo>
                    <a:pt x="38464" y="8112"/>
                  </a:lnTo>
                  <a:lnTo>
                    <a:pt x="39045" y="7887"/>
                  </a:lnTo>
                  <a:lnTo>
                    <a:pt x="39620" y="7659"/>
                  </a:lnTo>
                  <a:lnTo>
                    <a:pt x="40187" y="7433"/>
                  </a:lnTo>
                  <a:lnTo>
                    <a:pt x="40698" y="7206"/>
                  </a:lnTo>
                  <a:lnTo>
                    <a:pt x="41191" y="6941"/>
                  </a:lnTo>
                  <a:lnTo>
                    <a:pt x="41671" y="6646"/>
                  </a:lnTo>
                  <a:lnTo>
                    <a:pt x="42142" y="6328"/>
                  </a:lnTo>
                  <a:lnTo>
                    <a:pt x="42610" y="5995"/>
                  </a:lnTo>
                  <a:lnTo>
                    <a:pt x="43078" y="5655"/>
                  </a:lnTo>
                  <a:lnTo>
                    <a:pt x="43552" y="5317"/>
                  </a:lnTo>
                  <a:lnTo>
                    <a:pt x="44035" y="4987"/>
                  </a:lnTo>
                  <a:lnTo>
                    <a:pt x="44532" y="4673"/>
                  </a:lnTo>
                  <a:lnTo>
                    <a:pt x="45047" y="4384"/>
                  </a:lnTo>
                  <a:lnTo>
                    <a:pt x="45585" y="4128"/>
                  </a:lnTo>
                  <a:lnTo>
                    <a:pt x="46151" y="3911"/>
                  </a:lnTo>
                  <a:lnTo>
                    <a:pt x="46749" y="3743"/>
                  </a:lnTo>
                  <a:lnTo>
                    <a:pt x="47264" y="3634"/>
                  </a:lnTo>
                  <a:lnTo>
                    <a:pt x="47807" y="3541"/>
                  </a:lnTo>
                  <a:lnTo>
                    <a:pt x="48374" y="3461"/>
                  </a:lnTo>
                  <a:lnTo>
                    <a:pt x="48962" y="3397"/>
                  </a:lnTo>
                  <a:lnTo>
                    <a:pt x="49567" y="3346"/>
                  </a:lnTo>
                  <a:lnTo>
                    <a:pt x="50183" y="3310"/>
                  </a:lnTo>
                  <a:lnTo>
                    <a:pt x="50809" y="3288"/>
                  </a:lnTo>
                  <a:lnTo>
                    <a:pt x="51439" y="3281"/>
                  </a:lnTo>
                  <a:lnTo>
                    <a:pt x="52070" y="3288"/>
                  </a:lnTo>
                  <a:lnTo>
                    <a:pt x="52697" y="3310"/>
                  </a:lnTo>
                  <a:lnTo>
                    <a:pt x="53318" y="3346"/>
                  </a:lnTo>
                  <a:lnTo>
                    <a:pt x="53928" y="3397"/>
                  </a:lnTo>
                  <a:lnTo>
                    <a:pt x="54523" y="3461"/>
                  </a:lnTo>
                  <a:lnTo>
                    <a:pt x="55099" y="3541"/>
                  </a:lnTo>
                  <a:lnTo>
                    <a:pt x="55653" y="3634"/>
                  </a:lnTo>
                  <a:lnTo>
                    <a:pt x="56180" y="3743"/>
                  </a:lnTo>
                  <a:lnTo>
                    <a:pt x="56816" y="3916"/>
                  </a:lnTo>
                  <a:lnTo>
                    <a:pt x="57458" y="4144"/>
                  </a:lnTo>
                  <a:lnTo>
                    <a:pt x="58100" y="4418"/>
                  </a:lnTo>
                  <a:lnTo>
                    <a:pt x="58735" y="4727"/>
                  </a:lnTo>
                  <a:lnTo>
                    <a:pt x="59358" y="5061"/>
                  </a:lnTo>
                  <a:lnTo>
                    <a:pt x="59962" y="5411"/>
                  </a:lnTo>
                  <a:lnTo>
                    <a:pt x="60541" y="5765"/>
                  </a:lnTo>
                  <a:lnTo>
                    <a:pt x="61090" y="6114"/>
                  </a:lnTo>
                  <a:lnTo>
                    <a:pt x="61601" y="6449"/>
                  </a:lnTo>
                  <a:lnTo>
                    <a:pt x="62069" y="6758"/>
                  </a:lnTo>
                  <a:lnTo>
                    <a:pt x="62488" y="7032"/>
                  </a:lnTo>
                  <a:lnTo>
                    <a:pt x="62850" y="7260"/>
                  </a:lnTo>
                  <a:lnTo>
                    <a:pt x="63151" y="7433"/>
                  </a:lnTo>
                </a:path>
              </a:pathLst>
            </a:custGeom>
            <a:noFill/>
            <a:ln w="116240" cap="rnd">
              <a:solidFill>
                <a:srgbClr val="294B7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01 不规则链与蓝色轮廓"/>
            <p:cNvSpPr/>
            <p:nvPr/>
          </p:nvSpPr>
          <p:spPr>
            <a:xfrm>
              <a:off x="2143050" y="2430428"/>
              <a:ext cx="5746741" cy="831012"/>
            </a:xfrm>
            <a:custGeom>
              <a:avLst/>
              <a:gdLst/>
              <a:ahLst/>
              <a:cxnLst/>
              <a:rect l="l" t="t" r="r" b="b"/>
              <a:pathLst>
                <a:path w="63151" h="9132">
                  <a:moveTo>
                    <a:pt x="0" y="2102"/>
                  </a:moveTo>
                  <a:lnTo>
                    <a:pt x="344" y="1950"/>
                  </a:lnTo>
                  <a:lnTo>
                    <a:pt x="788" y="1718"/>
                  </a:lnTo>
                  <a:lnTo>
                    <a:pt x="1314" y="1431"/>
                  </a:lnTo>
                  <a:lnTo>
                    <a:pt x="1903" y="1114"/>
                  </a:lnTo>
                  <a:lnTo>
                    <a:pt x="2538" y="795"/>
                  </a:lnTo>
                  <a:lnTo>
                    <a:pt x="3199" y="498"/>
                  </a:lnTo>
                  <a:lnTo>
                    <a:pt x="3868" y="249"/>
                  </a:lnTo>
                  <a:lnTo>
                    <a:pt x="4528" y="74"/>
                  </a:lnTo>
                  <a:lnTo>
                    <a:pt x="5158" y="0"/>
                  </a:lnTo>
                  <a:lnTo>
                    <a:pt x="5741" y="51"/>
                  </a:lnTo>
                  <a:lnTo>
                    <a:pt x="6199" y="216"/>
                  </a:lnTo>
                  <a:lnTo>
                    <a:pt x="6649" y="490"/>
                  </a:lnTo>
                  <a:lnTo>
                    <a:pt x="7093" y="852"/>
                  </a:lnTo>
                  <a:lnTo>
                    <a:pt x="7534" y="1282"/>
                  </a:lnTo>
                  <a:lnTo>
                    <a:pt x="7971" y="1756"/>
                  </a:lnTo>
                  <a:lnTo>
                    <a:pt x="8407" y="2255"/>
                  </a:lnTo>
                  <a:lnTo>
                    <a:pt x="8843" y="2757"/>
                  </a:lnTo>
                  <a:lnTo>
                    <a:pt x="9280" y="3241"/>
                  </a:lnTo>
                  <a:lnTo>
                    <a:pt x="9720" y="3684"/>
                  </a:lnTo>
                  <a:lnTo>
                    <a:pt x="10165" y="4067"/>
                  </a:lnTo>
                  <a:lnTo>
                    <a:pt x="10615" y="4366"/>
                  </a:lnTo>
                  <a:lnTo>
                    <a:pt x="11072" y="4562"/>
                  </a:lnTo>
                  <a:lnTo>
                    <a:pt x="11633" y="4649"/>
                  </a:lnTo>
                  <a:lnTo>
                    <a:pt x="12207" y="4605"/>
                  </a:lnTo>
                  <a:lnTo>
                    <a:pt x="12790" y="4460"/>
                  </a:lnTo>
                  <a:lnTo>
                    <a:pt x="13379" y="4247"/>
                  </a:lnTo>
                  <a:lnTo>
                    <a:pt x="13968" y="3998"/>
                  </a:lnTo>
                  <a:lnTo>
                    <a:pt x="14556" y="3745"/>
                  </a:lnTo>
                  <a:lnTo>
                    <a:pt x="15138" y="3520"/>
                  </a:lnTo>
                  <a:lnTo>
                    <a:pt x="15711" y="3355"/>
                  </a:lnTo>
                  <a:lnTo>
                    <a:pt x="16271" y="3281"/>
                  </a:lnTo>
                  <a:lnTo>
                    <a:pt x="16813" y="3332"/>
                  </a:lnTo>
                  <a:lnTo>
                    <a:pt x="17339" y="3526"/>
                  </a:lnTo>
                  <a:lnTo>
                    <a:pt x="17850" y="3840"/>
                  </a:lnTo>
                  <a:lnTo>
                    <a:pt x="18350" y="4245"/>
                  </a:lnTo>
                  <a:lnTo>
                    <a:pt x="18841" y="4710"/>
                  </a:lnTo>
                  <a:lnTo>
                    <a:pt x="19325" y="5203"/>
                  </a:lnTo>
                  <a:lnTo>
                    <a:pt x="19805" y="5694"/>
                  </a:lnTo>
                  <a:lnTo>
                    <a:pt x="20284" y="6152"/>
                  </a:lnTo>
                  <a:lnTo>
                    <a:pt x="20763" y="6547"/>
                  </a:lnTo>
                  <a:lnTo>
                    <a:pt x="21246" y="6847"/>
                  </a:lnTo>
                  <a:lnTo>
                    <a:pt x="21734" y="7023"/>
                  </a:lnTo>
                  <a:lnTo>
                    <a:pt x="22272" y="7045"/>
                  </a:lnTo>
                  <a:lnTo>
                    <a:pt x="22796" y="6914"/>
                  </a:lnTo>
                  <a:lnTo>
                    <a:pt x="23314" y="6673"/>
                  </a:lnTo>
                  <a:lnTo>
                    <a:pt x="23831" y="6367"/>
                  </a:lnTo>
                  <a:lnTo>
                    <a:pt x="24355" y="6038"/>
                  </a:lnTo>
                  <a:lnTo>
                    <a:pt x="24893" y="5732"/>
                  </a:lnTo>
                  <a:lnTo>
                    <a:pt x="25451" y="5491"/>
                  </a:lnTo>
                  <a:lnTo>
                    <a:pt x="26036" y="5360"/>
                  </a:lnTo>
                  <a:lnTo>
                    <a:pt x="26655" y="5382"/>
                  </a:lnTo>
                  <a:lnTo>
                    <a:pt x="27105" y="5506"/>
                  </a:lnTo>
                  <a:lnTo>
                    <a:pt x="27570" y="5710"/>
                  </a:lnTo>
                  <a:lnTo>
                    <a:pt x="28049" y="5979"/>
                  </a:lnTo>
                  <a:lnTo>
                    <a:pt x="28539" y="6299"/>
                  </a:lnTo>
                  <a:lnTo>
                    <a:pt x="29040" y="6656"/>
                  </a:lnTo>
                  <a:lnTo>
                    <a:pt x="29550" y="7035"/>
                  </a:lnTo>
                  <a:lnTo>
                    <a:pt x="30066" y="7421"/>
                  </a:lnTo>
                  <a:lnTo>
                    <a:pt x="30588" y="7799"/>
                  </a:lnTo>
                  <a:lnTo>
                    <a:pt x="31113" y="8156"/>
                  </a:lnTo>
                  <a:lnTo>
                    <a:pt x="31640" y="8476"/>
                  </a:lnTo>
                  <a:lnTo>
                    <a:pt x="32168" y="8745"/>
                  </a:lnTo>
                  <a:lnTo>
                    <a:pt x="32694" y="8949"/>
                  </a:lnTo>
                  <a:lnTo>
                    <a:pt x="33216" y="9073"/>
                  </a:lnTo>
                  <a:lnTo>
                    <a:pt x="33784" y="9129"/>
                  </a:lnTo>
                  <a:lnTo>
                    <a:pt x="34359" y="9132"/>
                  </a:lnTo>
                  <a:lnTo>
                    <a:pt x="34940" y="9086"/>
                  </a:lnTo>
                  <a:lnTo>
                    <a:pt x="35525" y="8997"/>
                  </a:lnTo>
                  <a:lnTo>
                    <a:pt x="36113" y="8871"/>
                  </a:lnTo>
                  <a:lnTo>
                    <a:pt x="36702" y="8714"/>
                  </a:lnTo>
                  <a:lnTo>
                    <a:pt x="37291" y="8531"/>
                  </a:lnTo>
                  <a:lnTo>
                    <a:pt x="37879" y="8329"/>
                  </a:lnTo>
                  <a:lnTo>
                    <a:pt x="38464" y="8112"/>
                  </a:lnTo>
                  <a:lnTo>
                    <a:pt x="39045" y="7886"/>
                  </a:lnTo>
                  <a:lnTo>
                    <a:pt x="39620" y="7658"/>
                  </a:lnTo>
                  <a:lnTo>
                    <a:pt x="40187" y="7433"/>
                  </a:lnTo>
                  <a:lnTo>
                    <a:pt x="40698" y="7206"/>
                  </a:lnTo>
                  <a:lnTo>
                    <a:pt x="41191" y="6941"/>
                  </a:lnTo>
                  <a:lnTo>
                    <a:pt x="41671" y="6645"/>
                  </a:lnTo>
                  <a:lnTo>
                    <a:pt x="42142" y="6327"/>
                  </a:lnTo>
                  <a:lnTo>
                    <a:pt x="42610" y="5995"/>
                  </a:lnTo>
                  <a:lnTo>
                    <a:pt x="43078" y="5655"/>
                  </a:lnTo>
                  <a:lnTo>
                    <a:pt x="43552" y="5316"/>
                  </a:lnTo>
                  <a:lnTo>
                    <a:pt x="44035" y="4986"/>
                  </a:lnTo>
                  <a:lnTo>
                    <a:pt x="44532" y="4673"/>
                  </a:lnTo>
                  <a:lnTo>
                    <a:pt x="45047" y="4384"/>
                  </a:lnTo>
                  <a:lnTo>
                    <a:pt x="45585" y="4127"/>
                  </a:lnTo>
                  <a:lnTo>
                    <a:pt x="46151" y="3911"/>
                  </a:lnTo>
                  <a:lnTo>
                    <a:pt x="46749" y="3742"/>
                  </a:lnTo>
                  <a:lnTo>
                    <a:pt x="47264" y="3634"/>
                  </a:lnTo>
                  <a:lnTo>
                    <a:pt x="47807" y="3540"/>
                  </a:lnTo>
                  <a:lnTo>
                    <a:pt x="48374" y="3461"/>
                  </a:lnTo>
                  <a:lnTo>
                    <a:pt x="48962" y="3396"/>
                  </a:lnTo>
                  <a:lnTo>
                    <a:pt x="49567" y="3346"/>
                  </a:lnTo>
                  <a:lnTo>
                    <a:pt x="50183" y="3310"/>
                  </a:lnTo>
                  <a:lnTo>
                    <a:pt x="50809" y="3288"/>
                  </a:lnTo>
                  <a:lnTo>
                    <a:pt x="51439" y="3281"/>
                  </a:lnTo>
                  <a:lnTo>
                    <a:pt x="52070" y="3288"/>
                  </a:lnTo>
                  <a:lnTo>
                    <a:pt x="52697" y="3310"/>
                  </a:lnTo>
                  <a:lnTo>
                    <a:pt x="53318" y="3346"/>
                  </a:lnTo>
                  <a:lnTo>
                    <a:pt x="53928" y="3396"/>
                  </a:lnTo>
                  <a:lnTo>
                    <a:pt x="54523" y="3461"/>
                  </a:lnTo>
                  <a:lnTo>
                    <a:pt x="55099" y="3540"/>
                  </a:lnTo>
                  <a:lnTo>
                    <a:pt x="55653" y="3634"/>
                  </a:lnTo>
                  <a:lnTo>
                    <a:pt x="56180" y="3742"/>
                  </a:lnTo>
                  <a:lnTo>
                    <a:pt x="56816" y="3915"/>
                  </a:lnTo>
                  <a:lnTo>
                    <a:pt x="57458" y="4143"/>
                  </a:lnTo>
                  <a:lnTo>
                    <a:pt x="58100" y="4417"/>
                  </a:lnTo>
                  <a:lnTo>
                    <a:pt x="58735" y="4726"/>
                  </a:lnTo>
                  <a:lnTo>
                    <a:pt x="59358" y="5061"/>
                  </a:lnTo>
                  <a:lnTo>
                    <a:pt x="59962" y="5410"/>
                  </a:lnTo>
                  <a:lnTo>
                    <a:pt x="60541" y="5765"/>
                  </a:lnTo>
                  <a:lnTo>
                    <a:pt x="61090" y="6114"/>
                  </a:lnTo>
                  <a:lnTo>
                    <a:pt x="61601" y="6448"/>
                  </a:lnTo>
                  <a:lnTo>
                    <a:pt x="62069" y="6757"/>
                  </a:lnTo>
                  <a:lnTo>
                    <a:pt x="62488" y="7031"/>
                  </a:lnTo>
                  <a:lnTo>
                    <a:pt x="62850" y="7260"/>
                  </a:lnTo>
                  <a:lnTo>
                    <a:pt x="63151" y="7433"/>
                  </a:lnTo>
                </a:path>
              </a:pathLst>
            </a:custGeom>
            <a:noFill/>
            <a:ln w="50620" cap="rnd">
              <a:solidFill>
                <a:srgbClr val="7699C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01 不规则链与蓝色轮廓"/>
            <p:cNvSpPr/>
            <p:nvPr/>
          </p:nvSpPr>
          <p:spPr>
            <a:xfrm>
              <a:off x="3150602" y="918190"/>
              <a:ext cx="335881" cy="559741"/>
            </a:xfrm>
            <a:custGeom>
              <a:avLst/>
              <a:gdLst/>
              <a:ahLst/>
              <a:cxnLst/>
              <a:rect l="l" t="t" r="r" b="b"/>
              <a:pathLst>
                <a:path w="3691" h="6151">
                  <a:moveTo>
                    <a:pt x="0" y="6151"/>
                  </a:moveTo>
                  <a:lnTo>
                    <a:pt x="2051" y="3281"/>
                  </a:lnTo>
                  <a:lnTo>
                    <a:pt x="3691" y="0"/>
                  </a:lnTo>
                </a:path>
              </a:pathLst>
            </a:custGeom>
            <a:noFill/>
            <a:ln w="37496" cap="rnd">
              <a:solidFill>
                <a:srgbClr val="244D8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02 原图虚线连接"/>
            <p:cNvSpPr/>
            <p:nvPr/>
          </p:nvSpPr>
          <p:spPr>
            <a:xfrm>
              <a:off x="1322139" y="3679585"/>
              <a:ext cx="373100" cy="932932"/>
            </a:xfrm>
            <a:custGeom>
              <a:avLst/>
              <a:gdLst/>
              <a:ahLst/>
              <a:cxnLst/>
              <a:rect l="l" t="t" r="r" b="b"/>
              <a:pathLst>
                <a:path w="4100" h="10252">
                  <a:moveTo>
                    <a:pt x="0" y="0"/>
                  </a:moveTo>
                  <a:lnTo>
                    <a:pt x="4100" y="10252"/>
                  </a:lnTo>
                </a:path>
              </a:pathLst>
            </a:custGeom>
            <a:noFill/>
            <a:ln w="26247" cap="rnd">
              <a:solidFill>
                <a:srgbClr val="E92D3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02 原图虚线连接"/>
            <p:cNvSpPr/>
            <p:nvPr/>
          </p:nvSpPr>
          <p:spPr>
            <a:xfrm>
              <a:off x="1844570" y="3604965"/>
              <a:ext cx="410501" cy="895622"/>
            </a:xfrm>
            <a:custGeom>
              <a:avLst/>
              <a:gdLst/>
              <a:ahLst/>
              <a:cxnLst/>
              <a:rect l="l" t="t" r="r" b="b"/>
              <a:pathLst>
                <a:path w="4511" h="9842">
                  <a:moveTo>
                    <a:pt x="0" y="0"/>
                  </a:moveTo>
                  <a:lnTo>
                    <a:pt x="4511" y="9842"/>
                  </a:lnTo>
                </a:path>
              </a:pathLst>
            </a:custGeom>
            <a:noFill/>
            <a:ln w="26247" cap="rnd">
              <a:solidFill>
                <a:srgbClr val="E92D3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02 原图虚线连接"/>
            <p:cNvSpPr/>
            <p:nvPr/>
          </p:nvSpPr>
          <p:spPr>
            <a:xfrm>
              <a:off x="2590861" y="2970604"/>
              <a:ext cx="298571" cy="485121"/>
            </a:xfrm>
            <a:custGeom>
              <a:avLst/>
              <a:gdLst/>
              <a:ahLst/>
              <a:cxnLst/>
              <a:rect l="l" t="t" r="r" b="b"/>
              <a:pathLst>
                <a:path w="3281" h="5331">
                  <a:moveTo>
                    <a:pt x="3281" y="0"/>
                  </a:moveTo>
                  <a:lnTo>
                    <a:pt x="0" y="5331"/>
                  </a:lnTo>
                </a:path>
              </a:pathLst>
            </a:custGeom>
            <a:noFill/>
            <a:ln w="26247" cap="rnd">
              <a:solidFill>
                <a:srgbClr val="E92D3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02 原图虚线连接"/>
            <p:cNvSpPr/>
            <p:nvPr/>
          </p:nvSpPr>
          <p:spPr>
            <a:xfrm>
              <a:off x="3598413" y="2522793"/>
              <a:ext cx="373191" cy="932932"/>
            </a:xfrm>
            <a:custGeom>
              <a:avLst/>
              <a:gdLst/>
              <a:ahLst/>
              <a:cxnLst/>
              <a:rect l="l" t="t" r="r" b="b"/>
              <a:pathLst>
                <a:path w="4101" h="10252">
                  <a:moveTo>
                    <a:pt x="0" y="0"/>
                  </a:moveTo>
                  <a:lnTo>
                    <a:pt x="4101" y="10252"/>
                  </a:lnTo>
                </a:path>
              </a:pathLst>
            </a:custGeom>
            <a:noFill/>
            <a:ln w="26247" cap="rnd">
              <a:solidFill>
                <a:srgbClr val="E92D3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02 原图虚线连接"/>
            <p:cNvSpPr/>
            <p:nvPr/>
          </p:nvSpPr>
          <p:spPr>
            <a:xfrm>
              <a:off x="4344795" y="2784054"/>
              <a:ext cx="410410" cy="1417962"/>
            </a:xfrm>
            <a:custGeom>
              <a:avLst/>
              <a:gdLst/>
              <a:ahLst/>
              <a:cxnLst/>
              <a:rect l="l" t="t" r="r" b="b"/>
              <a:pathLst>
                <a:path w="4510" h="15582">
                  <a:moveTo>
                    <a:pt x="0" y="0"/>
                  </a:moveTo>
                  <a:lnTo>
                    <a:pt x="4510" y="15582"/>
                  </a:lnTo>
                </a:path>
              </a:pathLst>
            </a:custGeom>
            <a:noFill/>
            <a:ln w="26247" cap="rnd">
              <a:solidFill>
                <a:srgbClr val="E92D3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02 原图虚线连接"/>
            <p:cNvSpPr/>
            <p:nvPr/>
          </p:nvSpPr>
          <p:spPr>
            <a:xfrm>
              <a:off x="5277636" y="2858674"/>
              <a:ext cx="37310" cy="1492673"/>
            </a:xfrm>
            <a:custGeom>
              <a:avLst/>
              <a:gdLst/>
              <a:ahLst/>
              <a:cxnLst/>
              <a:rect l="l" t="t" r="r" b="b"/>
              <a:pathLst>
                <a:path w="410" h="16403">
                  <a:moveTo>
                    <a:pt x="0" y="0"/>
                  </a:moveTo>
                  <a:lnTo>
                    <a:pt x="410" y="16403"/>
                  </a:lnTo>
                </a:path>
              </a:pathLst>
            </a:custGeom>
            <a:noFill/>
            <a:ln w="26247" cap="rnd">
              <a:solidFill>
                <a:srgbClr val="E92D3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02 原图虚线连接"/>
            <p:cNvSpPr/>
            <p:nvPr/>
          </p:nvSpPr>
          <p:spPr>
            <a:xfrm>
              <a:off x="6173258" y="2560103"/>
              <a:ext cx="149240" cy="1007552"/>
            </a:xfrm>
            <a:custGeom>
              <a:avLst/>
              <a:gdLst/>
              <a:ahLst/>
              <a:cxnLst/>
              <a:rect l="l" t="t" r="r" b="b"/>
              <a:pathLst>
                <a:path w="1640" h="11072">
                  <a:moveTo>
                    <a:pt x="0" y="0"/>
                  </a:moveTo>
                  <a:lnTo>
                    <a:pt x="1640" y="11072"/>
                  </a:lnTo>
                </a:path>
              </a:pathLst>
            </a:custGeom>
            <a:noFill/>
            <a:ln w="26247" cap="rnd">
              <a:solidFill>
                <a:srgbClr val="E92D3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02 原图虚线连接"/>
            <p:cNvSpPr/>
            <p:nvPr/>
          </p:nvSpPr>
          <p:spPr>
            <a:xfrm>
              <a:off x="7292740" y="2821364"/>
              <a:ext cx="74620" cy="970151"/>
            </a:xfrm>
            <a:custGeom>
              <a:avLst/>
              <a:gdLst/>
              <a:ahLst/>
              <a:cxnLst/>
              <a:rect l="l" t="t" r="r" b="b"/>
              <a:pathLst>
                <a:path w="820" h="10661">
                  <a:moveTo>
                    <a:pt x="0" y="0"/>
                  </a:moveTo>
                  <a:lnTo>
                    <a:pt x="820" y="10661"/>
                  </a:lnTo>
                </a:path>
              </a:pathLst>
            </a:custGeom>
            <a:noFill/>
            <a:ln w="26247" cap="rnd">
              <a:solidFill>
                <a:srgbClr val="E92D3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02 原图虚线连接"/>
            <p:cNvSpPr/>
            <p:nvPr/>
          </p:nvSpPr>
          <p:spPr>
            <a:xfrm>
              <a:off x="4158154" y="5134948"/>
              <a:ext cx="858312" cy="373191"/>
            </a:xfrm>
            <a:custGeom>
              <a:avLst/>
              <a:gdLst/>
              <a:ahLst/>
              <a:cxnLst/>
              <a:rect l="l" t="t" r="r" b="b"/>
              <a:pathLst>
                <a:path w="9432" h="4101">
                  <a:moveTo>
                    <a:pt x="0" y="0"/>
                  </a:moveTo>
                  <a:lnTo>
                    <a:pt x="9432" y="4101"/>
                  </a:lnTo>
                </a:path>
              </a:pathLst>
            </a:custGeom>
            <a:noFill/>
            <a:ln w="26247" cap="rnd">
              <a:solidFill>
                <a:srgbClr val="E92D3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03 原图离子"/>
            <p:cNvSpPr/>
            <p:nvPr/>
          </p:nvSpPr>
          <p:spPr>
            <a:xfrm>
              <a:off x="2033454" y="2939960"/>
              <a:ext cx="614950" cy="614950"/>
            </a:xfrm>
            <a:prstGeom prst="ellipse">
              <a:avLst/>
            </a:prstGeom>
            <a:gradFill>
              <a:gsLst>
                <a:gs pos="0">
                  <a:srgbClr val="A0D65B"/>
                </a:gs>
                <a:gs pos="50000">
                  <a:srgbClr val="6AAE39"/>
                </a:gs>
                <a:gs pos="100000">
                  <a:srgbClr val="347B1D"/>
                </a:gs>
              </a:gsLst>
              <a:lin ang="5400000" scaled="1"/>
            </a:gradFill>
            <a:ln w="13123" cap="rnd">
              <a:solidFill>
                <a:srgbClr val="437B2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03 原图离子"/>
            <p:cNvSpPr/>
            <p:nvPr/>
          </p:nvSpPr>
          <p:spPr>
            <a:xfrm>
              <a:off x="2168743" y="3047576"/>
              <a:ext cx="196784" cy="101466"/>
            </a:xfrm>
            <a:prstGeom prst="ellipse">
              <a:avLst/>
            </a:prstGeom>
            <a:solidFill>
              <a:srgbClr val="E7F4CF">
                <a:alpha val="24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−"/>
            <p:cNvSpPr txBox="1"/>
            <p:nvPr/>
          </p:nvSpPr>
          <p:spPr>
            <a:xfrm>
              <a:off x="2185962" y="3019904"/>
              <a:ext cx="585432" cy="58543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711" b="1">
                  <a:solidFill>
                    <a:srgbClr val="FFFFFF"/>
                  </a:solidFill>
                  <a:latin typeface="Times New Roman"/>
                </a:defRPr>
              </a:pPr>
              <a:r>
                <a:t>−</a:t>
              </a:r>
            </a:p>
          </p:txBody>
        </p:sp>
        <p:sp>
          <p:nvSpPr>
            <p:cNvPr id="23" name="03 原图离子"/>
            <p:cNvSpPr/>
            <p:nvPr/>
          </p:nvSpPr>
          <p:spPr>
            <a:xfrm>
              <a:off x="4920721" y="1290093"/>
              <a:ext cx="614950" cy="614950"/>
            </a:xfrm>
            <a:prstGeom prst="ellipse">
              <a:avLst/>
            </a:prstGeom>
            <a:gradFill>
              <a:gsLst>
                <a:gs pos="0">
                  <a:srgbClr val="A0D65B"/>
                </a:gs>
                <a:gs pos="50000">
                  <a:srgbClr val="6AAE39"/>
                </a:gs>
                <a:gs pos="100000">
                  <a:srgbClr val="347B1D"/>
                </a:gs>
              </a:gsLst>
              <a:lin ang="5400000" scaled="1"/>
            </a:gradFill>
            <a:ln w="13123" cap="rnd">
              <a:solidFill>
                <a:srgbClr val="437B2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03 原图离子"/>
            <p:cNvSpPr/>
            <p:nvPr/>
          </p:nvSpPr>
          <p:spPr>
            <a:xfrm>
              <a:off x="5056010" y="1397709"/>
              <a:ext cx="196784" cy="101466"/>
            </a:xfrm>
            <a:prstGeom prst="ellipse">
              <a:avLst/>
            </a:prstGeom>
            <a:solidFill>
              <a:srgbClr val="E7F4CF">
                <a:alpha val="24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−"/>
            <p:cNvSpPr txBox="1"/>
            <p:nvPr/>
          </p:nvSpPr>
          <p:spPr>
            <a:xfrm>
              <a:off x="5073229" y="1370036"/>
              <a:ext cx="585432" cy="58543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711" b="1">
                  <a:solidFill>
                    <a:srgbClr val="FFFFFF"/>
                  </a:solidFill>
                  <a:latin typeface="Times New Roman"/>
                </a:defRPr>
              </a:pPr>
              <a:r>
                <a:t>−</a:t>
              </a:r>
            </a:p>
          </p:txBody>
        </p:sp>
        <p:sp>
          <p:nvSpPr>
            <p:cNvPr id="26" name="03 原图离子"/>
            <p:cNvSpPr/>
            <p:nvPr/>
          </p:nvSpPr>
          <p:spPr>
            <a:xfrm>
              <a:off x="4470758" y="4402342"/>
              <a:ext cx="614950" cy="614950"/>
            </a:xfrm>
            <a:prstGeom prst="ellipse">
              <a:avLst/>
            </a:prstGeom>
            <a:gradFill>
              <a:gsLst>
                <a:gs pos="0">
                  <a:srgbClr val="A0D65B"/>
                </a:gs>
                <a:gs pos="50000">
                  <a:srgbClr val="6AAE39"/>
                </a:gs>
                <a:gs pos="100000">
                  <a:srgbClr val="347B1D"/>
                </a:gs>
              </a:gsLst>
              <a:lin ang="5400000" scaled="1"/>
            </a:gradFill>
            <a:ln w="13123" cap="rnd">
              <a:solidFill>
                <a:srgbClr val="437B2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03 原图离子"/>
            <p:cNvSpPr/>
            <p:nvPr/>
          </p:nvSpPr>
          <p:spPr>
            <a:xfrm>
              <a:off x="4606047" y="4509958"/>
              <a:ext cx="196784" cy="101466"/>
            </a:xfrm>
            <a:prstGeom prst="ellipse">
              <a:avLst/>
            </a:prstGeom>
            <a:solidFill>
              <a:srgbClr val="E7F4CF">
                <a:alpha val="24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−"/>
            <p:cNvSpPr txBox="1"/>
            <p:nvPr/>
          </p:nvSpPr>
          <p:spPr>
            <a:xfrm>
              <a:off x="4623265" y="4482286"/>
              <a:ext cx="585432" cy="58543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2711" b="1">
                  <a:solidFill>
                    <a:srgbClr val="FFFFFF"/>
                  </a:solidFill>
                  <a:latin typeface="Times New Roman"/>
                </a:defRPr>
              </a:pPr>
              <a:r>
                <a:t>−</a:t>
              </a:r>
            </a:p>
          </p:txBody>
        </p:sp>
        <p:sp>
          <p:nvSpPr>
            <p:cNvPr id="29" name="03 原图离子"/>
            <p:cNvSpPr/>
            <p:nvPr/>
          </p:nvSpPr>
          <p:spPr>
            <a:xfrm>
              <a:off x="3644732" y="2046681"/>
              <a:ext cx="802984" cy="802984"/>
            </a:xfrm>
            <a:custGeom>
              <a:avLst/>
              <a:gdLst/>
              <a:ahLst/>
              <a:cxnLst/>
              <a:rect l="l" t="t" r="r" b="b"/>
              <a:pathLst>
                <a:path w="8824" h="8824">
                  <a:moveTo>
                    <a:pt x="0" y="2978"/>
                  </a:moveTo>
                  <a:lnTo>
                    <a:pt x="5846" y="0"/>
                  </a:lnTo>
                  <a:lnTo>
                    <a:pt x="8824" y="5846"/>
                  </a:lnTo>
                  <a:lnTo>
                    <a:pt x="2978" y="8824"/>
                  </a:lnTo>
                  <a:lnTo>
                    <a:pt x="0" y="2978"/>
                  </a:lnTo>
                  <a:close/>
                </a:path>
              </a:pathLst>
            </a:custGeom>
            <a:gradFill>
              <a:gsLst>
                <a:gs pos="0">
                  <a:srgbClr val="EFA14D"/>
                </a:gs>
                <a:gs pos="50000">
                  <a:srgbClr val="DE751F"/>
                </a:gs>
                <a:gs pos="100000">
                  <a:srgbClr val="B44808"/>
                </a:gs>
              </a:gsLst>
              <a:lin ang="5400000" scaled="1"/>
            </a:gradFill>
            <a:ln w="16873" cap="rnd">
              <a:solidFill>
                <a:srgbClr val="A54D1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03 原图离子"/>
            <p:cNvSpPr/>
            <p:nvPr/>
          </p:nvSpPr>
          <p:spPr>
            <a:xfrm>
              <a:off x="3799887" y="2196649"/>
              <a:ext cx="319228" cy="162617"/>
            </a:xfrm>
            <a:custGeom>
              <a:avLst/>
              <a:gdLst/>
              <a:ahLst/>
              <a:cxnLst/>
              <a:rect l="l" t="t" r="r" b="b"/>
              <a:pathLst>
                <a:path w="3508" h="1787">
                  <a:moveTo>
                    <a:pt x="0" y="1787"/>
                  </a:moveTo>
                  <a:lnTo>
                    <a:pt x="3508" y="0"/>
                  </a:lnTo>
                </a:path>
              </a:pathLst>
            </a:custGeom>
            <a:noFill/>
            <a:ln w="26247" cap="rnd">
              <a:solidFill>
                <a:srgbClr val="FFD39B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03 原图离子"/>
            <p:cNvSpPr/>
            <p:nvPr/>
          </p:nvSpPr>
          <p:spPr>
            <a:xfrm>
              <a:off x="3929198" y="2388568"/>
              <a:ext cx="234052" cy="119210"/>
            </a:xfrm>
            <a:custGeom>
              <a:avLst/>
              <a:gdLst/>
              <a:ahLst/>
              <a:cxnLst/>
              <a:rect l="l" t="t" r="r" b="b"/>
              <a:pathLst>
                <a:path w="2572" h="1310">
                  <a:moveTo>
                    <a:pt x="0" y="1310"/>
                  </a:moveTo>
                  <a:lnTo>
                    <a:pt x="2572" y="0"/>
                  </a:lnTo>
                </a:path>
              </a:pathLst>
            </a:custGeom>
            <a:noFill/>
            <a:ln w="41246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03 原图离子"/>
            <p:cNvSpPr/>
            <p:nvPr/>
          </p:nvSpPr>
          <p:spPr>
            <a:xfrm>
              <a:off x="3986619" y="2331147"/>
              <a:ext cx="119210" cy="234052"/>
            </a:xfrm>
            <a:custGeom>
              <a:avLst/>
              <a:gdLst/>
              <a:ahLst/>
              <a:cxnLst/>
              <a:rect l="l" t="t" r="r" b="b"/>
              <a:pathLst>
                <a:path w="1310" h="2572">
                  <a:moveTo>
                    <a:pt x="0" y="0"/>
                  </a:moveTo>
                  <a:lnTo>
                    <a:pt x="1310" y="2572"/>
                  </a:lnTo>
                </a:path>
              </a:pathLst>
            </a:custGeom>
            <a:noFill/>
            <a:ln w="41246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03 原图离子"/>
            <p:cNvSpPr/>
            <p:nvPr/>
          </p:nvSpPr>
          <p:spPr>
            <a:xfrm>
              <a:off x="6425055" y="4006002"/>
              <a:ext cx="765219" cy="765219"/>
            </a:xfrm>
            <a:custGeom>
              <a:avLst/>
              <a:gdLst/>
              <a:ahLst/>
              <a:cxnLst/>
              <a:rect l="l" t="t" r="r" b="b"/>
              <a:pathLst>
                <a:path w="8409" h="8409">
                  <a:moveTo>
                    <a:pt x="0" y="2244"/>
                  </a:moveTo>
                  <a:lnTo>
                    <a:pt x="6165" y="0"/>
                  </a:lnTo>
                  <a:lnTo>
                    <a:pt x="8409" y="6165"/>
                  </a:lnTo>
                  <a:lnTo>
                    <a:pt x="2244" y="8409"/>
                  </a:lnTo>
                  <a:lnTo>
                    <a:pt x="0" y="2244"/>
                  </a:lnTo>
                  <a:close/>
                </a:path>
              </a:pathLst>
            </a:custGeom>
            <a:gradFill>
              <a:gsLst>
                <a:gs pos="0">
                  <a:srgbClr val="EFA14D"/>
                </a:gs>
                <a:gs pos="50000">
                  <a:srgbClr val="DE751F"/>
                </a:gs>
                <a:gs pos="100000">
                  <a:srgbClr val="B44808"/>
                </a:gs>
              </a:gsLst>
              <a:lin ang="5400000" scaled="1"/>
            </a:gradFill>
            <a:ln w="16873" cap="rnd">
              <a:solidFill>
                <a:srgbClr val="A54D1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03 原图离子"/>
            <p:cNvSpPr/>
            <p:nvPr/>
          </p:nvSpPr>
          <p:spPr>
            <a:xfrm>
              <a:off x="6574022" y="4147780"/>
              <a:ext cx="336609" cy="122577"/>
            </a:xfrm>
            <a:custGeom>
              <a:avLst/>
              <a:gdLst/>
              <a:ahLst/>
              <a:cxnLst/>
              <a:rect l="l" t="t" r="r" b="b"/>
              <a:pathLst>
                <a:path w="3699" h="1347">
                  <a:moveTo>
                    <a:pt x="0" y="1347"/>
                  </a:moveTo>
                  <a:lnTo>
                    <a:pt x="3699" y="0"/>
                  </a:lnTo>
                </a:path>
              </a:pathLst>
            </a:custGeom>
            <a:noFill/>
            <a:ln w="26247" cap="rnd">
              <a:solidFill>
                <a:srgbClr val="FFD39B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03 原图离子"/>
            <p:cNvSpPr/>
            <p:nvPr/>
          </p:nvSpPr>
          <p:spPr>
            <a:xfrm>
              <a:off x="6684223" y="4343703"/>
              <a:ext cx="246883" cy="89817"/>
            </a:xfrm>
            <a:custGeom>
              <a:avLst/>
              <a:gdLst/>
              <a:ahLst/>
              <a:cxnLst/>
              <a:rect l="l" t="t" r="r" b="b"/>
              <a:pathLst>
                <a:path w="2713" h="987">
                  <a:moveTo>
                    <a:pt x="0" y="987"/>
                  </a:moveTo>
                  <a:lnTo>
                    <a:pt x="2713" y="0"/>
                  </a:lnTo>
                </a:path>
              </a:pathLst>
            </a:custGeom>
            <a:noFill/>
            <a:ln w="41246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03 原图离子"/>
            <p:cNvSpPr/>
            <p:nvPr/>
          </p:nvSpPr>
          <p:spPr>
            <a:xfrm>
              <a:off x="6762756" y="4265170"/>
              <a:ext cx="89817" cy="246883"/>
            </a:xfrm>
            <a:custGeom>
              <a:avLst/>
              <a:gdLst/>
              <a:ahLst/>
              <a:cxnLst/>
              <a:rect l="l" t="t" r="r" b="b"/>
              <a:pathLst>
                <a:path w="987" h="2713">
                  <a:moveTo>
                    <a:pt x="0" y="0"/>
                  </a:moveTo>
                  <a:lnTo>
                    <a:pt x="987" y="2713"/>
                  </a:lnTo>
                </a:path>
              </a:pathLst>
            </a:custGeom>
            <a:noFill/>
            <a:ln w="41246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320040" y="18288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44E83"/>
                </a:solidFill>
                <a:latin typeface="Arial"/>
              </a:defRPr>
            </a:pPr>
            <a:r>
              <a:t>4. 无序链离子作用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四处原图视觉轮廓手动描摹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