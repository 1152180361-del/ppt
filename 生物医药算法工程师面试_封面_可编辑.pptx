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根据用户给出的封面截图复刻。所有文字、分隔符、底部图标均为原生可编辑 PowerPoint 对象。蛋白示意图和蓝色背景由图像工具按参考截图复刻，作为可替换图片保留；不是原图像素或三维蛋白结构数据。按原图保留页码1/9、应聘人XXX、日期2025年3月。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蓝色蛋白主题背景（按参考图复刻，可替换）" descr="exec-b1028bd0-b82f-48ff-a510-91fb7856f1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88767" cy="8604504"/>
          </a:xfrm>
          <a:prstGeom prst="rect">
            <a:avLst/>
          </a:prstGeom>
        </p:spPr>
      </p:pic>
      <p:sp>
        <p:nvSpPr>
          <p:cNvPr id="3" name="1/9"/>
          <p:cNvSpPr txBox="1"/>
          <p:nvPr/>
        </p:nvSpPr>
        <p:spPr>
          <a:xfrm>
            <a:off x="329184" y="201168"/>
            <a:ext cx="78638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1/9</a:t>
            </a:r>
          </a:p>
        </p:txBody>
      </p:sp>
      <p:sp>
        <p:nvSpPr>
          <p:cNvPr id="4" name="BIO · AI · DRUG DISCOVERY"/>
          <p:cNvSpPr txBox="1"/>
          <p:nvPr/>
        </p:nvSpPr>
        <p:spPr>
          <a:xfrm>
            <a:off x="11183112" y="411480"/>
            <a:ext cx="378561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FFFFFF"/>
                </a:solidFill>
                <a:latin typeface="Noto Sans CJK SC"/>
              </a:defRPr>
            </a:pPr>
            <a:r>
              <a:rPr spc="250">
                <a:ea typeface="Noto Sans CJK SC"/>
              </a:rPr>
              <a:t>BIO · AI · DRUG DISCOVERY</a:t>
            </a:r>
          </a:p>
        </p:txBody>
      </p:sp>
      <p:sp>
        <p:nvSpPr>
          <p:cNvPr id="5" name="生物医药算法工程师面试"/>
          <p:cNvSpPr txBox="1"/>
          <p:nvPr/>
        </p:nvSpPr>
        <p:spPr>
          <a:xfrm>
            <a:off x="859536" y="1600200"/>
            <a:ext cx="12435840" cy="1399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0" b="1">
                <a:solidFill>
                  <a:srgbClr val="FFFFFF"/>
                </a:solidFill>
                <a:latin typeface="Noto Sans CJK SC"/>
              </a:defRPr>
            </a:pPr>
            <a:r>
              <a:rPr spc="60">
                <a:ea typeface="Noto Sans CJK SC"/>
              </a:rPr>
              <a:t>生物医药算法工程师面试</a:t>
            </a:r>
          </a:p>
        </p:txBody>
      </p:sp>
      <p:sp>
        <p:nvSpPr>
          <p:cNvPr id="6" name="个人介绍"/>
          <p:cNvSpPr txBox="1"/>
          <p:nvPr/>
        </p:nvSpPr>
        <p:spPr>
          <a:xfrm>
            <a:off x="850392" y="2880360"/>
            <a:ext cx="672084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0" b="1">
                <a:solidFill>
                  <a:srgbClr val="FFFFFF"/>
                </a:solidFill>
                <a:latin typeface="Noto Sans CJK SC"/>
              </a:defRPr>
            </a:pPr>
            <a:r>
              <a:rPr spc="600">
                <a:ea typeface="Noto Sans CJK SC"/>
              </a:rPr>
              <a:t>个人介绍</a:t>
            </a:r>
          </a:p>
        </p:txBody>
      </p:sp>
      <p:sp>
        <p:nvSpPr>
          <p:cNvPr id="7" name="AI辅助蛋白设计与药物发现项目汇报"/>
          <p:cNvSpPr txBox="1"/>
          <p:nvPr/>
        </p:nvSpPr>
        <p:spPr>
          <a:xfrm>
            <a:off x="923544" y="4434840"/>
            <a:ext cx="12618720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0">
                <a:solidFill>
                  <a:srgbClr val="FFFFFF"/>
                </a:solidFill>
                <a:latin typeface="Noto Sans CJK SC"/>
              </a:defRPr>
            </a:pPr>
            <a:r>
              <a:rPr spc="900">
                <a:ea typeface="Noto Sans CJK SC"/>
              </a:rPr>
              <a:t>AI辅助蛋白设计与药物发现项目汇报</a:t>
            </a:r>
          </a:p>
        </p:txBody>
      </p:sp>
      <p:sp>
        <p:nvSpPr>
          <p:cNvPr id="8" name="算法建模"/>
          <p:cNvSpPr txBox="1"/>
          <p:nvPr/>
        </p:nvSpPr>
        <p:spPr>
          <a:xfrm>
            <a:off x="941832" y="5843016"/>
            <a:ext cx="182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FFFFF"/>
                </a:solidFill>
                <a:latin typeface="Noto Sans CJK SC"/>
              </a:defRPr>
            </a:pPr>
            <a:r>
              <a:rPr spc="340">
                <a:ea typeface="Noto Sans CJK SC"/>
              </a:rPr>
              <a:t>算法建模</a:t>
            </a:r>
          </a:p>
        </p:txBody>
      </p:sp>
      <p:sp>
        <p:nvSpPr>
          <p:cNvPr id="9" name="|"/>
          <p:cNvSpPr txBox="1"/>
          <p:nvPr/>
        </p:nvSpPr>
        <p:spPr>
          <a:xfrm>
            <a:off x="2852928" y="5824728"/>
            <a:ext cx="256032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|</a:t>
            </a:r>
          </a:p>
        </p:txBody>
      </p:sp>
      <p:sp>
        <p:nvSpPr>
          <p:cNvPr id="10" name="结构生物学"/>
          <p:cNvSpPr txBox="1"/>
          <p:nvPr/>
        </p:nvSpPr>
        <p:spPr>
          <a:xfrm>
            <a:off x="3383280" y="5843016"/>
            <a:ext cx="21488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FFFFF"/>
                </a:solidFill>
                <a:latin typeface="Noto Sans CJK SC"/>
              </a:defRPr>
            </a:pPr>
            <a:r>
              <a:rPr spc="340">
                <a:ea typeface="Noto Sans CJK SC"/>
              </a:rPr>
              <a:t>结构生物学</a:t>
            </a:r>
          </a:p>
        </p:txBody>
      </p:sp>
      <p:sp>
        <p:nvSpPr>
          <p:cNvPr id="11" name="|"/>
          <p:cNvSpPr txBox="1"/>
          <p:nvPr/>
        </p:nvSpPr>
        <p:spPr>
          <a:xfrm>
            <a:off x="5760720" y="5824728"/>
            <a:ext cx="256032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|</a:t>
            </a:r>
          </a:p>
        </p:txBody>
      </p:sp>
      <p:sp>
        <p:nvSpPr>
          <p:cNvPr id="12" name="生成式AI"/>
          <p:cNvSpPr txBox="1"/>
          <p:nvPr/>
        </p:nvSpPr>
        <p:spPr>
          <a:xfrm>
            <a:off x="6272784" y="5843016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FFFFF"/>
                </a:solidFill>
                <a:latin typeface="Noto Sans CJK SC"/>
              </a:defRPr>
            </a:pPr>
            <a:r>
              <a:rPr spc="120">
                <a:ea typeface="Noto Sans CJK SC"/>
              </a:rPr>
              <a:t>生成式AI</a:t>
            </a:r>
          </a:p>
        </p:txBody>
      </p:sp>
      <p:sp>
        <p:nvSpPr>
          <p:cNvPr id="13" name="|"/>
          <p:cNvSpPr txBox="1"/>
          <p:nvPr/>
        </p:nvSpPr>
        <p:spPr>
          <a:xfrm>
            <a:off x="8074152" y="5824728"/>
            <a:ext cx="256032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|</a:t>
            </a:r>
          </a:p>
        </p:txBody>
      </p:sp>
      <p:sp>
        <p:nvSpPr>
          <p:cNvPr id="14" name="药物发现"/>
          <p:cNvSpPr txBox="1"/>
          <p:nvPr/>
        </p:nvSpPr>
        <p:spPr>
          <a:xfrm>
            <a:off x="8613648" y="5843016"/>
            <a:ext cx="192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FFFFF"/>
                </a:solidFill>
                <a:latin typeface="Noto Sans CJK SC"/>
              </a:defRPr>
            </a:pPr>
            <a:r>
              <a:rPr spc="340">
                <a:ea typeface="Noto Sans CJK SC"/>
              </a:rPr>
              <a:t>药物发现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7443216"/>
            <a:ext cx="15288767" cy="1161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应聘人图标：头部"/>
          <p:cNvSpPr/>
          <p:nvPr/>
        </p:nvSpPr>
        <p:spPr>
          <a:xfrm>
            <a:off x="749808" y="7754112"/>
            <a:ext cx="201168" cy="201168"/>
          </a:xfrm>
          <a:prstGeom prst="ellipse">
            <a:avLst/>
          </a:prstGeom>
          <a:solidFill>
            <a:srgbClr val="00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应聘人图标：肩部"/>
          <p:cNvSpPr/>
          <p:nvPr/>
        </p:nvSpPr>
        <p:spPr>
          <a:xfrm>
            <a:off x="658368" y="8001000"/>
            <a:ext cx="384048" cy="210312"/>
          </a:xfrm>
          <a:custGeom>
            <a:avLst/>
            <a:gdLst/>
            <a:ahLst/>
            <a:cxnLst/>
            <a:rect l="l" t="t" r="r" b="b"/>
            <a:pathLst>
              <a:path w="42" h="23">
                <a:moveTo>
                  <a:pt x="0" y="23"/>
                </a:moveTo>
                <a:lnTo>
                  <a:pt x="0" y="15"/>
                </a:lnTo>
                <a:lnTo>
                  <a:pt x="3" y="7"/>
                </a:lnTo>
                <a:lnTo>
                  <a:pt x="9" y="2"/>
                </a:lnTo>
                <a:lnTo>
                  <a:pt x="17" y="0"/>
                </a:lnTo>
                <a:lnTo>
                  <a:pt x="25" y="2"/>
                </a:lnTo>
                <a:lnTo>
                  <a:pt x="32" y="7"/>
                </a:lnTo>
                <a:lnTo>
                  <a:pt x="39" y="15"/>
                </a:lnTo>
                <a:lnTo>
                  <a:pt x="42" y="23"/>
                </a:lnTo>
                <a:lnTo>
                  <a:pt x="0" y="23"/>
                </a:lnTo>
                <a:close/>
              </a:path>
            </a:pathLst>
          </a:custGeom>
          <a:solidFill>
            <a:srgbClr val="003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应聘人：XXX"/>
          <p:cNvSpPr txBox="1"/>
          <p:nvPr/>
        </p:nvSpPr>
        <p:spPr>
          <a:xfrm>
            <a:off x="1353312" y="7854696"/>
            <a:ext cx="292608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3E86"/>
                </a:solidFill>
                <a:latin typeface="Noto Sans CJK SC"/>
              </a:defRPr>
            </a:pPr>
            <a:r>
              <a:rPr>
                <a:ea typeface="Noto Sans CJK SC"/>
              </a:rPr>
              <a:t>应聘人：XXX</a:t>
            </a:r>
          </a:p>
        </p:txBody>
      </p:sp>
      <p:sp>
        <p:nvSpPr>
          <p:cNvPr id="19" name="岗位图标：学士帽"/>
          <p:cNvSpPr/>
          <p:nvPr/>
        </p:nvSpPr>
        <p:spPr>
          <a:xfrm>
            <a:off x="5029200" y="7763256"/>
            <a:ext cx="585216" cy="292608"/>
          </a:xfrm>
          <a:custGeom>
            <a:avLst/>
            <a:gdLst/>
            <a:ahLst/>
            <a:cxnLst/>
            <a:rect l="l" t="t" r="r" b="b"/>
            <a:pathLst>
              <a:path w="64" h="32">
                <a:moveTo>
                  <a:pt x="0" y="15"/>
                </a:moveTo>
                <a:lnTo>
                  <a:pt x="31" y="0"/>
                </a:lnTo>
                <a:lnTo>
                  <a:pt x="64" y="16"/>
                </a:lnTo>
                <a:lnTo>
                  <a:pt x="31" y="32"/>
                </a:lnTo>
                <a:lnTo>
                  <a:pt x="0" y="15"/>
                </a:lnTo>
                <a:close/>
              </a:path>
            </a:pathLst>
          </a:custGeom>
          <a:solidFill>
            <a:srgbClr val="003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岗位图标：帽身"/>
          <p:cNvSpPr/>
          <p:nvPr/>
        </p:nvSpPr>
        <p:spPr>
          <a:xfrm>
            <a:off x="5148072" y="8010144"/>
            <a:ext cx="338328" cy="201168"/>
          </a:xfrm>
          <a:custGeom>
            <a:avLst/>
            <a:gdLst/>
            <a:ahLst/>
            <a:cxnLst/>
            <a:rect l="l" t="t" r="r" b="b"/>
            <a:pathLst>
              <a:path w="37" h="22">
                <a:moveTo>
                  <a:pt x="0" y="0"/>
                </a:moveTo>
                <a:lnTo>
                  <a:pt x="17" y="8"/>
                </a:lnTo>
                <a:lnTo>
                  <a:pt x="37" y="0"/>
                </a:lnTo>
                <a:lnTo>
                  <a:pt x="37" y="13"/>
                </a:lnTo>
                <a:lnTo>
                  <a:pt x="19" y="22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3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59552" y="7936992"/>
            <a:ext cx="0" cy="182880"/>
          </a:xfrm>
          <a:prstGeom prst="line">
            <a:avLst/>
          </a:prstGeom>
          <a:ln w="27940">
            <a:solidFill>
              <a:srgbClr val="003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应聘岗位：生物医药算法工程师"/>
          <p:cNvSpPr txBox="1"/>
          <p:nvPr/>
        </p:nvSpPr>
        <p:spPr>
          <a:xfrm>
            <a:off x="5824728" y="7854696"/>
            <a:ext cx="5157216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40" b="1">
                <a:solidFill>
                  <a:srgbClr val="003E86"/>
                </a:solidFill>
                <a:latin typeface="Noto Sans CJK SC"/>
              </a:defRPr>
            </a:pPr>
            <a:r>
              <a:rPr>
                <a:ea typeface="Noto Sans CJK SC"/>
              </a:rPr>
              <a:t>应聘岗位：生物医药算法工程师</a:t>
            </a:r>
          </a:p>
        </p:txBody>
      </p:sp>
      <p:sp>
        <p:nvSpPr>
          <p:cNvPr id="23" name="日期图标：日历框"/>
          <p:cNvSpPr/>
          <p:nvPr/>
        </p:nvSpPr>
        <p:spPr>
          <a:xfrm>
            <a:off x="11466576" y="7827264"/>
            <a:ext cx="457200" cy="384048"/>
          </a:xfrm>
          <a:prstGeom prst="roundRect">
            <a:avLst>
              <a:gd name="adj" fmla="val 9000"/>
            </a:avLst>
          </a:prstGeom>
          <a:solidFill>
            <a:srgbClr val="00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21440" y="7918704"/>
            <a:ext cx="347472" cy="228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67160" y="7790688"/>
            <a:ext cx="39319" cy="146304"/>
          </a:xfrm>
          <a:prstGeom prst="roundRect">
            <a:avLst/>
          </a:prstGeom>
          <a:solidFill>
            <a:srgbClr val="00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795760" y="7790688"/>
            <a:ext cx="39319" cy="146304"/>
          </a:xfrm>
          <a:prstGeom prst="roundRect">
            <a:avLst/>
          </a:prstGeom>
          <a:solidFill>
            <a:srgbClr val="003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58016" y="7991856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58016" y="8101583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76888" y="7991856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676888" y="8101583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795760" y="7991856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795760" y="8101583"/>
            <a:ext cx="5486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日期：2025年3月"/>
          <p:cNvSpPr txBox="1"/>
          <p:nvPr/>
        </p:nvSpPr>
        <p:spPr>
          <a:xfrm>
            <a:off x="12252960" y="7854696"/>
            <a:ext cx="2752344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40" b="0">
                <a:solidFill>
                  <a:srgbClr val="003E86"/>
                </a:solidFill>
                <a:latin typeface="Noto Sans CJK SC"/>
              </a:defRPr>
            </a:pPr>
            <a:r>
              <a:rPr>
                <a:ea typeface="Noto Sans CJK SC"/>
              </a:rPr>
              <a:t>日期：2025年3月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生物医药算法工程师面试个人介绍</dc:title>
  <dc:subject>AI辅助蛋白设计与药物发现项目汇报</dc:subject>
  <dc:creator/>
  <cp:keywords>可编辑,封面,蛋白设计,AI,药物发现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