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46336" cy="137800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处图像已替换为按参考预览手动标定的原生路径。未使用图像生成模型；不是原始位图逐像素追踪。化学结构细节及机理仍需作者核对。原图重复面板编号和迁移图例原文保留；柱形仍按截图外观描摹，不能作为已恢复的原始实验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46336" cy="13780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" y="155448"/>
            <a:ext cx="9226296" cy="3383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 cap="rnd">
            <a:solidFill>
              <a:srgbClr val="7C9FE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" y="219456"/>
            <a:ext cx="420624" cy="420624"/>
          </a:xfrm>
          <a:prstGeom prst="ellipse">
            <a:avLst/>
          </a:prstGeom>
          <a:ln w="12700" cap="rnd">
            <a:solidFill>
              <a:srgbClr val="A2B9E7"/>
            </a:solidFill>
            <a:round/>
          </a:ln>
          <a:gradFill>
            <a:gsLst>
              <a:gs pos="0">
                <a:srgbClr val="6B9BDA"/>
              </a:gs>
              <a:gs pos="100000">
                <a:srgbClr val="285BA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"/>
          <p:cNvSpPr txBox="1"/>
          <p:nvPr/>
        </p:nvSpPr>
        <p:spPr>
          <a:xfrm>
            <a:off x="228600" y="292608"/>
            <a:ext cx="420624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Times New Roman"/>
              </a:defRPr>
            </a:pPr>
            <a:r>
              <a:t>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" y="4261104"/>
            <a:ext cx="9226296" cy="375818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 cap="rnd">
            <a:solidFill>
              <a:srgbClr val="7C9FE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" y="4325112"/>
            <a:ext cx="420624" cy="420624"/>
          </a:xfrm>
          <a:prstGeom prst="ellipse">
            <a:avLst/>
          </a:prstGeom>
          <a:ln w="12700" cap="rnd">
            <a:solidFill>
              <a:srgbClr val="A2B9E7"/>
            </a:solidFill>
            <a:round/>
          </a:ln>
          <a:gradFill>
            <a:gsLst>
              <a:gs pos="0">
                <a:srgbClr val="6B9BDA"/>
              </a:gs>
              <a:gs pos="100000">
                <a:srgbClr val="285BA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"/>
          <p:cNvSpPr txBox="1"/>
          <p:nvPr/>
        </p:nvSpPr>
        <p:spPr>
          <a:xfrm>
            <a:off x="228600" y="4398264"/>
            <a:ext cx="420624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Times New Roman"/>
              </a:defRPr>
            </a:pPr>
            <a:r>
              <a:t>B</a:t>
            </a:r>
          </a:p>
        </p:txBody>
      </p:sp>
      <p:sp>
        <p:nvSpPr>
          <p:cNvPr id="9" name="Starch structure disruption"/>
          <p:cNvSpPr txBox="1"/>
          <p:nvPr/>
        </p:nvSpPr>
        <p:spPr>
          <a:xfrm>
            <a:off x="713232" y="4389120"/>
            <a:ext cx="786384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0" b="1">
                <a:solidFill>
                  <a:srgbClr val="3A6DB4"/>
                </a:solidFill>
                <a:latin typeface="Times New Roman"/>
              </a:defRPr>
            </a:pPr>
            <a:r>
              <a:t>Starch structure disruption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" y="8604504"/>
            <a:ext cx="9226296" cy="4133087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240" cap="rnd">
            <a:solidFill>
              <a:srgbClr val="7C9FE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" y="8668512"/>
            <a:ext cx="420624" cy="420624"/>
          </a:xfrm>
          <a:prstGeom prst="ellipse">
            <a:avLst/>
          </a:prstGeom>
          <a:ln w="12700" cap="rnd">
            <a:solidFill>
              <a:srgbClr val="A2B9E7"/>
            </a:solidFill>
            <a:round/>
          </a:ln>
          <a:gradFill>
            <a:gsLst>
              <a:gs pos="0">
                <a:srgbClr val="6B9BDA"/>
              </a:gs>
              <a:gs pos="100000">
                <a:srgbClr val="285BA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"/>
          <p:cNvSpPr txBox="1"/>
          <p:nvPr/>
        </p:nvSpPr>
        <p:spPr>
          <a:xfrm>
            <a:off x="228600" y="8741664"/>
            <a:ext cx="420624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Times New Roman"/>
              </a:defRPr>
            </a:pPr>
            <a:r>
              <a:t>B</a:t>
            </a:r>
          </a:p>
        </p:txBody>
      </p:sp>
      <p:sp>
        <p:nvSpPr>
          <p:cNvPr id="13" name="Electric field mass transfer"/>
          <p:cNvSpPr txBox="1"/>
          <p:nvPr/>
        </p:nvSpPr>
        <p:spPr>
          <a:xfrm>
            <a:off x="713232" y="8732520"/>
            <a:ext cx="786384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0" b="1">
                <a:solidFill>
                  <a:srgbClr val="3A6DB4"/>
                </a:solidFill>
                <a:latin typeface="Times New Roman"/>
              </a:defRPr>
            </a:pPr>
            <a:r>
              <a:t>Electric field mass transfer</a:t>
            </a:r>
          </a:p>
        </p:txBody>
      </p:sp>
      <p:sp>
        <p:nvSpPr>
          <p:cNvPr id="14" name="Electric current"/>
          <p:cNvSpPr txBox="1"/>
          <p:nvPr/>
        </p:nvSpPr>
        <p:spPr>
          <a:xfrm>
            <a:off x="749808" y="256032"/>
            <a:ext cx="166420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0" b="1">
                <a:solidFill>
                  <a:srgbClr val="3A6DB4"/>
                </a:solidFill>
                <a:latin typeface="Times New Roman"/>
              </a:defRPr>
            </a:pPr>
            <a:r>
              <a:t>Electric current</a:t>
            </a:r>
          </a:p>
        </p:txBody>
      </p:sp>
      <p:sp>
        <p:nvSpPr>
          <p:cNvPr id="15" name="(Thermal effect)"/>
          <p:cNvSpPr txBox="1"/>
          <p:nvPr/>
        </p:nvSpPr>
        <p:spPr>
          <a:xfrm>
            <a:off x="2441448" y="256032"/>
            <a:ext cx="203911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0" b="1">
                <a:solidFill>
                  <a:srgbClr val="F00000"/>
                </a:solidFill>
                <a:latin typeface="Times New Roman"/>
              </a:defRPr>
            </a:pPr>
            <a:r>
              <a:t>(Thermal effect)</a:t>
            </a:r>
          </a:p>
        </p:txBody>
      </p:sp>
      <p:grpSp>
        <p:nvGrpSpPr>
          <p:cNvPr id="565" name="01_MEF装置_按参考图描线 — 手动路径描摹"/>
          <p:cNvGrpSpPr/>
          <p:nvPr/>
        </p:nvGrpSpPr>
        <p:grpSpPr>
          <a:xfrm>
            <a:off x="182000" y="832104"/>
            <a:ext cx="2429700" cy="2212848"/>
            <a:chOff x="182000" y="832104"/>
            <a:chExt cx="2429700" cy="2212848"/>
          </a:xfrm>
        </p:grpSpPr>
        <p:sp>
          <p:nvSpPr>
            <p:cNvPr id="16" name="01 金属底座与控制面板"/>
            <p:cNvSpPr/>
            <p:nvPr/>
          </p:nvSpPr>
          <p:spPr>
            <a:xfrm>
              <a:off x="182000" y="1920100"/>
              <a:ext cx="2429700" cy="273000"/>
            </a:xfrm>
            <a:custGeom>
              <a:avLst/>
              <a:gdLst/>
              <a:ahLst/>
              <a:cxnLst/>
              <a:rect l="l" t="t" r="r" b="b"/>
              <a:pathLst>
                <a:path w="26700" h="3000">
                  <a:moveTo>
                    <a:pt x="0" y="3000"/>
                  </a:moveTo>
                  <a:lnTo>
                    <a:pt x="2500" y="0"/>
                  </a:lnTo>
                  <a:lnTo>
                    <a:pt x="26700" y="0"/>
                  </a:lnTo>
                  <a:lnTo>
                    <a:pt x="24200" y="3000"/>
                  </a:lnTo>
                  <a:lnTo>
                    <a:pt x="0" y="3000"/>
                  </a:lnTo>
                  <a:close/>
                </a:path>
              </a:pathLst>
            </a:custGeom>
            <a:gradFill>
              <a:gsLst>
                <a:gs pos="0">
                  <a:srgbClr val="C7C7C5"/>
                </a:gs>
                <a:gs pos="50000">
                  <a:srgbClr val="DEDEDC"/>
                </a:gs>
                <a:gs pos="100000">
                  <a:srgbClr val="BBBBBA"/>
                </a:gs>
              </a:gsLst>
              <a:lin ang="1200000" scaled="1"/>
            </a:gradFill>
            <a:ln w="3657" cap="rnd">
              <a:solidFill>
                <a:srgbClr val="8A8B8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01 金属底座与控制面板"/>
            <p:cNvSpPr/>
            <p:nvPr/>
          </p:nvSpPr>
          <p:spPr>
            <a:xfrm>
              <a:off x="2384200" y="1920100"/>
              <a:ext cx="227500" cy="1110200"/>
            </a:xfrm>
            <a:custGeom>
              <a:avLst/>
              <a:gdLst/>
              <a:ahLst/>
              <a:cxnLst/>
              <a:rect l="l" t="t" r="r" b="b"/>
              <a:pathLst>
                <a:path w="2500" h="12200">
                  <a:moveTo>
                    <a:pt x="0" y="3000"/>
                  </a:moveTo>
                  <a:lnTo>
                    <a:pt x="2500" y="0"/>
                  </a:lnTo>
                  <a:lnTo>
                    <a:pt x="2500" y="9500"/>
                  </a:lnTo>
                  <a:lnTo>
                    <a:pt x="0" y="12200"/>
                  </a:lnTo>
                  <a:lnTo>
                    <a:pt x="0" y="3000"/>
                  </a:lnTo>
                  <a:close/>
                </a:path>
              </a:pathLst>
            </a:custGeom>
            <a:gradFill>
              <a:gsLst>
                <a:gs pos="0">
                  <a:srgbClr val="999A96"/>
                </a:gs>
                <a:gs pos="100000">
                  <a:srgbClr val="C6C7C3"/>
                </a:gs>
              </a:gsLst>
              <a:lin ang="0" scaled="1"/>
            </a:gradFill>
            <a:ln w="3657" cap="rnd">
              <a:solidFill>
                <a:srgbClr val="8C8E8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1" name="01 金属底座与控制面板"/>
            <p:cNvSpPr/>
            <p:nvPr/>
          </p:nvSpPr>
          <p:spPr>
            <a:xfrm>
              <a:off x="182880" y="2203704"/>
              <a:ext cx="2212848" cy="841248"/>
            </a:xfrm>
            <a:prstGeom prst="rect">
              <a:avLst/>
            </a:prstGeom>
            <a:gradFill>
              <a:gsLst>
                <a:gs pos="0">
                  <a:srgbClr val="AAAAA8"/>
                </a:gs>
                <a:gs pos="50000">
                  <a:srgbClr val="C6C6C4"/>
                </a:gs>
                <a:gs pos="100000">
                  <a:srgbClr val="ADADAA"/>
                </a:gs>
              </a:gsLst>
              <a:lin ang="0" scaled="1"/>
            </a:gradFill>
            <a:ln w="3657" cap="rnd">
              <a:solidFill>
                <a:srgbClr val="989A9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01 金属底座与控制面板"/>
            <p:cNvSpPr/>
            <p:nvPr/>
          </p:nvSpPr>
          <p:spPr>
            <a:xfrm>
              <a:off x="594360" y="2295144"/>
              <a:ext cx="1719072" cy="694944"/>
            </a:xfrm>
            <a:prstGeom prst="rect">
              <a:avLst/>
            </a:prstGeom>
            <a:gradFill>
              <a:gsLst>
                <a:gs pos="0">
                  <a:srgbClr val="F4F4F1"/>
                </a:gs>
                <a:gs pos="50000">
                  <a:srgbClr val="B9B9B7"/>
                </a:gs>
                <a:gs pos="100000">
                  <a:srgbClr val="F8F8F7"/>
                </a:gs>
              </a:gsLst>
              <a:lin ang="0" scaled="1"/>
            </a:gradFill>
            <a:ln w="7315" cap="rnd">
              <a:solidFill>
                <a:srgbClr val="62635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01 金属底座与控制面板"/>
            <p:cNvSpPr/>
            <p:nvPr/>
          </p:nvSpPr>
          <p:spPr>
            <a:xfrm>
              <a:off x="630936" y="2331720"/>
              <a:ext cx="1645920" cy="621792"/>
            </a:xfrm>
            <a:prstGeom prst="rect">
              <a:avLst/>
            </a:prstGeom>
            <a:gradFill>
              <a:gsLst>
                <a:gs pos="0">
                  <a:srgbClr val="DBDCD9"/>
                </a:gs>
                <a:gs pos="50000">
                  <a:srgbClr val="F2F2F0"/>
                </a:gs>
                <a:gs pos="100000">
                  <a:srgbClr val="D0D1CD"/>
                </a:gs>
              </a:gsLst>
              <a:lin ang="0" scaled="1"/>
            </a:gradFill>
            <a:ln w="4572" cap="rnd">
              <a:solidFill>
                <a:srgbClr val="A4A59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4" name="01 金属底座与控制面板"/>
            <p:cNvSpPr/>
            <p:nvPr/>
          </p:nvSpPr>
          <p:spPr>
            <a:xfrm>
              <a:off x="694944" y="2441448"/>
              <a:ext cx="521207" cy="411480"/>
            </a:xfrm>
            <a:prstGeom prst="rect">
              <a:avLst/>
            </a:prstGeom>
            <a:solidFill>
              <a:srgbClr val="282B2C"/>
            </a:solidFill>
            <a:ln w="7315" cap="rnd">
              <a:solidFill>
                <a:srgbClr val="777A74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5" name="01 金属底座与控制面板"/>
            <p:cNvSpPr/>
            <p:nvPr/>
          </p:nvSpPr>
          <p:spPr>
            <a:xfrm>
              <a:off x="740664" y="2487168"/>
              <a:ext cx="429768" cy="320040"/>
            </a:xfrm>
            <a:prstGeom prst="rect">
              <a:avLst/>
            </a:prstGeom>
            <a:gradFill>
              <a:gsLst>
                <a:gs pos="0">
                  <a:srgbClr val="59ACDE"/>
                </a:gs>
                <a:gs pos="100000">
                  <a:srgbClr val="1E6CB2"/>
                </a:gs>
              </a:gsLst>
              <a:lin ang="5400000" scaled="1"/>
            </a:gradFill>
            <a:ln w="3200" cap="rnd">
              <a:solidFill>
                <a:srgbClr val="6B9AB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6" name="4.8V"/>
            <p:cNvSpPr txBox="1"/>
            <p:nvPr/>
          </p:nvSpPr>
          <p:spPr>
            <a:xfrm>
              <a:off x="824624" y="2496312"/>
              <a:ext cx="329513" cy="20208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936" b="1">
                  <a:solidFill>
                    <a:srgbClr val="FFFFFF"/>
                  </a:solidFill>
                  <a:latin typeface="Times New Roman"/>
                </a:defRPr>
              </a:pPr>
              <a:r>
                <a:t>4.8V</a:t>
              </a:r>
            </a:p>
          </p:txBody>
        </p:sp>
        <p:sp>
          <p:nvSpPr>
            <p:cNvPr id="517" name="50Hz"/>
            <p:cNvSpPr txBox="1"/>
            <p:nvPr/>
          </p:nvSpPr>
          <p:spPr>
            <a:xfrm>
              <a:off x="809765" y="2624328"/>
              <a:ext cx="359231" cy="20208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936" b="1">
                  <a:solidFill>
                    <a:srgbClr val="FFFFFF"/>
                  </a:solidFill>
                  <a:latin typeface="Times New Roman"/>
                </a:defRPr>
              </a:pPr>
              <a:r>
                <a:t>50Hz</a:t>
              </a:r>
            </a:p>
          </p:txBody>
        </p:sp>
        <p:sp>
          <p:nvSpPr>
            <p:cNvPr id="518" name="01 金属底座与控制面板"/>
            <p:cNvSpPr/>
            <p:nvPr/>
          </p:nvSpPr>
          <p:spPr>
            <a:xfrm>
              <a:off x="274320" y="2414016"/>
              <a:ext cx="210312" cy="402336"/>
            </a:xfrm>
            <a:prstGeom prst="rect">
              <a:avLst/>
            </a:prstGeom>
            <a:solidFill>
              <a:srgbClr val="22221F"/>
            </a:solidFill>
            <a:ln w="4114" cap="rnd">
              <a:solidFill>
                <a:srgbClr val="70716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01 金属底座与控制面板"/>
            <p:cNvSpPr/>
            <p:nvPr/>
          </p:nvSpPr>
          <p:spPr>
            <a:xfrm>
              <a:off x="301752" y="2441448"/>
              <a:ext cx="155448" cy="347472"/>
            </a:xfrm>
            <a:prstGeom prst="rect">
              <a:avLst/>
            </a:prstGeom>
            <a:gradFill>
              <a:gsLst>
                <a:gs pos="0">
                  <a:srgbClr val="FF2B1A"/>
                </a:gs>
                <a:gs pos="50000">
                  <a:srgbClr val="E60000"/>
                </a:gs>
                <a:gs pos="100000">
                  <a:srgbClr val="A30000"/>
                </a:gs>
              </a:gsLst>
              <a:lin ang="5400000" scaled="1"/>
            </a:gradFill>
            <a:ln w="4114" cap="rnd">
              <a:solidFill>
                <a:srgbClr val="8E110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I"/>
            <p:cNvSpPr txBox="1"/>
            <p:nvPr/>
          </p:nvSpPr>
          <p:spPr>
            <a:xfrm>
              <a:off x="334213" y="2459736"/>
              <a:ext cx="170992" cy="17099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792" b="1">
                  <a:solidFill>
                    <a:srgbClr val="FFFFFF"/>
                  </a:solidFill>
                  <a:latin typeface="Times New Roman"/>
                </a:defRPr>
              </a:pPr>
              <a:r>
                <a:t>I</a:t>
              </a:r>
            </a:p>
          </p:txBody>
        </p:sp>
        <p:sp>
          <p:nvSpPr>
            <p:cNvPr id="521" name="0"/>
            <p:cNvSpPr txBox="1"/>
            <p:nvPr/>
          </p:nvSpPr>
          <p:spPr>
            <a:xfrm>
              <a:off x="334213" y="2633472"/>
              <a:ext cx="170992" cy="17099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792" b="1">
                  <a:solidFill>
                    <a:srgbClr val="FFFFFF"/>
                  </a:solidFill>
                  <a:latin typeface="Times New Roman"/>
                </a:defRPr>
              </a:pPr>
              <a:r>
                <a:t>0</a:t>
              </a:r>
            </a:p>
          </p:txBody>
        </p:sp>
        <p:sp>
          <p:nvSpPr>
            <p:cNvPr id="522" name="V"/>
            <p:cNvSpPr txBox="1"/>
            <p:nvPr/>
          </p:nvSpPr>
          <p:spPr>
            <a:xfrm>
              <a:off x="1348145" y="2389327"/>
              <a:ext cx="88605" cy="88605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410" b="1">
                  <a:solidFill>
                    <a:srgbClr val="343932"/>
                  </a:solidFill>
                  <a:latin typeface="Times New Roman"/>
                </a:defRPr>
              </a:pPr>
              <a:r>
                <a:t>V</a:t>
              </a:r>
            </a:p>
          </p:txBody>
        </p:sp>
        <p:sp>
          <p:nvSpPr>
            <p:cNvPr id="523" name="01 金属底座与控制面板"/>
            <p:cNvSpPr/>
            <p:nvPr/>
          </p:nvSpPr>
          <p:spPr>
            <a:xfrm>
              <a:off x="1344168" y="2496312"/>
              <a:ext cx="54864" cy="548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AEB1A8"/>
                </a:gs>
              </a:gsLst>
              <a:lin ang="5400000" scaled="1"/>
            </a:gradFill>
            <a:ln w="3200" cap="rnd">
              <a:solidFill>
                <a:srgbClr val="767D7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01 金属底座与控制面板"/>
            <p:cNvSpPr/>
            <p:nvPr/>
          </p:nvSpPr>
          <p:spPr>
            <a:xfrm>
              <a:off x="1344168" y="2642616"/>
              <a:ext cx="54864" cy="548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AEB1A8"/>
                </a:gs>
              </a:gsLst>
              <a:lin ang="5400000" scaled="1"/>
            </a:gradFill>
            <a:ln w="3200" cap="rnd">
              <a:solidFill>
                <a:srgbClr val="767D7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01 金属底座与控制面板"/>
            <p:cNvSpPr/>
            <p:nvPr/>
          </p:nvSpPr>
          <p:spPr>
            <a:xfrm>
              <a:off x="1344168" y="2779776"/>
              <a:ext cx="54864" cy="54864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AEB1A8"/>
                </a:gs>
              </a:gsLst>
              <a:lin ang="5400000" scaled="1"/>
            </a:gradFill>
            <a:ln w="3200" cap="rnd">
              <a:solidFill>
                <a:srgbClr val="767D7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01 金属底座与控制面板"/>
            <p:cNvSpPr/>
            <p:nvPr/>
          </p:nvSpPr>
          <p:spPr>
            <a:xfrm>
              <a:off x="1483300" y="2457000"/>
              <a:ext cx="54600" cy="63700"/>
            </a:xfrm>
            <a:custGeom>
              <a:avLst/>
              <a:gdLst/>
              <a:ahLst/>
              <a:cxnLst/>
              <a:rect l="l" t="t" r="r" b="b"/>
              <a:pathLst>
                <a:path w="600" h="700">
                  <a:moveTo>
                    <a:pt x="300" y="0"/>
                  </a:moveTo>
                  <a:lnTo>
                    <a:pt x="0" y="700"/>
                  </a:lnTo>
                  <a:lnTo>
                    <a:pt x="600" y="70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3237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01 金属底座与控制面板"/>
            <p:cNvSpPr/>
            <p:nvPr/>
          </p:nvSpPr>
          <p:spPr>
            <a:xfrm>
              <a:off x="1483300" y="2657200"/>
              <a:ext cx="54600" cy="63700"/>
            </a:xfrm>
            <a:custGeom>
              <a:avLst/>
              <a:gdLst/>
              <a:ahLst/>
              <a:cxnLst/>
              <a:rect l="l" t="t" r="r" b="b"/>
              <a:pathLst>
                <a:path w="600" h="700">
                  <a:moveTo>
                    <a:pt x="300" y="0"/>
                  </a:moveTo>
                  <a:lnTo>
                    <a:pt x="0" y="700"/>
                  </a:lnTo>
                  <a:lnTo>
                    <a:pt x="600" y="70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32373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01 金属底座与控制面板"/>
            <p:cNvSpPr/>
            <p:nvPr/>
          </p:nvSpPr>
          <p:spPr>
            <a:xfrm>
              <a:off x="1673352" y="2587752"/>
              <a:ext cx="173736" cy="173736"/>
            </a:xfrm>
            <a:prstGeom prst="ellipse">
              <a:avLst/>
            </a:prstGeom>
            <a:gradFill>
              <a:gsLst>
                <a:gs pos="0">
                  <a:srgbClr val="E7E8E5"/>
                </a:gs>
                <a:gs pos="50000">
                  <a:srgbClr val="9DA29C"/>
                </a:gs>
                <a:gs pos="100000">
                  <a:srgbClr val="CFD2CB"/>
                </a:gs>
              </a:gsLst>
              <a:lin ang="0" scaled="1"/>
            </a:gradFill>
            <a:ln w="4572" cap="rnd">
              <a:solidFill>
                <a:srgbClr val="656D6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9" name="01 金属底座与控制面板"/>
            <p:cNvSpPr/>
            <p:nvPr/>
          </p:nvSpPr>
          <p:spPr>
            <a:xfrm>
              <a:off x="1619800" y="2506868"/>
              <a:ext cx="273000" cy="59332"/>
            </a:xfrm>
            <a:custGeom>
              <a:avLst/>
              <a:gdLst/>
              <a:ahLst/>
              <a:cxnLst/>
              <a:rect l="l" t="t" r="r" b="b"/>
              <a:pathLst>
                <a:path w="3000" h="652">
                  <a:moveTo>
                    <a:pt x="0" y="552"/>
                  </a:moveTo>
                  <a:lnTo>
                    <a:pt x="59" y="453"/>
                  </a:lnTo>
                  <a:lnTo>
                    <a:pt x="132" y="364"/>
                  </a:lnTo>
                  <a:lnTo>
                    <a:pt x="218" y="284"/>
                  </a:lnTo>
                  <a:lnTo>
                    <a:pt x="316" y="215"/>
                  </a:lnTo>
                  <a:lnTo>
                    <a:pt x="424" y="156"/>
                  </a:lnTo>
                  <a:lnTo>
                    <a:pt x="541" y="106"/>
                  </a:lnTo>
                  <a:lnTo>
                    <a:pt x="667" y="66"/>
                  </a:lnTo>
                  <a:lnTo>
                    <a:pt x="801" y="35"/>
                  </a:lnTo>
                  <a:lnTo>
                    <a:pt x="941" y="14"/>
                  </a:lnTo>
                  <a:lnTo>
                    <a:pt x="1086" y="2"/>
                  </a:lnTo>
                  <a:lnTo>
                    <a:pt x="1236" y="0"/>
                  </a:lnTo>
                  <a:lnTo>
                    <a:pt x="1389" y="6"/>
                  </a:lnTo>
                  <a:lnTo>
                    <a:pt x="1545" y="22"/>
                  </a:lnTo>
                  <a:lnTo>
                    <a:pt x="1702" y="46"/>
                  </a:lnTo>
                  <a:lnTo>
                    <a:pt x="1859" y="80"/>
                  </a:lnTo>
                  <a:lnTo>
                    <a:pt x="2015" y="122"/>
                  </a:lnTo>
                  <a:lnTo>
                    <a:pt x="2170" y="172"/>
                  </a:lnTo>
                  <a:lnTo>
                    <a:pt x="2321" y="232"/>
                  </a:lnTo>
                  <a:lnTo>
                    <a:pt x="2469" y="299"/>
                  </a:lnTo>
                  <a:lnTo>
                    <a:pt x="2612" y="375"/>
                  </a:lnTo>
                  <a:lnTo>
                    <a:pt x="2748" y="459"/>
                  </a:lnTo>
                  <a:lnTo>
                    <a:pt x="2878" y="552"/>
                  </a:lnTo>
                  <a:lnTo>
                    <a:pt x="3000" y="652"/>
                  </a:lnTo>
                </a:path>
              </a:pathLst>
            </a:custGeom>
            <a:noFill/>
            <a:ln w="5486" cap="rnd">
              <a:solidFill>
                <a:srgbClr val="60685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01 金属底座与控制面板"/>
            <p:cNvSpPr/>
            <p:nvPr/>
          </p:nvSpPr>
          <p:spPr>
            <a:xfrm>
              <a:off x="1847300" y="2538900"/>
              <a:ext cx="45500" cy="27300"/>
            </a:xfrm>
            <a:custGeom>
              <a:avLst/>
              <a:gdLst/>
              <a:ahLst/>
              <a:cxnLst/>
              <a:rect l="l" t="t" r="r" b="b"/>
              <a:pathLst>
                <a:path w="500" h="300">
                  <a:moveTo>
                    <a:pt x="0" y="0"/>
                  </a:moveTo>
                  <a:lnTo>
                    <a:pt x="500" y="300"/>
                  </a:lnTo>
                </a:path>
              </a:pathLst>
            </a:custGeom>
            <a:noFill/>
            <a:ln w="4572" cap="rnd">
              <a:solidFill>
                <a:srgbClr val="60685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01 金属底座与控制面板"/>
            <p:cNvSpPr/>
            <p:nvPr/>
          </p:nvSpPr>
          <p:spPr>
            <a:xfrm>
              <a:off x="1883700" y="2529800"/>
              <a:ext cx="9100" cy="36400"/>
            </a:xfrm>
            <a:custGeom>
              <a:avLst/>
              <a:gdLst/>
              <a:ahLst/>
              <a:cxnLst/>
              <a:rect l="l" t="t" r="r" b="b"/>
              <a:pathLst>
                <a:path w="100" h="400">
                  <a:moveTo>
                    <a:pt x="0" y="0"/>
                  </a:moveTo>
                  <a:lnTo>
                    <a:pt x="100" y="400"/>
                  </a:lnTo>
                </a:path>
              </a:pathLst>
            </a:custGeom>
            <a:noFill/>
            <a:ln w="4572" cap="rnd">
              <a:solidFill>
                <a:srgbClr val="60685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Voltage"/>
            <p:cNvSpPr txBox="1"/>
            <p:nvPr/>
          </p:nvSpPr>
          <p:spPr>
            <a:xfrm>
              <a:off x="1627632" y="2798064"/>
              <a:ext cx="253855" cy="108813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04" b="0">
                  <a:solidFill>
                    <a:srgbClr val="242C23"/>
                  </a:solidFill>
                  <a:latin typeface="Times New Roman"/>
                </a:defRPr>
              </a:pPr>
              <a:r>
                <a:t>Voltage</a:t>
              </a:r>
            </a:p>
          </p:txBody>
        </p:sp>
        <p:sp>
          <p:nvSpPr>
            <p:cNvPr id="533" name="01 金属底座与控制面板"/>
            <p:cNvSpPr/>
            <p:nvPr/>
          </p:nvSpPr>
          <p:spPr>
            <a:xfrm>
              <a:off x="1993392" y="2596896"/>
              <a:ext cx="201168" cy="164592"/>
            </a:xfrm>
            <a:prstGeom prst="rect">
              <a:avLst/>
            </a:prstGeom>
            <a:solidFill>
              <a:srgbClr val="C5CBC0"/>
            </a:solidFill>
            <a:ln w="3657" cap="rnd">
              <a:solidFill>
                <a:srgbClr val="A3AB9E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01 金属底座与控制面板"/>
            <p:cNvSpPr/>
            <p:nvPr/>
          </p:nvSpPr>
          <p:spPr>
            <a:xfrm>
              <a:off x="2048256" y="2633472"/>
              <a:ext cx="100584" cy="82296"/>
            </a:xfrm>
            <a:prstGeom prst="rect">
              <a:avLst/>
            </a:prstGeom>
            <a:solidFill>
              <a:srgbClr val="343D34"/>
            </a:solidFill>
            <a:ln w="3657" cap="rnd">
              <a:solidFill>
                <a:srgbClr val="8F978A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01 金属底座与控制面板"/>
            <p:cNvSpPr/>
            <p:nvPr/>
          </p:nvSpPr>
          <p:spPr>
            <a:xfrm>
              <a:off x="2066543" y="2642616"/>
              <a:ext cx="64008" cy="64008"/>
            </a:xfrm>
            <a:prstGeom prst="ellipse">
              <a:avLst/>
            </a:prstGeom>
            <a:solidFill>
              <a:srgbClr val="203D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02 烧杯、黄色液体及电极"/>
            <p:cNvSpPr/>
            <p:nvPr/>
          </p:nvSpPr>
          <p:spPr>
            <a:xfrm>
              <a:off x="391300" y="1201200"/>
              <a:ext cx="937300" cy="927108"/>
            </a:xfrm>
            <a:custGeom>
              <a:avLst/>
              <a:gdLst/>
              <a:ahLst/>
              <a:cxnLst/>
              <a:rect l="l" t="t" r="r" b="b"/>
              <a:pathLst>
                <a:path w="10300" h="10188">
                  <a:moveTo>
                    <a:pt x="0" y="0"/>
                  </a:moveTo>
                  <a:lnTo>
                    <a:pt x="0" y="8800"/>
                  </a:lnTo>
                  <a:lnTo>
                    <a:pt x="9" y="8868"/>
                  </a:lnTo>
                  <a:lnTo>
                    <a:pt x="26" y="8933"/>
                  </a:lnTo>
                  <a:lnTo>
                    <a:pt x="53" y="8998"/>
                  </a:lnTo>
                  <a:lnTo>
                    <a:pt x="89" y="9060"/>
                  </a:lnTo>
                  <a:lnTo>
                    <a:pt x="133" y="9121"/>
                  </a:lnTo>
                  <a:lnTo>
                    <a:pt x="185" y="9181"/>
                  </a:lnTo>
                  <a:lnTo>
                    <a:pt x="246" y="9238"/>
                  </a:lnTo>
                  <a:lnTo>
                    <a:pt x="314" y="9294"/>
                  </a:lnTo>
                  <a:lnTo>
                    <a:pt x="391" y="9349"/>
                  </a:lnTo>
                  <a:lnTo>
                    <a:pt x="474" y="9401"/>
                  </a:lnTo>
                  <a:lnTo>
                    <a:pt x="564" y="9452"/>
                  </a:lnTo>
                  <a:lnTo>
                    <a:pt x="662" y="9502"/>
                  </a:lnTo>
                  <a:lnTo>
                    <a:pt x="766" y="9549"/>
                  </a:lnTo>
                  <a:lnTo>
                    <a:pt x="876" y="9595"/>
                  </a:lnTo>
                  <a:lnTo>
                    <a:pt x="993" y="9639"/>
                  </a:lnTo>
                  <a:lnTo>
                    <a:pt x="1115" y="9682"/>
                  </a:lnTo>
                  <a:lnTo>
                    <a:pt x="1244" y="9723"/>
                  </a:lnTo>
                  <a:lnTo>
                    <a:pt x="1377" y="9762"/>
                  </a:lnTo>
                  <a:lnTo>
                    <a:pt x="1516" y="9800"/>
                  </a:lnTo>
                  <a:lnTo>
                    <a:pt x="1660" y="9835"/>
                  </a:lnTo>
                  <a:lnTo>
                    <a:pt x="1808" y="9869"/>
                  </a:lnTo>
                  <a:lnTo>
                    <a:pt x="1961" y="9902"/>
                  </a:lnTo>
                  <a:lnTo>
                    <a:pt x="2119" y="9932"/>
                  </a:lnTo>
                  <a:lnTo>
                    <a:pt x="2280" y="9961"/>
                  </a:lnTo>
                  <a:lnTo>
                    <a:pt x="2445" y="9989"/>
                  </a:lnTo>
                  <a:lnTo>
                    <a:pt x="2613" y="10014"/>
                  </a:lnTo>
                  <a:lnTo>
                    <a:pt x="2785" y="10038"/>
                  </a:lnTo>
                  <a:lnTo>
                    <a:pt x="2960" y="10060"/>
                  </a:lnTo>
                  <a:lnTo>
                    <a:pt x="3138" y="10080"/>
                  </a:lnTo>
                  <a:lnTo>
                    <a:pt x="3318" y="10099"/>
                  </a:lnTo>
                  <a:lnTo>
                    <a:pt x="3501" y="10116"/>
                  </a:lnTo>
                  <a:lnTo>
                    <a:pt x="3685" y="10131"/>
                  </a:lnTo>
                  <a:lnTo>
                    <a:pt x="3872" y="10144"/>
                  </a:lnTo>
                  <a:lnTo>
                    <a:pt x="4060" y="10155"/>
                  </a:lnTo>
                  <a:lnTo>
                    <a:pt x="4249" y="10165"/>
                  </a:lnTo>
                  <a:lnTo>
                    <a:pt x="4440" y="10173"/>
                  </a:lnTo>
                  <a:lnTo>
                    <a:pt x="4631" y="10180"/>
                  </a:lnTo>
                  <a:lnTo>
                    <a:pt x="4824" y="10184"/>
                  </a:lnTo>
                  <a:lnTo>
                    <a:pt x="5016" y="10187"/>
                  </a:lnTo>
                  <a:lnTo>
                    <a:pt x="5209" y="10188"/>
                  </a:lnTo>
                  <a:lnTo>
                    <a:pt x="5402" y="10187"/>
                  </a:lnTo>
                  <a:lnTo>
                    <a:pt x="5594" y="10184"/>
                  </a:lnTo>
                  <a:lnTo>
                    <a:pt x="5786" y="10180"/>
                  </a:lnTo>
                  <a:lnTo>
                    <a:pt x="5977" y="10174"/>
                  </a:lnTo>
                  <a:lnTo>
                    <a:pt x="6167" y="10166"/>
                  </a:lnTo>
                  <a:lnTo>
                    <a:pt x="6355" y="10156"/>
                  </a:lnTo>
                  <a:lnTo>
                    <a:pt x="6542" y="10144"/>
                  </a:lnTo>
                  <a:lnTo>
                    <a:pt x="6728" y="10131"/>
                  </a:lnTo>
                  <a:lnTo>
                    <a:pt x="6911" y="10116"/>
                  </a:lnTo>
                  <a:lnTo>
                    <a:pt x="7092" y="10099"/>
                  </a:lnTo>
                  <a:lnTo>
                    <a:pt x="7271" y="10080"/>
                  </a:lnTo>
                  <a:lnTo>
                    <a:pt x="7447" y="10059"/>
                  </a:lnTo>
                  <a:lnTo>
                    <a:pt x="7620" y="10037"/>
                  </a:lnTo>
                  <a:lnTo>
                    <a:pt x="7790" y="10012"/>
                  </a:lnTo>
                  <a:lnTo>
                    <a:pt x="7957" y="9986"/>
                  </a:lnTo>
                  <a:lnTo>
                    <a:pt x="8119" y="9958"/>
                  </a:lnTo>
                  <a:lnTo>
                    <a:pt x="8278" y="9929"/>
                  </a:lnTo>
                  <a:lnTo>
                    <a:pt x="8433" y="9897"/>
                  </a:lnTo>
                  <a:lnTo>
                    <a:pt x="8583" y="9863"/>
                  </a:lnTo>
                  <a:lnTo>
                    <a:pt x="8729" y="9828"/>
                  </a:lnTo>
                  <a:lnTo>
                    <a:pt x="8870" y="9791"/>
                  </a:lnTo>
                  <a:lnTo>
                    <a:pt x="9006" y="9752"/>
                  </a:lnTo>
                  <a:lnTo>
                    <a:pt x="9136" y="9711"/>
                  </a:lnTo>
                  <a:lnTo>
                    <a:pt x="9261" y="9668"/>
                  </a:lnTo>
                  <a:lnTo>
                    <a:pt x="9380" y="9623"/>
                  </a:lnTo>
                  <a:lnTo>
                    <a:pt x="9493" y="9577"/>
                  </a:lnTo>
                  <a:lnTo>
                    <a:pt x="9600" y="9528"/>
                  </a:lnTo>
                  <a:lnTo>
                    <a:pt x="9700" y="9478"/>
                  </a:lnTo>
                  <a:lnTo>
                    <a:pt x="9793" y="9426"/>
                  </a:lnTo>
                  <a:lnTo>
                    <a:pt x="9879" y="9372"/>
                  </a:lnTo>
                  <a:lnTo>
                    <a:pt x="9958" y="9316"/>
                  </a:lnTo>
                  <a:lnTo>
                    <a:pt x="10030" y="9258"/>
                  </a:lnTo>
                  <a:lnTo>
                    <a:pt x="10093" y="9198"/>
                  </a:lnTo>
                  <a:lnTo>
                    <a:pt x="10149" y="9137"/>
                  </a:lnTo>
                  <a:lnTo>
                    <a:pt x="10197" y="9073"/>
                  </a:lnTo>
                  <a:lnTo>
                    <a:pt x="10236" y="9008"/>
                  </a:lnTo>
                  <a:lnTo>
                    <a:pt x="10266" y="8940"/>
                  </a:lnTo>
                  <a:lnTo>
                    <a:pt x="10288" y="8871"/>
                  </a:lnTo>
                  <a:lnTo>
                    <a:pt x="10300" y="8800"/>
                  </a:lnTo>
                  <a:lnTo>
                    <a:pt x="1030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DCDDCB"/>
                </a:gs>
                <a:gs pos="50000">
                  <a:srgbClr val="FBFBE7"/>
                </a:gs>
                <a:gs pos="100000">
                  <a:srgbClr val="B8BBA9"/>
                </a:gs>
              </a:gsLst>
              <a:lin ang="0" scaled="1"/>
            </a:gradFill>
            <a:ln w="5943" cap="rnd">
              <a:solidFill>
                <a:srgbClr val="8F958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02 烧杯、黄色液体及电极"/>
            <p:cNvSpPr/>
            <p:nvPr/>
          </p:nvSpPr>
          <p:spPr>
            <a:xfrm>
              <a:off x="411480" y="1527048"/>
              <a:ext cx="905256" cy="493776"/>
            </a:xfrm>
            <a:prstGeom prst="rect">
              <a:avLst/>
            </a:prstGeom>
            <a:gradFill>
              <a:gsLst>
                <a:gs pos="0">
                  <a:srgbClr val="DEC55D"/>
                </a:gs>
                <a:gs pos="50000">
                  <a:srgbClr val="F4E28C"/>
                </a:gs>
                <a:gs pos="100000">
                  <a:srgbClr val="D9C562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02 烧杯、黄色液体及电极"/>
            <p:cNvSpPr/>
            <p:nvPr/>
          </p:nvSpPr>
          <p:spPr>
            <a:xfrm>
              <a:off x="411480" y="1417320"/>
              <a:ext cx="905256" cy="210312"/>
            </a:xfrm>
            <a:prstGeom prst="ellipse">
              <a:avLst/>
            </a:prstGeom>
            <a:gradFill>
              <a:gsLst>
                <a:gs pos="0">
                  <a:srgbClr val="F6E6A5"/>
                </a:gs>
                <a:gs pos="100000">
                  <a:srgbClr val="E0CC77"/>
                </a:gs>
              </a:gsLst>
              <a:lin ang="5400000" scaled="1"/>
            </a:gradFill>
            <a:ln w="3657" cap="rnd">
              <a:solidFill>
                <a:srgbClr val="C9BC7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9" name="02 烧杯、黄色液体及电极"/>
            <p:cNvSpPr/>
            <p:nvPr/>
          </p:nvSpPr>
          <p:spPr>
            <a:xfrm>
              <a:off x="402336" y="1911095"/>
              <a:ext cx="932688" cy="246888"/>
            </a:xfrm>
            <a:prstGeom prst="ellipse">
              <a:avLst/>
            </a:prstGeom>
            <a:gradFill>
              <a:gsLst>
                <a:gs pos="0">
                  <a:srgbClr val="D8C26D"/>
                </a:gs>
                <a:gs pos="50000">
                  <a:srgbClr val="F3E18D"/>
                </a:gs>
                <a:gs pos="100000">
                  <a:srgbClr val="CBB967"/>
                </a:gs>
              </a:gsLst>
              <a:lin ang="0" scaled="1"/>
            </a:gradFill>
            <a:ln w="5029" cap="rnd">
              <a:solidFill>
                <a:srgbClr val="999A7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0" name="02 烧杯、黄色液体及电极"/>
            <p:cNvSpPr/>
            <p:nvPr/>
          </p:nvSpPr>
          <p:spPr>
            <a:xfrm>
              <a:off x="713232" y="1197864"/>
              <a:ext cx="73152" cy="630936"/>
            </a:xfrm>
            <a:prstGeom prst="rect">
              <a:avLst/>
            </a:prstGeom>
            <a:gradFill>
              <a:gsLst>
                <a:gs pos="0">
                  <a:srgbClr val="7E8379"/>
                </a:gs>
                <a:gs pos="50000">
                  <a:srgbClr val="E4E4D9"/>
                </a:gs>
                <a:gs pos="100000">
                  <a:srgbClr val="686E63"/>
                </a:gs>
              </a:gsLst>
              <a:lin ang="0" scaled="1"/>
            </a:gradFill>
            <a:ln w="1828" cap="rnd">
              <a:solidFill>
                <a:srgbClr val="9FA28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1" name="02 烧杯、黄色液体及电极"/>
            <p:cNvSpPr/>
            <p:nvPr/>
          </p:nvSpPr>
          <p:spPr>
            <a:xfrm>
              <a:off x="718900" y="1792700"/>
              <a:ext cx="54600" cy="127400"/>
            </a:xfrm>
            <a:custGeom>
              <a:avLst/>
              <a:gdLst/>
              <a:ahLst/>
              <a:cxnLst/>
              <a:rect l="l" t="t" r="r" b="b"/>
              <a:pathLst>
                <a:path w="600" h="1400">
                  <a:moveTo>
                    <a:pt x="0" y="0"/>
                  </a:moveTo>
                  <a:lnTo>
                    <a:pt x="600" y="0"/>
                  </a:lnTo>
                  <a:lnTo>
                    <a:pt x="600" y="1400"/>
                  </a:lnTo>
                  <a:lnTo>
                    <a:pt x="300" y="10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62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2" name="02 烧杯、黄色液体及电极"/>
            <p:cNvSpPr/>
            <p:nvPr/>
          </p:nvSpPr>
          <p:spPr>
            <a:xfrm>
              <a:off x="1106424" y="1197864"/>
              <a:ext cx="73152" cy="630936"/>
            </a:xfrm>
            <a:prstGeom prst="rect">
              <a:avLst/>
            </a:prstGeom>
            <a:gradFill>
              <a:gsLst>
                <a:gs pos="0">
                  <a:srgbClr val="7E8379"/>
                </a:gs>
                <a:gs pos="50000">
                  <a:srgbClr val="E4E4D9"/>
                </a:gs>
                <a:gs pos="100000">
                  <a:srgbClr val="686E63"/>
                </a:gs>
              </a:gsLst>
              <a:lin ang="0" scaled="1"/>
            </a:gradFill>
            <a:ln w="1828" cap="rnd">
              <a:solidFill>
                <a:srgbClr val="9FA28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3" name="02 烧杯、黄色液体及电极"/>
            <p:cNvSpPr/>
            <p:nvPr/>
          </p:nvSpPr>
          <p:spPr>
            <a:xfrm>
              <a:off x="1110200" y="1792700"/>
              <a:ext cx="54600" cy="127400"/>
            </a:xfrm>
            <a:custGeom>
              <a:avLst/>
              <a:gdLst/>
              <a:ahLst/>
              <a:cxnLst/>
              <a:rect l="l" t="t" r="r" b="b"/>
              <a:pathLst>
                <a:path w="600" h="1400">
                  <a:moveTo>
                    <a:pt x="0" y="0"/>
                  </a:moveTo>
                  <a:lnTo>
                    <a:pt x="600" y="0"/>
                  </a:lnTo>
                  <a:lnTo>
                    <a:pt x="600" y="1400"/>
                  </a:lnTo>
                  <a:lnTo>
                    <a:pt x="300" y="10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62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4" name="02 烧杯、黄色液体及电极"/>
            <p:cNvSpPr/>
            <p:nvPr/>
          </p:nvSpPr>
          <p:spPr>
            <a:xfrm>
              <a:off x="466344" y="1325880"/>
              <a:ext cx="64008" cy="603504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5" name="02 烧杯、黄色液体及电极"/>
            <p:cNvSpPr/>
            <p:nvPr/>
          </p:nvSpPr>
          <p:spPr>
            <a:xfrm>
              <a:off x="400400" y="2002000"/>
              <a:ext cx="919100" cy="92183"/>
            </a:xfrm>
            <a:custGeom>
              <a:avLst/>
              <a:gdLst/>
              <a:ahLst/>
              <a:cxnLst/>
              <a:rect l="l" t="t" r="r" b="b"/>
              <a:pathLst>
                <a:path w="10100" h="1013">
                  <a:moveTo>
                    <a:pt x="0" y="0"/>
                  </a:moveTo>
                  <a:lnTo>
                    <a:pt x="13" y="51"/>
                  </a:lnTo>
                  <a:lnTo>
                    <a:pt x="36" y="101"/>
                  </a:lnTo>
                  <a:lnTo>
                    <a:pt x="68" y="150"/>
                  </a:lnTo>
                  <a:lnTo>
                    <a:pt x="110" y="198"/>
                  </a:lnTo>
                  <a:lnTo>
                    <a:pt x="161" y="244"/>
                  </a:lnTo>
                  <a:lnTo>
                    <a:pt x="221" y="289"/>
                  </a:lnTo>
                  <a:lnTo>
                    <a:pt x="289" y="332"/>
                  </a:lnTo>
                  <a:lnTo>
                    <a:pt x="365" y="375"/>
                  </a:lnTo>
                  <a:lnTo>
                    <a:pt x="450" y="416"/>
                  </a:lnTo>
                  <a:lnTo>
                    <a:pt x="542" y="455"/>
                  </a:lnTo>
                  <a:lnTo>
                    <a:pt x="641" y="494"/>
                  </a:lnTo>
                  <a:lnTo>
                    <a:pt x="748" y="531"/>
                  </a:lnTo>
                  <a:lnTo>
                    <a:pt x="861" y="566"/>
                  </a:lnTo>
                  <a:lnTo>
                    <a:pt x="981" y="601"/>
                  </a:lnTo>
                  <a:lnTo>
                    <a:pt x="1108" y="634"/>
                  </a:lnTo>
                  <a:lnTo>
                    <a:pt x="1241" y="665"/>
                  </a:lnTo>
                  <a:lnTo>
                    <a:pt x="1379" y="696"/>
                  </a:lnTo>
                  <a:lnTo>
                    <a:pt x="1523" y="724"/>
                  </a:lnTo>
                  <a:lnTo>
                    <a:pt x="1672" y="752"/>
                  </a:lnTo>
                  <a:lnTo>
                    <a:pt x="1826" y="778"/>
                  </a:lnTo>
                  <a:lnTo>
                    <a:pt x="1985" y="803"/>
                  </a:lnTo>
                  <a:lnTo>
                    <a:pt x="2149" y="827"/>
                  </a:lnTo>
                  <a:lnTo>
                    <a:pt x="2316" y="849"/>
                  </a:lnTo>
                  <a:lnTo>
                    <a:pt x="2488" y="870"/>
                  </a:lnTo>
                  <a:lnTo>
                    <a:pt x="2663" y="889"/>
                  </a:lnTo>
                  <a:lnTo>
                    <a:pt x="2841" y="907"/>
                  </a:lnTo>
                  <a:lnTo>
                    <a:pt x="3023" y="923"/>
                  </a:lnTo>
                  <a:lnTo>
                    <a:pt x="3208" y="939"/>
                  </a:lnTo>
                  <a:lnTo>
                    <a:pt x="3395" y="952"/>
                  </a:lnTo>
                  <a:lnTo>
                    <a:pt x="3584" y="965"/>
                  </a:lnTo>
                  <a:lnTo>
                    <a:pt x="3775" y="976"/>
                  </a:lnTo>
                  <a:lnTo>
                    <a:pt x="3968" y="985"/>
                  </a:lnTo>
                  <a:lnTo>
                    <a:pt x="4163" y="993"/>
                  </a:lnTo>
                  <a:lnTo>
                    <a:pt x="4359" y="1000"/>
                  </a:lnTo>
                  <a:lnTo>
                    <a:pt x="4556" y="1006"/>
                  </a:lnTo>
                  <a:lnTo>
                    <a:pt x="4753" y="1009"/>
                  </a:lnTo>
                  <a:lnTo>
                    <a:pt x="4951" y="1012"/>
                  </a:lnTo>
                  <a:lnTo>
                    <a:pt x="5149" y="1013"/>
                  </a:lnTo>
                  <a:lnTo>
                    <a:pt x="5347" y="1012"/>
                  </a:lnTo>
                  <a:lnTo>
                    <a:pt x="5544" y="1010"/>
                  </a:lnTo>
                  <a:lnTo>
                    <a:pt x="5741" y="1007"/>
                  </a:lnTo>
                  <a:lnTo>
                    <a:pt x="5937" y="1002"/>
                  </a:lnTo>
                  <a:lnTo>
                    <a:pt x="6132" y="996"/>
                  </a:lnTo>
                  <a:lnTo>
                    <a:pt x="6325" y="988"/>
                  </a:lnTo>
                  <a:lnTo>
                    <a:pt x="6516" y="979"/>
                  </a:lnTo>
                  <a:lnTo>
                    <a:pt x="6705" y="969"/>
                  </a:lnTo>
                  <a:lnTo>
                    <a:pt x="6892" y="956"/>
                  </a:lnTo>
                  <a:lnTo>
                    <a:pt x="7077" y="943"/>
                  </a:lnTo>
                  <a:lnTo>
                    <a:pt x="7259" y="928"/>
                  </a:lnTo>
                  <a:lnTo>
                    <a:pt x="7437" y="911"/>
                  </a:lnTo>
                  <a:lnTo>
                    <a:pt x="7612" y="893"/>
                  </a:lnTo>
                  <a:lnTo>
                    <a:pt x="7784" y="873"/>
                  </a:lnTo>
                  <a:lnTo>
                    <a:pt x="7951" y="852"/>
                  </a:lnTo>
                  <a:lnTo>
                    <a:pt x="8115" y="830"/>
                  </a:lnTo>
                  <a:lnTo>
                    <a:pt x="8274" y="806"/>
                  </a:lnTo>
                  <a:lnTo>
                    <a:pt x="8428" y="780"/>
                  </a:lnTo>
                  <a:lnTo>
                    <a:pt x="8577" y="753"/>
                  </a:lnTo>
                  <a:lnTo>
                    <a:pt x="8721" y="724"/>
                  </a:lnTo>
                  <a:lnTo>
                    <a:pt x="8859" y="694"/>
                  </a:lnTo>
                  <a:lnTo>
                    <a:pt x="8992" y="662"/>
                  </a:lnTo>
                  <a:lnTo>
                    <a:pt x="9119" y="629"/>
                  </a:lnTo>
                  <a:lnTo>
                    <a:pt x="9239" y="594"/>
                  </a:lnTo>
                  <a:lnTo>
                    <a:pt x="9352" y="558"/>
                  </a:lnTo>
                  <a:lnTo>
                    <a:pt x="9459" y="520"/>
                  </a:lnTo>
                  <a:lnTo>
                    <a:pt x="9558" y="481"/>
                  </a:lnTo>
                  <a:lnTo>
                    <a:pt x="9650" y="440"/>
                  </a:lnTo>
                  <a:lnTo>
                    <a:pt x="9735" y="397"/>
                  </a:lnTo>
                  <a:lnTo>
                    <a:pt x="9811" y="353"/>
                  </a:lnTo>
                  <a:lnTo>
                    <a:pt x="9879" y="307"/>
                  </a:lnTo>
                  <a:lnTo>
                    <a:pt x="9939" y="260"/>
                  </a:lnTo>
                  <a:lnTo>
                    <a:pt x="9990" y="211"/>
                  </a:lnTo>
                  <a:lnTo>
                    <a:pt x="10032" y="161"/>
                  </a:lnTo>
                  <a:lnTo>
                    <a:pt x="10064" y="109"/>
                  </a:lnTo>
                  <a:lnTo>
                    <a:pt x="10087" y="55"/>
                  </a:lnTo>
                  <a:lnTo>
                    <a:pt x="10100" y="0"/>
                  </a:lnTo>
                </a:path>
              </a:pathLst>
            </a:custGeom>
            <a:noFill/>
            <a:ln w="10972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6" name="02 烧杯、黄色液体及电极"/>
            <p:cNvSpPr/>
            <p:nvPr/>
          </p:nvSpPr>
          <p:spPr>
            <a:xfrm>
              <a:off x="384048" y="1152144"/>
              <a:ext cx="950976" cy="137160"/>
            </a:xfrm>
            <a:prstGeom prst="rect">
              <a:avLst/>
            </a:prstGeom>
            <a:gradFill>
              <a:gsLst>
                <a:gs pos="0">
                  <a:srgbClr val="9A9D99"/>
                </a:gs>
                <a:gs pos="50000">
                  <a:srgbClr val="D6D8D3"/>
                </a:gs>
                <a:gs pos="100000">
                  <a:srgbClr val="8D928B"/>
                </a:gs>
              </a:gsLst>
              <a:lin ang="0" scaled="1"/>
            </a:gradFill>
            <a:ln w="2743" cap="rnd">
              <a:solidFill>
                <a:srgbClr val="90968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7" name="02 烧杯、黄色液体及电极"/>
            <p:cNvSpPr/>
            <p:nvPr/>
          </p:nvSpPr>
          <p:spPr>
            <a:xfrm>
              <a:off x="384048" y="1033271"/>
              <a:ext cx="950976" cy="25603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D4D7D1"/>
                </a:gs>
                <a:gs pos="100000">
                  <a:srgbClr val="F5F5F0"/>
                </a:gs>
              </a:gsLst>
              <a:lin ang="0" scaled="1"/>
            </a:gradFill>
            <a:ln w="4114" cap="rnd">
              <a:solidFill>
                <a:srgbClr val="B6BBB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8" name="02 烧杯、黄色液体及电极"/>
            <p:cNvSpPr/>
            <p:nvPr/>
          </p:nvSpPr>
          <p:spPr>
            <a:xfrm>
              <a:off x="667512" y="1078992"/>
              <a:ext cx="164592" cy="91440"/>
            </a:xfrm>
            <a:prstGeom prst="rect">
              <a:avLst/>
            </a:prstGeom>
            <a:gradFill>
              <a:gsLst>
                <a:gs pos="0">
                  <a:srgbClr val="151C15"/>
                </a:gs>
                <a:gs pos="50000">
                  <a:srgbClr val="5C6357"/>
                </a:gs>
                <a:gs pos="100000">
                  <a:srgbClr val="070B06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9" name="02 烧杯、黄色液体及电极"/>
            <p:cNvSpPr/>
            <p:nvPr/>
          </p:nvSpPr>
          <p:spPr>
            <a:xfrm>
              <a:off x="667512" y="1042415"/>
              <a:ext cx="164592" cy="73152"/>
            </a:xfrm>
            <a:prstGeom prst="ellipse">
              <a:avLst/>
            </a:prstGeom>
            <a:solidFill>
              <a:srgbClr val="11170F"/>
            </a:solidFill>
            <a:ln w="2743" cap="rnd">
              <a:solidFill>
                <a:srgbClr val="555D5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0" name="02 烧杯、黄色液体及电极"/>
            <p:cNvSpPr/>
            <p:nvPr/>
          </p:nvSpPr>
          <p:spPr>
            <a:xfrm>
              <a:off x="1069848" y="1024128"/>
              <a:ext cx="164592" cy="91440"/>
            </a:xfrm>
            <a:prstGeom prst="rect">
              <a:avLst/>
            </a:prstGeom>
            <a:gradFill>
              <a:gsLst>
                <a:gs pos="0">
                  <a:srgbClr val="151C15"/>
                </a:gs>
                <a:gs pos="50000">
                  <a:srgbClr val="5C6357"/>
                </a:gs>
                <a:gs pos="100000">
                  <a:srgbClr val="070B06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1" name="02 烧杯、黄色液体及电极"/>
            <p:cNvSpPr/>
            <p:nvPr/>
          </p:nvSpPr>
          <p:spPr>
            <a:xfrm>
              <a:off x="1069848" y="987552"/>
              <a:ext cx="164592" cy="73152"/>
            </a:xfrm>
            <a:prstGeom prst="ellipse">
              <a:avLst/>
            </a:prstGeom>
            <a:solidFill>
              <a:srgbClr val="11170F"/>
            </a:solidFill>
            <a:ln w="2743" cap="rnd">
              <a:solidFill>
                <a:srgbClr val="555D5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2" name="02 烧杯、黄色液体及电极"/>
            <p:cNvSpPr/>
            <p:nvPr/>
          </p:nvSpPr>
          <p:spPr>
            <a:xfrm>
              <a:off x="731520" y="905256"/>
              <a:ext cx="45720" cy="246888"/>
            </a:xfrm>
            <a:prstGeom prst="rect">
              <a:avLst/>
            </a:prstGeom>
            <a:gradFill>
              <a:gsLst>
                <a:gs pos="0">
                  <a:srgbClr val="B28E19"/>
                </a:gs>
                <a:gs pos="50000">
                  <a:srgbClr val="FCE697"/>
                </a:gs>
                <a:gs pos="100000">
                  <a:srgbClr val="A6891C"/>
                </a:gs>
              </a:gsLst>
              <a:lin ang="0" scaled="1"/>
            </a:gradFill>
            <a:ln w="3200" cap="rnd">
              <a:solidFill>
                <a:srgbClr val="AA8D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3" name="02 烧杯、黄色液体及电极"/>
            <p:cNvSpPr/>
            <p:nvPr/>
          </p:nvSpPr>
          <p:spPr>
            <a:xfrm>
              <a:off x="728000" y="928200"/>
              <a:ext cx="45500" cy="18200"/>
            </a:xfrm>
            <a:custGeom>
              <a:avLst/>
              <a:gdLst/>
              <a:ahLst/>
              <a:cxnLst/>
              <a:rect l="l" t="t" r="r" b="b"/>
              <a:pathLst>
                <a:path w="500" h="200">
                  <a:moveTo>
                    <a:pt x="0" y="200"/>
                  </a:moveTo>
                  <a:lnTo>
                    <a:pt x="500" y="0"/>
                  </a:lnTo>
                </a:path>
              </a:pathLst>
            </a:custGeom>
            <a:noFill/>
            <a:ln w="3657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4" name="02 烧杯、黄色液体及电极"/>
            <p:cNvSpPr/>
            <p:nvPr/>
          </p:nvSpPr>
          <p:spPr>
            <a:xfrm>
              <a:off x="728000" y="1001000"/>
              <a:ext cx="45500" cy="18200"/>
            </a:xfrm>
            <a:custGeom>
              <a:avLst/>
              <a:gdLst/>
              <a:ahLst/>
              <a:cxnLst/>
              <a:rect l="l" t="t" r="r" b="b"/>
              <a:pathLst>
                <a:path w="500" h="200">
                  <a:moveTo>
                    <a:pt x="0" y="200"/>
                  </a:moveTo>
                  <a:lnTo>
                    <a:pt x="500" y="0"/>
                  </a:lnTo>
                </a:path>
              </a:pathLst>
            </a:custGeom>
            <a:noFill/>
            <a:ln w="3657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5" name="02 烧杯、黄色液体及电极"/>
            <p:cNvSpPr/>
            <p:nvPr/>
          </p:nvSpPr>
          <p:spPr>
            <a:xfrm>
              <a:off x="728000" y="1073800"/>
              <a:ext cx="45500" cy="18200"/>
            </a:xfrm>
            <a:custGeom>
              <a:avLst/>
              <a:gdLst/>
              <a:ahLst/>
              <a:cxnLst/>
              <a:rect l="l" t="t" r="r" b="b"/>
              <a:pathLst>
                <a:path w="500" h="200">
                  <a:moveTo>
                    <a:pt x="0" y="200"/>
                  </a:moveTo>
                  <a:lnTo>
                    <a:pt x="500" y="0"/>
                  </a:lnTo>
                </a:path>
              </a:pathLst>
            </a:custGeom>
            <a:noFill/>
            <a:ln w="3657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6" name="02 烧杯、黄色液体及电极"/>
            <p:cNvSpPr/>
            <p:nvPr/>
          </p:nvSpPr>
          <p:spPr>
            <a:xfrm>
              <a:off x="1124712" y="832104"/>
              <a:ext cx="45720" cy="246888"/>
            </a:xfrm>
            <a:prstGeom prst="rect">
              <a:avLst/>
            </a:prstGeom>
            <a:gradFill>
              <a:gsLst>
                <a:gs pos="0">
                  <a:srgbClr val="B28E19"/>
                </a:gs>
                <a:gs pos="50000">
                  <a:srgbClr val="FCE697"/>
                </a:gs>
                <a:gs pos="100000">
                  <a:srgbClr val="A6891C"/>
                </a:gs>
              </a:gsLst>
              <a:lin ang="0" scaled="1"/>
            </a:gradFill>
            <a:ln w="3200" cap="rnd">
              <a:solidFill>
                <a:srgbClr val="AA8D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7" name="02 烧杯、黄色液体及电极"/>
            <p:cNvSpPr/>
            <p:nvPr/>
          </p:nvSpPr>
          <p:spPr>
            <a:xfrm>
              <a:off x="1119300" y="855400"/>
              <a:ext cx="45500" cy="18200"/>
            </a:xfrm>
            <a:custGeom>
              <a:avLst/>
              <a:gdLst/>
              <a:ahLst/>
              <a:cxnLst/>
              <a:rect l="l" t="t" r="r" b="b"/>
              <a:pathLst>
                <a:path w="500" h="200">
                  <a:moveTo>
                    <a:pt x="0" y="200"/>
                  </a:moveTo>
                  <a:lnTo>
                    <a:pt x="500" y="0"/>
                  </a:lnTo>
                </a:path>
              </a:pathLst>
            </a:custGeom>
            <a:noFill/>
            <a:ln w="3657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8" name="02 烧杯、黄色液体及电极"/>
            <p:cNvSpPr/>
            <p:nvPr/>
          </p:nvSpPr>
          <p:spPr>
            <a:xfrm>
              <a:off x="1119300" y="928200"/>
              <a:ext cx="45500" cy="18200"/>
            </a:xfrm>
            <a:custGeom>
              <a:avLst/>
              <a:gdLst/>
              <a:ahLst/>
              <a:cxnLst/>
              <a:rect l="l" t="t" r="r" b="b"/>
              <a:pathLst>
                <a:path w="500" h="200">
                  <a:moveTo>
                    <a:pt x="0" y="200"/>
                  </a:moveTo>
                  <a:lnTo>
                    <a:pt x="500" y="0"/>
                  </a:lnTo>
                </a:path>
              </a:pathLst>
            </a:custGeom>
            <a:noFill/>
            <a:ln w="3657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9" name="02 烧杯、黄色液体及电极"/>
            <p:cNvSpPr/>
            <p:nvPr/>
          </p:nvSpPr>
          <p:spPr>
            <a:xfrm>
              <a:off x="1119300" y="1001000"/>
              <a:ext cx="45500" cy="18200"/>
            </a:xfrm>
            <a:custGeom>
              <a:avLst/>
              <a:gdLst/>
              <a:ahLst/>
              <a:cxnLst/>
              <a:rect l="l" t="t" r="r" b="b"/>
              <a:pathLst>
                <a:path w="500" h="200">
                  <a:moveTo>
                    <a:pt x="0" y="200"/>
                  </a:moveTo>
                  <a:lnTo>
                    <a:pt x="500" y="0"/>
                  </a:lnTo>
                </a:path>
              </a:pathLst>
            </a:custGeom>
            <a:noFill/>
            <a:ln w="3657" cap="rnd">
              <a:solidFill>
                <a:srgbClr val="B59025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0" name="02 烧杯、黄色液体及电极"/>
            <p:cNvSpPr/>
            <p:nvPr/>
          </p:nvSpPr>
          <p:spPr>
            <a:xfrm>
              <a:off x="618800" y="1874600"/>
              <a:ext cx="236600" cy="109200"/>
            </a:xfrm>
            <a:custGeom>
              <a:avLst/>
              <a:gdLst/>
              <a:ahLst/>
              <a:cxnLst/>
              <a:rect l="l" t="t" r="r" b="b"/>
              <a:pathLst>
                <a:path w="2600" h="1200">
                  <a:moveTo>
                    <a:pt x="0" y="0"/>
                  </a:moveTo>
                  <a:lnTo>
                    <a:pt x="2600" y="1200"/>
                  </a:lnTo>
                </a:path>
              </a:pathLst>
            </a:custGeom>
            <a:noFill/>
            <a:ln w="3657" cap="rnd">
              <a:solidFill>
                <a:srgbClr val="454B3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1" name="02 烧杯、黄色液体及电极"/>
            <p:cNvSpPr/>
            <p:nvPr/>
          </p:nvSpPr>
          <p:spPr>
            <a:xfrm>
              <a:off x="627900" y="1847300"/>
              <a:ext cx="0" cy="54600"/>
            </a:xfrm>
            <a:custGeom>
              <a:avLst/>
              <a:gdLst/>
              <a:ahLst/>
              <a:cxnLst/>
              <a:rect l="l" t="t" r="r" b="b"/>
              <a:pathLst>
                <a:path w="0" h="600">
                  <a:moveTo>
                    <a:pt x="0" y="0"/>
                  </a:moveTo>
                  <a:lnTo>
                    <a:pt x="0" y="600"/>
                  </a:lnTo>
                </a:path>
              </a:pathLst>
            </a:custGeom>
            <a:noFill/>
            <a:ln w="3657" cap="rnd">
              <a:solidFill>
                <a:srgbClr val="454B3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2" name="02 烧杯、黄色液体及电极"/>
            <p:cNvSpPr/>
            <p:nvPr/>
          </p:nvSpPr>
          <p:spPr>
            <a:xfrm>
              <a:off x="1028300" y="1892800"/>
              <a:ext cx="182000" cy="18200"/>
            </a:xfrm>
            <a:custGeom>
              <a:avLst/>
              <a:gdLst/>
              <a:ahLst/>
              <a:cxnLst/>
              <a:rect l="l" t="t" r="r" b="b"/>
              <a:pathLst>
                <a:path w="2000" h="200">
                  <a:moveTo>
                    <a:pt x="0" y="200"/>
                  </a:moveTo>
                  <a:lnTo>
                    <a:pt x="2000" y="0"/>
                  </a:lnTo>
                </a:path>
              </a:pathLst>
            </a:custGeom>
            <a:noFill/>
            <a:ln w="3657" cap="rnd">
              <a:solidFill>
                <a:srgbClr val="454B3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3" name="03 红蓝接线"/>
            <p:cNvSpPr/>
            <p:nvPr/>
          </p:nvSpPr>
          <p:spPr>
            <a:xfrm>
              <a:off x="746200" y="937300"/>
              <a:ext cx="1337700" cy="2017561"/>
            </a:xfrm>
            <a:custGeom>
              <a:avLst/>
              <a:gdLst/>
              <a:ahLst/>
              <a:cxnLst/>
              <a:rect l="l" t="t" r="r" b="b"/>
              <a:pathLst>
                <a:path w="14700" h="22171">
                  <a:moveTo>
                    <a:pt x="0" y="0"/>
                  </a:moveTo>
                  <a:lnTo>
                    <a:pt x="6" y="76"/>
                  </a:lnTo>
                  <a:lnTo>
                    <a:pt x="14" y="161"/>
                  </a:lnTo>
                  <a:lnTo>
                    <a:pt x="21" y="255"/>
                  </a:lnTo>
                  <a:lnTo>
                    <a:pt x="30" y="356"/>
                  </a:lnTo>
                  <a:lnTo>
                    <a:pt x="39" y="464"/>
                  </a:lnTo>
                  <a:lnTo>
                    <a:pt x="49" y="579"/>
                  </a:lnTo>
                  <a:lnTo>
                    <a:pt x="59" y="702"/>
                  </a:lnTo>
                  <a:lnTo>
                    <a:pt x="70" y="830"/>
                  </a:lnTo>
                  <a:lnTo>
                    <a:pt x="82" y="964"/>
                  </a:lnTo>
                  <a:lnTo>
                    <a:pt x="94" y="1104"/>
                  </a:lnTo>
                  <a:lnTo>
                    <a:pt x="106" y="1249"/>
                  </a:lnTo>
                  <a:lnTo>
                    <a:pt x="119" y="1399"/>
                  </a:lnTo>
                  <a:lnTo>
                    <a:pt x="132" y="1553"/>
                  </a:lnTo>
                  <a:lnTo>
                    <a:pt x="145" y="1710"/>
                  </a:lnTo>
                  <a:lnTo>
                    <a:pt x="158" y="1872"/>
                  </a:lnTo>
                  <a:lnTo>
                    <a:pt x="172" y="2037"/>
                  </a:lnTo>
                  <a:lnTo>
                    <a:pt x="186" y="2204"/>
                  </a:lnTo>
                  <a:lnTo>
                    <a:pt x="200" y="2374"/>
                  </a:lnTo>
                  <a:lnTo>
                    <a:pt x="215" y="2546"/>
                  </a:lnTo>
                  <a:lnTo>
                    <a:pt x="229" y="2720"/>
                  </a:lnTo>
                  <a:lnTo>
                    <a:pt x="243" y="2895"/>
                  </a:lnTo>
                  <a:lnTo>
                    <a:pt x="257" y="3071"/>
                  </a:lnTo>
                  <a:lnTo>
                    <a:pt x="272" y="3247"/>
                  </a:lnTo>
                  <a:lnTo>
                    <a:pt x="286" y="3424"/>
                  </a:lnTo>
                  <a:lnTo>
                    <a:pt x="300" y="3600"/>
                  </a:lnTo>
                  <a:lnTo>
                    <a:pt x="309" y="3720"/>
                  </a:lnTo>
                  <a:lnTo>
                    <a:pt x="318" y="3841"/>
                  </a:lnTo>
                  <a:lnTo>
                    <a:pt x="327" y="3964"/>
                  </a:lnTo>
                  <a:lnTo>
                    <a:pt x="335" y="4088"/>
                  </a:lnTo>
                  <a:lnTo>
                    <a:pt x="343" y="4214"/>
                  </a:lnTo>
                  <a:lnTo>
                    <a:pt x="350" y="4341"/>
                  </a:lnTo>
                  <a:lnTo>
                    <a:pt x="358" y="4470"/>
                  </a:lnTo>
                  <a:lnTo>
                    <a:pt x="365" y="4600"/>
                  </a:lnTo>
                  <a:lnTo>
                    <a:pt x="372" y="4731"/>
                  </a:lnTo>
                  <a:lnTo>
                    <a:pt x="380" y="4864"/>
                  </a:lnTo>
                  <a:lnTo>
                    <a:pt x="387" y="4997"/>
                  </a:lnTo>
                  <a:lnTo>
                    <a:pt x="394" y="5132"/>
                  </a:lnTo>
                  <a:lnTo>
                    <a:pt x="401" y="5269"/>
                  </a:lnTo>
                  <a:lnTo>
                    <a:pt x="408" y="5406"/>
                  </a:lnTo>
                  <a:lnTo>
                    <a:pt x="416" y="5545"/>
                  </a:lnTo>
                  <a:lnTo>
                    <a:pt x="424" y="5684"/>
                  </a:lnTo>
                  <a:lnTo>
                    <a:pt x="431" y="5825"/>
                  </a:lnTo>
                  <a:lnTo>
                    <a:pt x="440" y="5966"/>
                  </a:lnTo>
                  <a:lnTo>
                    <a:pt x="448" y="6109"/>
                  </a:lnTo>
                  <a:lnTo>
                    <a:pt x="457" y="6252"/>
                  </a:lnTo>
                  <a:lnTo>
                    <a:pt x="466" y="6397"/>
                  </a:lnTo>
                  <a:lnTo>
                    <a:pt x="476" y="6542"/>
                  </a:lnTo>
                  <a:lnTo>
                    <a:pt x="486" y="6688"/>
                  </a:lnTo>
                  <a:lnTo>
                    <a:pt x="496" y="6835"/>
                  </a:lnTo>
                  <a:lnTo>
                    <a:pt x="507" y="6983"/>
                  </a:lnTo>
                  <a:lnTo>
                    <a:pt x="519" y="7131"/>
                  </a:lnTo>
                  <a:lnTo>
                    <a:pt x="532" y="7280"/>
                  </a:lnTo>
                  <a:lnTo>
                    <a:pt x="545" y="7430"/>
                  </a:lnTo>
                  <a:lnTo>
                    <a:pt x="559" y="7580"/>
                  </a:lnTo>
                  <a:lnTo>
                    <a:pt x="573" y="7731"/>
                  </a:lnTo>
                  <a:lnTo>
                    <a:pt x="589" y="7882"/>
                  </a:lnTo>
                  <a:lnTo>
                    <a:pt x="605" y="8034"/>
                  </a:lnTo>
                  <a:lnTo>
                    <a:pt x="622" y="8187"/>
                  </a:lnTo>
                  <a:lnTo>
                    <a:pt x="640" y="8339"/>
                  </a:lnTo>
                  <a:lnTo>
                    <a:pt x="659" y="8493"/>
                  </a:lnTo>
                  <a:lnTo>
                    <a:pt x="679" y="8646"/>
                  </a:lnTo>
                  <a:lnTo>
                    <a:pt x="700" y="8800"/>
                  </a:lnTo>
                  <a:lnTo>
                    <a:pt x="718" y="8927"/>
                  </a:lnTo>
                  <a:lnTo>
                    <a:pt x="737" y="9056"/>
                  </a:lnTo>
                  <a:lnTo>
                    <a:pt x="756" y="9186"/>
                  </a:lnTo>
                  <a:lnTo>
                    <a:pt x="775" y="9318"/>
                  </a:lnTo>
                  <a:lnTo>
                    <a:pt x="795" y="9450"/>
                  </a:lnTo>
                  <a:lnTo>
                    <a:pt x="816" y="9584"/>
                  </a:lnTo>
                  <a:lnTo>
                    <a:pt x="837" y="9719"/>
                  </a:lnTo>
                  <a:lnTo>
                    <a:pt x="859" y="9855"/>
                  </a:lnTo>
                  <a:lnTo>
                    <a:pt x="881" y="9992"/>
                  </a:lnTo>
                  <a:lnTo>
                    <a:pt x="903" y="10130"/>
                  </a:lnTo>
                  <a:lnTo>
                    <a:pt x="926" y="10268"/>
                  </a:lnTo>
                  <a:lnTo>
                    <a:pt x="950" y="10408"/>
                  </a:lnTo>
                  <a:lnTo>
                    <a:pt x="973" y="10548"/>
                  </a:lnTo>
                  <a:lnTo>
                    <a:pt x="998" y="10688"/>
                  </a:lnTo>
                  <a:lnTo>
                    <a:pt x="1022" y="10830"/>
                  </a:lnTo>
                  <a:lnTo>
                    <a:pt x="1047" y="10971"/>
                  </a:lnTo>
                  <a:lnTo>
                    <a:pt x="1073" y="11113"/>
                  </a:lnTo>
                  <a:lnTo>
                    <a:pt x="1098" y="11256"/>
                  </a:lnTo>
                  <a:lnTo>
                    <a:pt x="1125" y="11399"/>
                  </a:lnTo>
                  <a:lnTo>
                    <a:pt x="1151" y="11542"/>
                  </a:lnTo>
                  <a:lnTo>
                    <a:pt x="1178" y="11685"/>
                  </a:lnTo>
                  <a:lnTo>
                    <a:pt x="1205" y="11828"/>
                  </a:lnTo>
                  <a:lnTo>
                    <a:pt x="1233" y="11972"/>
                  </a:lnTo>
                  <a:lnTo>
                    <a:pt x="1260" y="12115"/>
                  </a:lnTo>
                  <a:lnTo>
                    <a:pt x="1288" y="12258"/>
                  </a:lnTo>
                  <a:lnTo>
                    <a:pt x="1317" y="12401"/>
                  </a:lnTo>
                  <a:lnTo>
                    <a:pt x="1346" y="12544"/>
                  </a:lnTo>
                  <a:lnTo>
                    <a:pt x="1375" y="12687"/>
                  </a:lnTo>
                  <a:lnTo>
                    <a:pt x="1404" y="12829"/>
                  </a:lnTo>
                  <a:lnTo>
                    <a:pt x="1433" y="12970"/>
                  </a:lnTo>
                  <a:lnTo>
                    <a:pt x="1463" y="13112"/>
                  </a:lnTo>
                  <a:lnTo>
                    <a:pt x="1493" y="13252"/>
                  </a:lnTo>
                  <a:lnTo>
                    <a:pt x="1523" y="13392"/>
                  </a:lnTo>
                  <a:lnTo>
                    <a:pt x="1554" y="13532"/>
                  </a:lnTo>
                  <a:lnTo>
                    <a:pt x="1584" y="13670"/>
                  </a:lnTo>
                  <a:lnTo>
                    <a:pt x="1615" y="13808"/>
                  </a:lnTo>
                  <a:lnTo>
                    <a:pt x="1646" y="13945"/>
                  </a:lnTo>
                  <a:lnTo>
                    <a:pt x="1677" y="14081"/>
                  </a:lnTo>
                  <a:lnTo>
                    <a:pt x="1709" y="14216"/>
                  </a:lnTo>
                  <a:lnTo>
                    <a:pt x="1740" y="14350"/>
                  </a:lnTo>
                  <a:lnTo>
                    <a:pt x="1772" y="14482"/>
                  </a:lnTo>
                  <a:lnTo>
                    <a:pt x="1804" y="14614"/>
                  </a:lnTo>
                  <a:lnTo>
                    <a:pt x="1836" y="14744"/>
                  </a:lnTo>
                  <a:lnTo>
                    <a:pt x="1868" y="14873"/>
                  </a:lnTo>
                  <a:lnTo>
                    <a:pt x="1900" y="15000"/>
                  </a:lnTo>
                  <a:lnTo>
                    <a:pt x="1938" y="15147"/>
                  </a:lnTo>
                  <a:lnTo>
                    <a:pt x="1976" y="15294"/>
                  </a:lnTo>
                  <a:lnTo>
                    <a:pt x="2015" y="15442"/>
                  </a:lnTo>
                  <a:lnTo>
                    <a:pt x="2055" y="15590"/>
                  </a:lnTo>
                  <a:lnTo>
                    <a:pt x="2096" y="15739"/>
                  </a:lnTo>
                  <a:lnTo>
                    <a:pt x="2137" y="15888"/>
                  </a:lnTo>
                  <a:lnTo>
                    <a:pt x="2179" y="16037"/>
                  </a:lnTo>
                  <a:lnTo>
                    <a:pt x="2221" y="16187"/>
                  </a:lnTo>
                  <a:lnTo>
                    <a:pt x="2264" y="16336"/>
                  </a:lnTo>
                  <a:lnTo>
                    <a:pt x="2308" y="16485"/>
                  </a:lnTo>
                  <a:lnTo>
                    <a:pt x="2352" y="16634"/>
                  </a:lnTo>
                  <a:lnTo>
                    <a:pt x="2396" y="16782"/>
                  </a:lnTo>
                  <a:lnTo>
                    <a:pt x="2441" y="16930"/>
                  </a:lnTo>
                  <a:lnTo>
                    <a:pt x="2486" y="17077"/>
                  </a:lnTo>
                  <a:lnTo>
                    <a:pt x="2531" y="17223"/>
                  </a:lnTo>
                  <a:lnTo>
                    <a:pt x="2577" y="17368"/>
                  </a:lnTo>
                  <a:lnTo>
                    <a:pt x="2622" y="17513"/>
                  </a:lnTo>
                  <a:lnTo>
                    <a:pt x="2668" y="17656"/>
                  </a:lnTo>
                  <a:lnTo>
                    <a:pt x="2714" y="17798"/>
                  </a:lnTo>
                  <a:lnTo>
                    <a:pt x="2761" y="17939"/>
                  </a:lnTo>
                  <a:lnTo>
                    <a:pt x="2807" y="18078"/>
                  </a:lnTo>
                  <a:lnTo>
                    <a:pt x="2853" y="18216"/>
                  </a:lnTo>
                  <a:lnTo>
                    <a:pt x="2899" y="18352"/>
                  </a:lnTo>
                  <a:lnTo>
                    <a:pt x="2945" y="18486"/>
                  </a:lnTo>
                  <a:lnTo>
                    <a:pt x="2991" y="18618"/>
                  </a:lnTo>
                  <a:lnTo>
                    <a:pt x="3037" y="18748"/>
                  </a:lnTo>
                  <a:lnTo>
                    <a:pt x="3083" y="18876"/>
                  </a:lnTo>
                  <a:lnTo>
                    <a:pt x="3128" y="19002"/>
                  </a:lnTo>
                  <a:lnTo>
                    <a:pt x="3173" y="19125"/>
                  </a:lnTo>
                  <a:lnTo>
                    <a:pt x="3218" y="19246"/>
                  </a:lnTo>
                  <a:lnTo>
                    <a:pt x="3262" y="19364"/>
                  </a:lnTo>
                  <a:lnTo>
                    <a:pt x="3306" y="19479"/>
                  </a:lnTo>
                  <a:lnTo>
                    <a:pt x="3350" y="19592"/>
                  </a:lnTo>
                  <a:lnTo>
                    <a:pt x="3393" y="19701"/>
                  </a:lnTo>
                  <a:lnTo>
                    <a:pt x="3436" y="19808"/>
                  </a:lnTo>
                  <a:lnTo>
                    <a:pt x="3478" y="19911"/>
                  </a:lnTo>
                  <a:lnTo>
                    <a:pt x="3519" y="20011"/>
                  </a:lnTo>
                  <a:lnTo>
                    <a:pt x="3560" y="20107"/>
                  </a:lnTo>
                  <a:lnTo>
                    <a:pt x="3600" y="20200"/>
                  </a:lnTo>
                  <a:lnTo>
                    <a:pt x="3687" y="20402"/>
                  </a:lnTo>
                  <a:lnTo>
                    <a:pt x="3767" y="20589"/>
                  </a:lnTo>
                  <a:lnTo>
                    <a:pt x="3842" y="20764"/>
                  </a:lnTo>
                  <a:lnTo>
                    <a:pt x="3912" y="20925"/>
                  </a:lnTo>
                  <a:lnTo>
                    <a:pt x="3979" y="21074"/>
                  </a:lnTo>
                  <a:lnTo>
                    <a:pt x="4044" y="21211"/>
                  </a:lnTo>
                  <a:lnTo>
                    <a:pt x="4108" y="21337"/>
                  </a:lnTo>
                  <a:lnTo>
                    <a:pt x="4173" y="21452"/>
                  </a:lnTo>
                  <a:lnTo>
                    <a:pt x="4240" y="21558"/>
                  </a:lnTo>
                  <a:lnTo>
                    <a:pt x="4310" y="21653"/>
                  </a:lnTo>
                  <a:lnTo>
                    <a:pt x="4385" y="21740"/>
                  </a:lnTo>
                  <a:lnTo>
                    <a:pt x="4465" y="21818"/>
                  </a:lnTo>
                  <a:lnTo>
                    <a:pt x="4553" y="21888"/>
                  </a:lnTo>
                  <a:lnTo>
                    <a:pt x="4649" y="21951"/>
                  </a:lnTo>
                  <a:lnTo>
                    <a:pt x="4755" y="22007"/>
                  </a:lnTo>
                  <a:lnTo>
                    <a:pt x="4871" y="22056"/>
                  </a:lnTo>
                  <a:lnTo>
                    <a:pt x="5000" y="22100"/>
                  </a:lnTo>
                  <a:lnTo>
                    <a:pt x="5103" y="22127"/>
                  </a:lnTo>
                  <a:lnTo>
                    <a:pt x="5210" y="22147"/>
                  </a:lnTo>
                  <a:lnTo>
                    <a:pt x="5323" y="22161"/>
                  </a:lnTo>
                  <a:lnTo>
                    <a:pt x="5440" y="22169"/>
                  </a:lnTo>
                  <a:lnTo>
                    <a:pt x="5561" y="22171"/>
                  </a:lnTo>
                  <a:lnTo>
                    <a:pt x="5686" y="22168"/>
                  </a:lnTo>
                  <a:lnTo>
                    <a:pt x="5816" y="22160"/>
                  </a:lnTo>
                  <a:lnTo>
                    <a:pt x="5948" y="22147"/>
                  </a:lnTo>
                  <a:lnTo>
                    <a:pt x="6084" y="22130"/>
                  </a:lnTo>
                  <a:lnTo>
                    <a:pt x="6224" y="22108"/>
                  </a:lnTo>
                  <a:lnTo>
                    <a:pt x="6366" y="22083"/>
                  </a:lnTo>
                  <a:lnTo>
                    <a:pt x="6510" y="22054"/>
                  </a:lnTo>
                  <a:lnTo>
                    <a:pt x="6657" y="22022"/>
                  </a:lnTo>
                  <a:lnTo>
                    <a:pt x="6806" y="21987"/>
                  </a:lnTo>
                  <a:lnTo>
                    <a:pt x="6957" y="21950"/>
                  </a:lnTo>
                  <a:lnTo>
                    <a:pt x="7109" y="21911"/>
                  </a:lnTo>
                  <a:lnTo>
                    <a:pt x="7263" y="21869"/>
                  </a:lnTo>
                  <a:lnTo>
                    <a:pt x="7418" y="21826"/>
                  </a:lnTo>
                  <a:lnTo>
                    <a:pt x="7574" y="21782"/>
                  </a:lnTo>
                  <a:lnTo>
                    <a:pt x="7730" y="21737"/>
                  </a:lnTo>
                  <a:lnTo>
                    <a:pt x="7887" y="21692"/>
                  </a:lnTo>
                  <a:lnTo>
                    <a:pt x="8043" y="21646"/>
                  </a:lnTo>
                  <a:lnTo>
                    <a:pt x="8200" y="21600"/>
                  </a:lnTo>
                  <a:lnTo>
                    <a:pt x="8322" y="21563"/>
                  </a:lnTo>
                  <a:lnTo>
                    <a:pt x="8447" y="21524"/>
                  </a:lnTo>
                  <a:lnTo>
                    <a:pt x="8574" y="21481"/>
                  </a:lnTo>
                  <a:lnTo>
                    <a:pt x="8705" y="21436"/>
                  </a:lnTo>
                  <a:lnTo>
                    <a:pt x="8838" y="21389"/>
                  </a:lnTo>
                  <a:lnTo>
                    <a:pt x="8973" y="21339"/>
                  </a:lnTo>
                  <a:lnTo>
                    <a:pt x="9110" y="21287"/>
                  </a:lnTo>
                  <a:lnTo>
                    <a:pt x="9248" y="21234"/>
                  </a:lnTo>
                  <a:lnTo>
                    <a:pt x="9388" y="21179"/>
                  </a:lnTo>
                  <a:lnTo>
                    <a:pt x="9530" y="21122"/>
                  </a:lnTo>
                  <a:lnTo>
                    <a:pt x="9672" y="21064"/>
                  </a:lnTo>
                  <a:lnTo>
                    <a:pt x="9814" y="21006"/>
                  </a:lnTo>
                  <a:lnTo>
                    <a:pt x="9957" y="20946"/>
                  </a:lnTo>
                  <a:lnTo>
                    <a:pt x="10101" y="20886"/>
                  </a:lnTo>
                  <a:lnTo>
                    <a:pt x="10244" y="20825"/>
                  </a:lnTo>
                  <a:lnTo>
                    <a:pt x="10386" y="20764"/>
                  </a:lnTo>
                  <a:lnTo>
                    <a:pt x="10528" y="20703"/>
                  </a:lnTo>
                  <a:lnTo>
                    <a:pt x="10670" y="20642"/>
                  </a:lnTo>
                  <a:lnTo>
                    <a:pt x="10810" y="20582"/>
                  </a:lnTo>
                  <a:lnTo>
                    <a:pt x="10948" y="20522"/>
                  </a:lnTo>
                  <a:lnTo>
                    <a:pt x="11085" y="20463"/>
                  </a:lnTo>
                  <a:lnTo>
                    <a:pt x="11220" y="20405"/>
                  </a:lnTo>
                  <a:lnTo>
                    <a:pt x="11353" y="20348"/>
                  </a:lnTo>
                  <a:lnTo>
                    <a:pt x="11483" y="20293"/>
                  </a:lnTo>
                  <a:lnTo>
                    <a:pt x="11611" y="20239"/>
                  </a:lnTo>
                  <a:lnTo>
                    <a:pt x="11736" y="20187"/>
                  </a:lnTo>
                  <a:lnTo>
                    <a:pt x="11857" y="20137"/>
                  </a:lnTo>
                  <a:lnTo>
                    <a:pt x="11975" y="20089"/>
                  </a:lnTo>
                  <a:lnTo>
                    <a:pt x="12090" y="20043"/>
                  </a:lnTo>
                  <a:lnTo>
                    <a:pt x="12200" y="20000"/>
                  </a:lnTo>
                  <a:lnTo>
                    <a:pt x="12380" y="19931"/>
                  </a:lnTo>
                  <a:lnTo>
                    <a:pt x="12557" y="19864"/>
                  </a:lnTo>
                  <a:lnTo>
                    <a:pt x="12732" y="19799"/>
                  </a:lnTo>
                  <a:lnTo>
                    <a:pt x="12904" y="19736"/>
                  </a:lnTo>
                  <a:lnTo>
                    <a:pt x="13073" y="19674"/>
                  </a:lnTo>
                  <a:lnTo>
                    <a:pt x="13237" y="19615"/>
                  </a:lnTo>
                  <a:lnTo>
                    <a:pt x="13397" y="19558"/>
                  </a:lnTo>
                  <a:lnTo>
                    <a:pt x="13551" y="19503"/>
                  </a:lnTo>
                  <a:lnTo>
                    <a:pt x="13700" y="19450"/>
                  </a:lnTo>
                  <a:lnTo>
                    <a:pt x="13843" y="19400"/>
                  </a:lnTo>
                  <a:lnTo>
                    <a:pt x="13979" y="19352"/>
                  </a:lnTo>
                  <a:lnTo>
                    <a:pt x="14107" y="19307"/>
                  </a:lnTo>
                  <a:lnTo>
                    <a:pt x="14228" y="19265"/>
                  </a:lnTo>
                  <a:lnTo>
                    <a:pt x="14341" y="19226"/>
                  </a:lnTo>
                  <a:lnTo>
                    <a:pt x="14445" y="19190"/>
                  </a:lnTo>
                  <a:lnTo>
                    <a:pt x="14540" y="19157"/>
                  </a:lnTo>
                  <a:lnTo>
                    <a:pt x="14625" y="19127"/>
                  </a:lnTo>
                  <a:lnTo>
                    <a:pt x="14700" y="19100"/>
                  </a:lnTo>
                </a:path>
              </a:pathLst>
            </a:custGeom>
            <a:noFill/>
            <a:ln w="11429" cap="rnd">
              <a:solidFill>
                <a:srgbClr val="E616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4" name="03 红蓝接线"/>
            <p:cNvSpPr/>
            <p:nvPr/>
          </p:nvSpPr>
          <p:spPr>
            <a:xfrm>
              <a:off x="1128400" y="873600"/>
              <a:ext cx="964600" cy="1792700"/>
            </a:xfrm>
            <a:custGeom>
              <a:avLst/>
              <a:gdLst/>
              <a:ahLst/>
              <a:cxnLst/>
              <a:rect l="l" t="t" r="r" b="b"/>
              <a:pathLst>
                <a:path w="10600" h="19700">
                  <a:moveTo>
                    <a:pt x="0" y="0"/>
                  </a:moveTo>
                  <a:lnTo>
                    <a:pt x="11" y="75"/>
                  </a:lnTo>
                  <a:lnTo>
                    <a:pt x="23" y="159"/>
                  </a:lnTo>
                  <a:lnTo>
                    <a:pt x="35" y="251"/>
                  </a:lnTo>
                  <a:lnTo>
                    <a:pt x="49" y="351"/>
                  </a:lnTo>
                  <a:lnTo>
                    <a:pt x="62" y="458"/>
                  </a:lnTo>
                  <a:lnTo>
                    <a:pt x="77" y="572"/>
                  </a:lnTo>
                  <a:lnTo>
                    <a:pt x="91" y="693"/>
                  </a:lnTo>
                  <a:lnTo>
                    <a:pt x="107" y="820"/>
                  </a:lnTo>
                  <a:lnTo>
                    <a:pt x="123" y="953"/>
                  </a:lnTo>
                  <a:lnTo>
                    <a:pt x="140" y="1091"/>
                  </a:lnTo>
                  <a:lnTo>
                    <a:pt x="158" y="1233"/>
                  </a:lnTo>
                  <a:lnTo>
                    <a:pt x="176" y="1380"/>
                  </a:lnTo>
                  <a:lnTo>
                    <a:pt x="195" y="1530"/>
                  </a:lnTo>
                  <a:lnTo>
                    <a:pt x="215" y="1684"/>
                  </a:lnTo>
                  <a:lnTo>
                    <a:pt x="235" y="1841"/>
                  </a:lnTo>
                  <a:lnTo>
                    <a:pt x="256" y="2000"/>
                  </a:lnTo>
                  <a:lnTo>
                    <a:pt x="278" y="2161"/>
                  </a:lnTo>
                  <a:lnTo>
                    <a:pt x="301" y="2324"/>
                  </a:lnTo>
                  <a:lnTo>
                    <a:pt x="324" y="2487"/>
                  </a:lnTo>
                  <a:lnTo>
                    <a:pt x="348" y="2651"/>
                  </a:lnTo>
                  <a:lnTo>
                    <a:pt x="373" y="2816"/>
                  </a:lnTo>
                  <a:lnTo>
                    <a:pt x="399" y="2980"/>
                  </a:lnTo>
                  <a:lnTo>
                    <a:pt x="425" y="3143"/>
                  </a:lnTo>
                  <a:lnTo>
                    <a:pt x="452" y="3305"/>
                  </a:lnTo>
                  <a:lnTo>
                    <a:pt x="480" y="3465"/>
                  </a:lnTo>
                  <a:lnTo>
                    <a:pt x="509" y="3623"/>
                  </a:lnTo>
                  <a:lnTo>
                    <a:pt x="539" y="3778"/>
                  </a:lnTo>
                  <a:lnTo>
                    <a:pt x="569" y="3931"/>
                  </a:lnTo>
                  <a:lnTo>
                    <a:pt x="601" y="4079"/>
                  </a:lnTo>
                  <a:lnTo>
                    <a:pt x="633" y="4224"/>
                  </a:lnTo>
                  <a:lnTo>
                    <a:pt x="666" y="4365"/>
                  </a:lnTo>
                  <a:lnTo>
                    <a:pt x="700" y="4500"/>
                  </a:lnTo>
                  <a:lnTo>
                    <a:pt x="737" y="4641"/>
                  </a:lnTo>
                  <a:lnTo>
                    <a:pt x="775" y="4781"/>
                  </a:lnTo>
                  <a:lnTo>
                    <a:pt x="814" y="4920"/>
                  </a:lnTo>
                  <a:lnTo>
                    <a:pt x="854" y="5058"/>
                  </a:lnTo>
                  <a:lnTo>
                    <a:pt x="894" y="5194"/>
                  </a:lnTo>
                  <a:lnTo>
                    <a:pt x="936" y="5330"/>
                  </a:lnTo>
                  <a:lnTo>
                    <a:pt x="978" y="5466"/>
                  </a:lnTo>
                  <a:lnTo>
                    <a:pt x="1022" y="5600"/>
                  </a:lnTo>
                  <a:lnTo>
                    <a:pt x="1066" y="5734"/>
                  </a:lnTo>
                  <a:lnTo>
                    <a:pt x="1111" y="5867"/>
                  </a:lnTo>
                  <a:lnTo>
                    <a:pt x="1157" y="5999"/>
                  </a:lnTo>
                  <a:lnTo>
                    <a:pt x="1204" y="6131"/>
                  </a:lnTo>
                  <a:lnTo>
                    <a:pt x="1252" y="6263"/>
                  </a:lnTo>
                  <a:lnTo>
                    <a:pt x="1300" y="6394"/>
                  </a:lnTo>
                  <a:lnTo>
                    <a:pt x="1350" y="6525"/>
                  </a:lnTo>
                  <a:lnTo>
                    <a:pt x="1400" y="6656"/>
                  </a:lnTo>
                  <a:lnTo>
                    <a:pt x="1452" y="6786"/>
                  </a:lnTo>
                  <a:lnTo>
                    <a:pt x="1504" y="6917"/>
                  </a:lnTo>
                  <a:lnTo>
                    <a:pt x="1557" y="7047"/>
                  </a:lnTo>
                  <a:lnTo>
                    <a:pt x="1611" y="7178"/>
                  </a:lnTo>
                  <a:lnTo>
                    <a:pt x="1666" y="7308"/>
                  </a:lnTo>
                  <a:lnTo>
                    <a:pt x="1722" y="7439"/>
                  </a:lnTo>
                  <a:lnTo>
                    <a:pt x="1778" y="7570"/>
                  </a:lnTo>
                  <a:lnTo>
                    <a:pt x="1836" y="7702"/>
                  </a:lnTo>
                  <a:lnTo>
                    <a:pt x="1894" y="7833"/>
                  </a:lnTo>
                  <a:lnTo>
                    <a:pt x="1954" y="7966"/>
                  </a:lnTo>
                  <a:lnTo>
                    <a:pt x="2014" y="8098"/>
                  </a:lnTo>
                  <a:lnTo>
                    <a:pt x="2075" y="8231"/>
                  </a:lnTo>
                  <a:lnTo>
                    <a:pt x="2137" y="8365"/>
                  </a:lnTo>
                  <a:lnTo>
                    <a:pt x="2200" y="8500"/>
                  </a:lnTo>
                  <a:lnTo>
                    <a:pt x="2258" y="8623"/>
                  </a:lnTo>
                  <a:lnTo>
                    <a:pt x="2316" y="8746"/>
                  </a:lnTo>
                  <a:lnTo>
                    <a:pt x="2375" y="8869"/>
                  </a:lnTo>
                  <a:lnTo>
                    <a:pt x="2435" y="8992"/>
                  </a:lnTo>
                  <a:lnTo>
                    <a:pt x="2495" y="9115"/>
                  </a:lnTo>
                  <a:lnTo>
                    <a:pt x="2556" y="9238"/>
                  </a:lnTo>
                  <a:lnTo>
                    <a:pt x="2617" y="9361"/>
                  </a:lnTo>
                  <a:lnTo>
                    <a:pt x="2680" y="9485"/>
                  </a:lnTo>
                  <a:lnTo>
                    <a:pt x="2743" y="9608"/>
                  </a:lnTo>
                  <a:lnTo>
                    <a:pt x="2806" y="9732"/>
                  </a:lnTo>
                  <a:lnTo>
                    <a:pt x="2870" y="9856"/>
                  </a:lnTo>
                  <a:lnTo>
                    <a:pt x="2935" y="9979"/>
                  </a:lnTo>
                  <a:lnTo>
                    <a:pt x="3001" y="10103"/>
                  </a:lnTo>
                  <a:lnTo>
                    <a:pt x="3068" y="10227"/>
                  </a:lnTo>
                  <a:lnTo>
                    <a:pt x="3135" y="10351"/>
                  </a:lnTo>
                  <a:lnTo>
                    <a:pt x="3203" y="10475"/>
                  </a:lnTo>
                  <a:lnTo>
                    <a:pt x="3272" y="10600"/>
                  </a:lnTo>
                  <a:lnTo>
                    <a:pt x="3342" y="10724"/>
                  </a:lnTo>
                  <a:lnTo>
                    <a:pt x="3412" y="10848"/>
                  </a:lnTo>
                  <a:lnTo>
                    <a:pt x="3484" y="10973"/>
                  </a:lnTo>
                  <a:lnTo>
                    <a:pt x="3556" y="11098"/>
                  </a:lnTo>
                  <a:lnTo>
                    <a:pt x="3630" y="11222"/>
                  </a:lnTo>
                  <a:lnTo>
                    <a:pt x="3704" y="11347"/>
                  </a:lnTo>
                  <a:lnTo>
                    <a:pt x="3779" y="11472"/>
                  </a:lnTo>
                  <a:lnTo>
                    <a:pt x="3855" y="11597"/>
                  </a:lnTo>
                  <a:lnTo>
                    <a:pt x="3932" y="11722"/>
                  </a:lnTo>
                  <a:lnTo>
                    <a:pt x="4010" y="11847"/>
                  </a:lnTo>
                  <a:lnTo>
                    <a:pt x="4089" y="11972"/>
                  </a:lnTo>
                  <a:lnTo>
                    <a:pt x="4169" y="12098"/>
                  </a:lnTo>
                  <a:lnTo>
                    <a:pt x="4250" y="12223"/>
                  </a:lnTo>
                  <a:lnTo>
                    <a:pt x="4332" y="12349"/>
                  </a:lnTo>
                  <a:lnTo>
                    <a:pt x="4416" y="12474"/>
                  </a:lnTo>
                  <a:lnTo>
                    <a:pt x="4500" y="12600"/>
                  </a:lnTo>
                  <a:lnTo>
                    <a:pt x="4575" y="12710"/>
                  </a:lnTo>
                  <a:lnTo>
                    <a:pt x="4651" y="12820"/>
                  </a:lnTo>
                  <a:lnTo>
                    <a:pt x="4728" y="12932"/>
                  </a:lnTo>
                  <a:lnTo>
                    <a:pt x="4808" y="13044"/>
                  </a:lnTo>
                  <a:lnTo>
                    <a:pt x="4888" y="13157"/>
                  </a:lnTo>
                  <a:lnTo>
                    <a:pt x="4970" y="13271"/>
                  </a:lnTo>
                  <a:lnTo>
                    <a:pt x="5054" y="13386"/>
                  </a:lnTo>
                  <a:lnTo>
                    <a:pt x="5138" y="13500"/>
                  </a:lnTo>
                  <a:lnTo>
                    <a:pt x="5223" y="13616"/>
                  </a:lnTo>
                  <a:lnTo>
                    <a:pt x="5310" y="13731"/>
                  </a:lnTo>
                  <a:lnTo>
                    <a:pt x="5397" y="13847"/>
                  </a:lnTo>
                  <a:lnTo>
                    <a:pt x="5485" y="13963"/>
                  </a:lnTo>
                  <a:lnTo>
                    <a:pt x="5574" y="14079"/>
                  </a:lnTo>
                  <a:lnTo>
                    <a:pt x="5664" y="14196"/>
                  </a:lnTo>
                  <a:lnTo>
                    <a:pt x="5754" y="14312"/>
                  </a:lnTo>
                  <a:lnTo>
                    <a:pt x="5845" y="14428"/>
                  </a:lnTo>
                  <a:lnTo>
                    <a:pt x="5936" y="14544"/>
                  </a:lnTo>
                  <a:lnTo>
                    <a:pt x="6027" y="14660"/>
                  </a:lnTo>
                  <a:lnTo>
                    <a:pt x="6119" y="14775"/>
                  </a:lnTo>
                  <a:lnTo>
                    <a:pt x="6211" y="14890"/>
                  </a:lnTo>
                  <a:lnTo>
                    <a:pt x="6303" y="15004"/>
                  </a:lnTo>
                  <a:lnTo>
                    <a:pt x="6394" y="15118"/>
                  </a:lnTo>
                  <a:lnTo>
                    <a:pt x="6486" y="15231"/>
                  </a:lnTo>
                  <a:lnTo>
                    <a:pt x="6578" y="15344"/>
                  </a:lnTo>
                  <a:lnTo>
                    <a:pt x="6670" y="15456"/>
                  </a:lnTo>
                  <a:lnTo>
                    <a:pt x="6761" y="15566"/>
                  </a:lnTo>
                  <a:lnTo>
                    <a:pt x="6852" y="15676"/>
                  </a:lnTo>
                  <a:lnTo>
                    <a:pt x="6942" y="15785"/>
                  </a:lnTo>
                  <a:lnTo>
                    <a:pt x="7032" y="15893"/>
                  </a:lnTo>
                  <a:lnTo>
                    <a:pt x="7121" y="15999"/>
                  </a:lnTo>
                  <a:lnTo>
                    <a:pt x="7209" y="16105"/>
                  </a:lnTo>
                  <a:lnTo>
                    <a:pt x="7296" y="16209"/>
                  </a:lnTo>
                  <a:lnTo>
                    <a:pt x="7383" y="16311"/>
                  </a:lnTo>
                  <a:lnTo>
                    <a:pt x="7469" y="16412"/>
                  </a:lnTo>
                  <a:lnTo>
                    <a:pt x="7553" y="16512"/>
                  </a:lnTo>
                  <a:lnTo>
                    <a:pt x="7637" y="16610"/>
                  </a:lnTo>
                  <a:lnTo>
                    <a:pt x="7719" y="16706"/>
                  </a:lnTo>
                  <a:lnTo>
                    <a:pt x="7800" y="16800"/>
                  </a:lnTo>
                  <a:lnTo>
                    <a:pt x="7910" y="16927"/>
                  </a:lnTo>
                  <a:lnTo>
                    <a:pt x="8022" y="17054"/>
                  </a:lnTo>
                  <a:lnTo>
                    <a:pt x="8136" y="17181"/>
                  </a:lnTo>
                  <a:lnTo>
                    <a:pt x="8251" y="17308"/>
                  </a:lnTo>
                  <a:lnTo>
                    <a:pt x="8367" y="17434"/>
                  </a:lnTo>
                  <a:lnTo>
                    <a:pt x="8484" y="17560"/>
                  </a:lnTo>
                  <a:lnTo>
                    <a:pt x="8601" y="17684"/>
                  </a:lnTo>
                  <a:lnTo>
                    <a:pt x="8718" y="17808"/>
                  </a:lnTo>
                  <a:lnTo>
                    <a:pt x="8835" y="17930"/>
                  </a:lnTo>
                  <a:lnTo>
                    <a:pt x="8952" y="18051"/>
                  </a:lnTo>
                  <a:lnTo>
                    <a:pt x="9067" y="18169"/>
                  </a:lnTo>
                  <a:lnTo>
                    <a:pt x="9182" y="18286"/>
                  </a:lnTo>
                  <a:lnTo>
                    <a:pt x="9295" y="18400"/>
                  </a:lnTo>
                  <a:lnTo>
                    <a:pt x="9406" y="18512"/>
                  </a:lnTo>
                  <a:lnTo>
                    <a:pt x="9515" y="18622"/>
                  </a:lnTo>
                  <a:lnTo>
                    <a:pt x="9622" y="18728"/>
                  </a:lnTo>
                  <a:lnTo>
                    <a:pt x="9726" y="18832"/>
                  </a:lnTo>
                  <a:lnTo>
                    <a:pt x="9827" y="18932"/>
                  </a:lnTo>
                  <a:lnTo>
                    <a:pt x="9925" y="19028"/>
                  </a:lnTo>
                  <a:lnTo>
                    <a:pt x="10019" y="19121"/>
                  </a:lnTo>
                  <a:lnTo>
                    <a:pt x="10109" y="19209"/>
                  </a:lnTo>
                  <a:lnTo>
                    <a:pt x="10194" y="19294"/>
                  </a:lnTo>
                  <a:lnTo>
                    <a:pt x="10275" y="19374"/>
                  </a:lnTo>
                  <a:lnTo>
                    <a:pt x="10351" y="19449"/>
                  </a:lnTo>
                  <a:lnTo>
                    <a:pt x="10422" y="19520"/>
                  </a:lnTo>
                  <a:lnTo>
                    <a:pt x="10487" y="19585"/>
                  </a:lnTo>
                  <a:lnTo>
                    <a:pt x="10547" y="19645"/>
                  </a:lnTo>
                  <a:lnTo>
                    <a:pt x="10600" y="19700"/>
                  </a:lnTo>
                </a:path>
              </a:pathLst>
            </a:custGeom>
            <a:noFill/>
            <a:ln w="9601" cap="rnd">
              <a:solidFill>
                <a:srgbClr val="1B56A0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8" name="Connector 17"/>
          <p:cNvCxnSpPr/>
          <p:nvPr/>
        </p:nvCxnSpPr>
        <p:spPr>
          <a:xfrm flipV="1">
            <a:off x="1316736" y="704088"/>
            <a:ext cx="1216152" cy="749808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16736" y="1499616"/>
            <a:ext cx="1243584" cy="374903"/>
          </a:xfrm>
          <a:prstGeom prst="line">
            <a:avLst/>
          </a:prstGeom>
          <a:ln w="825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4443984" y="1655064"/>
            <a:ext cx="950976" cy="310896"/>
          </a:xfrm>
          <a:prstGeom prst="rightArrow">
            <a:avLst/>
          </a:prstGeom>
          <a:ln>
            <a:noFill/>
          </a:ln>
          <a:gradFill>
            <a:gsLst>
              <a:gs pos="0">
                <a:srgbClr val="F8FBFF"/>
              </a:gs>
              <a:gs pos="100000">
                <a:srgbClr val="628DC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47672" y="585216"/>
            <a:ext cx="3063240" cy="1408176"/>
          </a:xfrm>
          <a:prstGeom prst="ellipse">
            <a:avLst/>
          </a:prstGeom>
          <a:noFill/>
          <a:ln w="13970" cap="rnd">
            <a:solidFill>
              <a:srgbClr val="102B5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79776" y="932688"/>
            <a:ext cx="365760" cy="365760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[Oac]⁻"/>
          <p:cNvSpPr txBox="1"/>
          <p:nvPr/>
        </p:nvSpPr>
        <p:spPr>
          <a:xfrm>
            <a:off x="2779776" y="1005840"/>
            <a:ext cx="365760" cy="248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Times New Roman"/>
              </a:defRPr>
            </a:pPr>
            <a:r>
              <a:t>[Oac]⁻</a:t>
            </a:r>
          </a:p>
        </p:txBody>
      </p:sp>
      <p:sp>
        <p:nvSpPr>
          <p:cNvPr id="24" name="Oval 23"/>
          <p:cNvSpPr/>
          <p:nvPr/>
        </p:nvSpPr>
        <p:spPr>
          <a:xfrm>
            <a:off x="2542032" y="1399032"/>
            <a:ext cx="310896" cy="310896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l⁻"/>
          <p:cNvSpPr txBox="1"/>
          <p:nvPr/>
        </p:nvSpPr>
        <p:spPr>
          <a:xfrm>
            <a:off x="2542032" y="1461211"/>
            <a:ext cx="310896" cy="2114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70" b="1">
                <a:solidFill>
                  <a:srgbClr val="FFFFFF"/>
                </a:solidFill>
                <a:latin typeface="Times New Roman"/>
              </a:defRPr>
            </a:pPr>
            <a:r>
              <a:t>Cl⁻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2221992" y="1069848"/>
            <a:ext cx="530352" cy="118872"/>
          </a:xfrm>
          <a:prstGeom prst="leftArrow">
            <a:avLst/>
          </a:pr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2221992" y="1508760"/>
            <a:ext cx="310896" cy="109728"/>
          </a:xfrm>
          <a:prstGeom prst="leftArrow">
            <a:avLst/>
          </a:pr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55264" y="731520"/>
            <a:ext cx="594360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19272" y="777240"/>
            <a:ext cx="466343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[Amim]⁺"/>
          <p:cNvSpPr txBox="1"/>
          <p:nvPr/>
        </p:nvSpPr>
        <p:spPr>
          <a:xfrm>
            <a:off x="3264408" y="773125"/>
            <a:ext cx="57607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100"/>
              <a:t>[Amim]⁺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67328" y="1115568"/>
            <a:ext cx="676656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831336" y="1161288"/>
            <a:ext cx="548640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[Bmim]⁺"/>
          <p:cNvSpPr txBox="1"/>
          <p:nvPr/>
        </p:nvSpPr>
        <p:spPr>
          <a:xfrm>
            <a:off x="3776472" y="1157173"/>
            <a:ext cx="65836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100"/>
              <a:t>[Bmim]⁺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1481328"/>
            <a:ext cx="548640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264408" y="1527048"/>
            <a:ext cx="420624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[Emim]⁺"/>
          <p:cNvSpPr txBox="1"/>
          <p:nvPr/>
        </p:nvSpPr>
        <p:spPr>
          <a:xfrm>
            <a:off x="3209544" y="1522933"/>
            <a:ext cx="53035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Times New Roman"/>
              </a:defRPr>
            </a:pPr>
            <a:r>
              <a:rPr sz="1100"/>
              <a:t>[Emim]⁺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867912" y="832104"/>
            <a:ext cx="411480" cy="128016"/>
          </a:xfrm>
          <a:prstGeom prst="rightArrow">
            <a:avLst/>
          </a:pr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4471416" y="1207008"/>
            <a:ext cx="484632" cy="128016"/>
          </a:xfrm>
          <a:prstGeom prst="rightArrow">
            <a:avLst/>
          </a:pr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3776472" y="1591056"/>
            <a:ext cx="246888" cy="109728"/>
          </a:xfrm>
          <a:prstGeom prst="rightArrow">
            <a:avLst/>
          </a:pr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91840" y="2157984"/>
            <a:ext cx="145389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1590" cap="rnd">
            <a:solidFill>
              <a:srgbClr val="356AB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Q=E²×σ"/>
          <p:cNvSpPr txBox="1"/>
          <p:nvPr/>
        </p:nvSpPr>
        <p:spPr>
          <a:xfrm>
            <a:off x="3429000" y="2258568"/>
            <a:ext cx="1207008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A6DB4"/>
                </a:solidFill>
                <a:latin typeface="Times New Roman"/>
              </a:defRPr>
            </a:pPr>
            <a:r>
              <a:t>Q=E²×σ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88336" y="2834640"/>
            <a:ext cx="292608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1430" cap="rnd">
            <a:solidFill>
              <a:srgbClr val="659A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2770632" y="2898648"/>
            <a:ext cx="393192" cy="118872"/>
          </a:xfrm>
          <a:prstGeom prst="rightArrow">
            <a:avLst/>
          </a:pr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2770632" y="3236976"/>
            <a:ext cx="393192" cy="118872"/>
          </a:xfrm>
          <a:prstGeom prst="rightArrow">
            <a:avLst/>
          </a:pr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ength of line represents velocity"/>
          <p:cNvSpPr txBox="1"/>
          <p:nvPr/>
        </p:nvSpPr>
        <p:spPr>
          <a:xfrm>
            <a:off x="3200400" y="2880360"/>
            <a:ext cx="236829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010"/>
                </a:solidFill>
                <a:latin typeface="Times New Roman"/>
              </a:defRPr>
            </a:pPr>
            <a:r>
              <a:t>Length of line represents velocity</a:t>
            </a:r>
          </a:p>
        </p:txBody>
      </p:sp>
      <p:sp>
        <p:nvSpPr>
          <p:cNvPr id="46" name="Length of line represents velocity"/>
          <p:cNvSpPr txBox="1"/>
          <p:nvPr/>
        </p:nvSpPr>
        <p:spPr>
          <a:xfrm>
            <a:off x="3200400" y="3182112"/>
            <a:ext cx="236829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010"/>
                </a:solidFill>
                <a:latin typeface="Times New Roman"/>
              </a:defRPr>
            </a:pPr>
            <a:r>
              <a:t>Length of line represents velocity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897880" y="594360"/>
            <a:ext cx="3291840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189720" y="594360"/>
            <a:ext cx="0" cy="19019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97880" y="2496312"/>
            <a:ext cx="3291840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897880" y="594360"/>
            <a:ext cx="0" cy="19019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861304" y="2496312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0"/>
          <p:cNvSpPr txBox="1"/>
          <p:nvPr/>
        </p:nvSpPr>
        <p:spPr>
          <a:xfrm>
            <a:off x="5541264" y="2404872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861304" y="2241586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50"/>
          <p:cNvSpPr txBox="1"/>
          <p:nvPr/>
        </p:nvSpPr>
        <p:spPr>
          <a:xfrm>
            <a:off x="5541264" y="2150146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50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861304" y="1986860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100"/>
          <p:cNvSpPr txBox="1"/>
          <p:nvPr/>
        </p:nvSpPr>
        <p:spPr>
          <a:xfrm>
            <a:off x="5541264" y="1895420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100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61304" y="1732134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150"/>
          <p:cNvSpPr txBox="1"/>
          <p:nvPr/>
        </p:nvSpPr>
        <p:spPr>
          <a:xfrm>
            <a:off x="5541264" y="1640694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150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861304" y="1477409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200"/>
          <p:cNvSpPr txBox="1"/>
          <p:nvPr/>
        </p:nvSpPr>
        <p:spPr>
          <a:xfrm>
            <a:off x="5541264" y="1385969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200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861304" y="1222683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250"/>
          <p:cNvSpPr txBox="1"/>
          <p:nvPr/>
        </p:nvSpPr>
        <p:spPr>
          <a:xfrm>
            <a:off x="5541264" y="1131243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250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861304" y="967957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300"/>
          <p:cNvSpPr txBox="1"/>
          <p:nvPr/>
        </p:nvSpPr>
        <p:spPr>
          <a:xfrm>
            <a:off x="5541264" y="876517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300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861304" y="713232"/>
            <a:ext cx="36576" cy="0"/>
          </a:xfrm>
          <a:prstGeom prst="line">
            <a:avLst/>
          </a:prstGeom>
          <a:ln w="762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350"/>
          <p:cNvSpPr txBox="1"/>
          <p:nvPr/>
        </p:nvSpPr>
        <p:spPr>
          <a:xfrm>
            <a:off x="5541264" y="621792"/>
            <a:ext cx="28346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350</a:t>
            </a:r>
          </a:p>
        </p:txBody>
      </p:sp>
      <p:sp>
        <p:nvSpPr>
          <p:cNvPr id="67" name="Electrical conductivity (mS/cm)"/>
          <p:cNvSpPr txBox="1"/>
          <p:nvPr/>
        </p:nvSpPr>
        <p:spPr>
          <a:xfrm rot="16200000">
            <a:off x="4334256" y="1417320"/>
            <a:ext cx="2194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101010"/>
                </a:solidFill>
                <a:latin typeface="Times New Roman"/>
              </a:defRPr>
            </a:pPr>
            <a:r>
              <a:t>Electrical conductivity (mS/cm)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89320" y="621792"/>
            <a:ext cx="310896" cy="164592"/>
          </a:xfrm>
          <a:prstGeom prst="rect">
            <a:avLst/>
          </a:prstGeom>
          <a:solidFill>
            <a:srgbClr val="068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Water bath heating"/>
          <p:cNvSpPr txBox="1"/>
          <p:nvPr/>
        </p:nvSpPr>
        <p:spPr>
          <a:xfrm>
            <a:off x="6345936" y="603504"/>
            <a:ext cx="224028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101010"/>
                </a:solidFill>
                <a:latin typeface="Times New Roman"/>
              </a:defRPr>
            </a:pPr>
            <a:r>
              <a:t>Water bath heating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89320" y="804672"/>
            <a:ext cx="310896" cy="164592"/>
          </a:xfrm>
          <a:prstGeom prst="rect">
            <a:avLst/>
          </a:prstGeom>
          <a:solidFill>
            <a:srgbClr val="E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MEF"/>
          <p:cNvSpPr txBox="1"/>
          <p:nvPr/>
        </p:nvSpPr>
        <p:spPr>
          <a:xfrm>
            <a:off x="6345936" y="786384"/>
            <a:ext cx="86868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101010"/>
                </a:solidFill>
                <a:latin typeface="Times New Roman"/>
              </a:defRPr>
            </a:pPr>
            <a:r>
              <a:t>MEF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62472" y="2313432"/>
            <a:ext cx="237744" cy="182880"/>
          </a:xfrm>
          <a:prstGeom prst="rect">
            <a:avLst/>
          </a:prstGeom>
          <a:solidFill>
            <a:srgbClr val="078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6181344" y="2286000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153912" y="2286000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h"/>
          <p:cNvSpPr txBox="1"/>
          <p:nvPr/>
        </p:nvSpPr>
        <p:spPr>
          <a:xfrm>
            <a:off x="6099048" y="2139696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0216" y="2093976"/>
            <a:ext cx="237744" cy="402336"/>
          </a:xfrm>
          <a:prstGeom prst="rect">
            <a:avLst/>
          </a:prstGeom>
          <a:solidFill>
            <a:srgbClr val="E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6419088" y="2066543"/>
            <a:ext cx="0" cy="54865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391656" y="2066543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g"/>
          <p:cNvSpPr txBox="1"/>
          <p:nvPr/>
        </p:nvSpPr>
        <p:spPr>
          <a:xfrm>
            <a:off x="6336792" y="1920240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85432" y="1901952"/>
            <a:ext cx="228600" cy="594360"/>
          </a:xfrm>
          <a:prstGeom prst="rect">
            <a:avLst/>
          </a:prstGeom>
          <a:solidFill>
            <a:srgbClr val="078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6999732" y="1874519"/>
            <a:ext cx="0" cy="54865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972300" y="1874519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"/>
          <p:cNvSpPr txBox="1"/>
          <p:nvPr/>
        </p:nvSpPr>
        <p:spPr>
          <a:xfrm>
            <a:off x="6917436" y="1728216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23176" y="1783080"/>
            <a:ext cx="237744" cy="713232"/>
          </a:xfrm>
          <a:prstGeom prst="rect">
            <a:avLst/>
          </a:prstGeom>
          <a:solidFill>
            <a:srgbClr val="E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7242048" y="1755648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214616" y="1755648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"/>
          <p:cNvSpPr txBox="1"/>
          <p:nvPr/>
        </p:nvSpPr>
        <p:spPr>
          <a:xfrm>
            <a:off x="7159752" y="1609344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99248" y="1975104"/>
            <a:ext cx="228600" cy="521207"/>
          </a:xfrm>
          <a:prstGeom prst="rect">
            <a:avLst/>
          </a:prstGeom>
          <a:solidFill>
            <a:srgbClr val="078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7813548" y="1947672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786116" y="1947672"/>
            <a:ext cx="54863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"/>
          <p:cNvSpPr txBox="1"/>
          <p:nvPr/>
        </p:nvSpPr>
        <p:spPr>
          <a:xfrm>
            <a:off x="7731252" y="1801368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f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46136" y="1417320"/>
            <a:ext cx="237744" cy="1078992"/>
          </a:xfrm>
          <a:prstGeom prst="rect">
            <a:avLst/>
          </a:prstGeom>
          <a:solidFill>
            <a:srgbClr val="E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8065008" y="1389888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037575" y="1389888"/>
            <a:ext cx="54865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b"/>
          <p:cNvSpPr txBox="1"/>
          <p:nvPr/>
        </p:nvSpPr>
        <p:spPr>
          <a:xfrm>
            <a:off x="7982712" y="1243584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13064" y="1892807"/>
            <a:ext cx="228600" cy="603504"/>
          </a:xfrm>
          <a:prstGeom prst="rect">
            <a:avLst/>
          </a:prstGeom>
          <a:solidFill>
            <a:srgbClr val="078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8627364" y="1865376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99932" y="1865376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d"/>
          <p:cNvSpPr txBox="1"/>
          <p:nvPr/>
        </p:nvSpPr>
        <p:spPr>
          <a:xfrm>
            <a:off x="8545068" y="1719072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69096" y="804672"/>
            <a:ext cx="246888" cy="1691640"/>
          </a:xfrm>
          <a:prstGeom prst="rect">
            <a:avLst/>
          </a:prstGeom>
          <a:solidFill>
            <a:srgbClr val="E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8892540" y="777240"/>
            <a:ext cx="0" cy="54864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865108" y="777240"/>
            <a:ext cx="54864" cy="0"/>
          </a:xfrm>
          <a:prstGeom prst="line">
            <a:avLst/>
          </a:prstGeom>
          <a:ln w="825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a"/>
          <p:cNvSpPr txBox="1"/>
          <p:nvPr/>
        </p:nvSpPr>
        <p:spPr>
          <a:xfrm>
            <a:off x="8810244" y="630936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01010"/>
                </a:solidFill>
                <a:latin typeface="Times New Roman"/>
              </a:defRPr>
            </a:pPr>
            <a:r>
              <a:t>a</a:t>
            </a:r>
          </a:p>
        </p:txBody>
      </p:sp>
      <p:sp>
        <p:nvSpPr>
          <p:cNvPr id="104" name="[Bmim]Cl"/>
          <p:cNvSpPr txBox="1"/>
          <p:nvPr/>
        </p:nvSpPr>
        <p:spPr>
          <a:xfrm>
            <a:off x="5943600" y="2560320"/>
            <a:ext cx="80467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[Bmim]Cl</a:t>
            </a:r>
          </a:p>
        </p:txBody>
      </p:sp>
      <p:sp>
        <p:nvSpPr>
          <p:cNvPr id="105" name="[Bmim]OAc"/>
          <p:cNvSpPr txBox="1"/>
          <p:nvPr/>
        </p:nvSpPr>
        <p:spPr>
          <a:xfrm>
            <a:off x="6729984" y="2560320"/>
            <a:ext cx="80467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[Bmim]OAc</a:t>
            </a:r>
          </a:p>
        </p:txBody>
      </p:sp>
      <p:sp>
        <p:nvSpPr>
          <p:cNvPr id="106" name="[Amim]Cl"/>
          <p:cNvSpPr txBox="1"/>
          <p:nvPr/>
        </p:nvSpPr>
        <p:spPr>
          <a:xfrm>
            <a:off x="7571231" y="2560320"/>
            <a:ext cx="80467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[Amim]Cl</a:t>
            </a:r>
          </a:p>
        </p:txBody>
      </p:sp>
      <p:sp>
        <p:nvSpPr>
          <p:cNvPr id="107" name="[Emim]Cl"/>
          <p:cNvSpPr txBox="1"/>
          <p:nvPr/>
        </p:nvSpPr>
        <p:spPr>
          <a:xfrm>
            <a:off x="8421624" y="2560320"/>
            <a:ext cx="804672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80" b="0">
                <a:solidFill>
                  <a:srgbClr val="101010"/>
                </a:solidFill>
                <a:latin typeface="Times New Roman"/>
              </a:defRPr>
            </a:pPr>
            <a:r>
              <a:t>[Emim]Cl</a:t>
            </a:r>
          </a:p>
        </p:txBody>
      </p:sp>
      <p:sp>
        <p:nvSpPr>
          <p:cNvPr id="108" name="Up Arrow 107"/>
          <p:cNvSpPr/>
          <p:nvPr/>
        </p:nvSpPr>
        <p:spPr>
          <a:xfrm>
            <a:off x="4288536" y="3566160"/>
            <a:ext cx="658368" cy="658368"/>
          </a:xfrm>
          <a:prstGeom prst="upArrow">
            <a:avLst/>
          </a:prstGeom>
          <a:ln>
            <a:noFill/>
          </a:ln>
          <a:gradFill>
            <a:gsLst>
              <a:gs pos="0">
                <a:srgbClr val="F7F7F7"/>
              </a:gs>
              <a:gs pos="100000">
                <a:srgbClr val="777777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lectrical conductivity"/>
          <p:cNvSpPr txBox="1"/>
          <p:nvPr/>
        </p:nvSpPr>
        <p:spPr>
          <a:xfrm>
            <a:off x="5020056" y="3813048"/>
            <a:ext cx="2670048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70" b="1">
                <a:solidFill>
                  <a:srgbClr val="101010"/>
                </a:solidFill>
                <a:latin typeface="Times New Roman"/>
              </a:defRPr>
            </a:pPr>
            <a:r>
              <a:t>Electrical conductivity</a:t>
            </a:r>
          </a:p>
        </p:txBody>
      </p:sp>
      <p:sp>
        <p:nvSpPr>
          <p:cNvPr id="110" name="Up Arrow 109"/>
          <p:cNvSpPr/>
          <p:nvPr/>
        </p:nvSpPr>
        <p:spPr>
          <a:xfrm>
            <a:off x="7589520" y="3685032"/>
            <a:ext cx="192024" cy="484632"/>
          </a:xfrm>
          <a:prstGeom prst="upArrow">
            <a:avLst/>
          </a:prstGeom>
          <a:solidFill>
            <a:srgbClr val="F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30352" y="5102352"/>
            <a:ext cx="237744" cy="1819656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+"/>
          <p:cNvSpPr txBox="1"/>
          <p:nvPr/>
        </p:nvSpPr>
        <p:spPr>
          <a:xfrm>
            <a:off x="530352" y="5357103"/>
            <a:ext cx="2377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13" name="+"/>
          <p:cNvSpPr txBox="1"/>
          <p:nvPr/>
        </p:nvSpPr>
        <p:spPr>
          <a:xfrm>
            <a:off x="530352" y="5739231"/>
            <a:ext cx="2377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14" name="+"/>
          <p:cNvSpPr txBox="1"/>
          <p:nvPr/>
        </p:nvSpPr>
        <p:spPr>
          <a:xfrm>
            <a:off x="530352" y="6121359"/>
            <a:ext cx="2377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15" name="+"/>
          <p:cNvSpPr txBox="1"/>
          <p:nvPr/>
        </p:nvSpPr>
        <p:spPr>
          <a:xfrm>
            <a:off x="530352" y="6503487"/>
            <a:ext cx="23774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758184" y="5102352"/>
            <a:ext cx="246888" cy="1819656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−"/>
          <p:cNvSpPr txBox="1"/>
          <p:nvPr/>
        </p:nvSpPr>
        <p:spPr>
          <a:xfrm>
            <a:off x="3758184" y="5357103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18" name="−"/>
          <p:cNvSpPr txBox="1"/>
          <p:nvPr/>
        </p:nvSpPr>
        <p:spPr>
          <a:xfrm>
            <a:off x="3758184" y="5739231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19" name="−"/>
          <p:cNvSpPr txBox="1"/>
          <p:nvPr/>
        </p:nvSpPr>
        <p:spPr>
          <a:xfrm>
            <a:off x="3758184" y="6121359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0" name="−"/>
          <p:cNvSpPr txBox="1"/>
          <p:nvPr/>
        </p:nvSpPr>
        <p:spPr>
          <a:xfrm>
            <a:off x="3758184" y="6503487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1" name="Oval 120"/>
          <p:cNvSpPr/>
          <p:nvPr/>
        </p:nvSpPr>
        <p:spPr>
          <a:xfrm>
            <a:off x="1335024" y="5184648"/>
            <a:ext cx="301752" cy="301752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−"/>
          <p:cNvSpPr txBox="1"/>
          <p:nvPr/>
        </p:nvSpPr>
        <p:spPr>
          <a:xfrm>
            <a:off x="1335024" y="5244998"/>
            <a:ext cx="301752" cy="20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3" name="Oval 122"/>
          <p:cNvSpPr/>
          <p:nvPr/>
        </p:nvSpPr>
        <p:spPr>
          <a:xfrm>
            <a:off x="804672" y="5788152"/>
            <a:ext cx="301752" cy="301752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−"/>
          <p:cNvSpPr txBox="1"/>
          <p:nvPr/>
        </p:nvSpPr>
        <p:spPr>
          <a:xfrm>
            <a:off x="804672" y="5848502"/>
            <a:ext cx="301752" cy="20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5" name="Oval 124"/>
          <p:cNvSpPr/>
          <p:nvPr/>
        </p:nvSpPr>
        <p:spPr>
          <a:xfrm>
            <a:off x="1042415" y="6364224"/>
            <a:ext cx="301752" cy="301752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−"/>
          <p:cNvSpPr txBox="1"/>
          <p:nvPr/>
        </p:nvSpPr>
        <p:spPr>
          <a:xfrm>
            <a:off x="1042415" y="6424574"/>
            <a:ext cx="301752" cy="2051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267712" y="5029200"/>
            <a:ext cx="393192" cy="310896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2331720" y="5074920"/>
            <a:ext cx="265176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+"/>
          <p:cNvSpPr txBox="1"/>
          <p:nvPr/>
        </p:nvSpPr>
        <p:spPr>
          <a:xfrm>
            <a:off x="2276856" y="5069616"/>
            <a:ext cx="374904" cy="248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337560" y="5358384"/>
            <a:ext cx="374904" cy="310896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3401568" y="5404104"/>
            <a:ext cx="246888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+"/>
          <p:cNvSpPr txBox="1"/>
          <p:nvPr/>
        </p:nvSpPr>
        <p:spPr>
          <a:xfrm>
            <a:off x="3346704" y="5398800"/>
            <a:ext cx="356616" cy="2487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724912" y="5998464"/>
            <a:ext cx="365760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2788920" y="6044184"/>
            <a:ext cx="237744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+"/>
          <p:cNvSpPr txBox="1"/>
          <p:nvPr/>
        </p:nvSpPr>
        <p:spPr>
          <a:xfrm>
            <a:off x="2734056" y="6040069"/>
            <a:ext cx="34747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cxnSp>
        <p:nvCxnSpPr>
          <p:cNvPr id="136" name="Connector 135"/>
          <p:cNvCxnSpPr/>
          <p:nvPr/>
        </p:nvCxnSpPr>
        <p:spPr>
          <a:xfrm flipH="1">
            <a:off x="804672" y="5532120"/>
            <a:ext cx="448056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Freeform 136"/>
          <p:cNvSpPr/>
          <p:nvPr/>
        </p:nvSpPr>
        <p:spPr>
          <a:xfrm>
            <a:off x="804672" y="548640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H="1">
            <a:off x="1133856" y="5998464"/>
            <a:ext cx="374904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1133856" y="595274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2734056" y="5266944"/>
            <a:ext cx="932688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3575304" y="522122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2788920" y="5888736"/>
            <a:ext cx="877824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Freeform 142"/>
          <p:cNvSpPr/>
          <p:nvPr/>
        </p:nvSpPr>
        <p:spPr>
          <a:xfrm>
            <a:off x="3575304" y="584301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2734056" y="6455664"/>
            <a:ext cx="932688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Freeform 144"/>
          <p:cNvSpPr/>
          <p:nvPr/>
        </p:nvSpPr>
        <p:spPr>
          <a:xfrm>
            <a:off x="3575304" y="640994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58" name="Starch granule — editable vector group"/>
          <p:cNvGrpSpPr/>
          <p:nvPr/>
        </p:nvGrpSpPr>
        <p:grpSpPr>
          <a:xfrm>
            <a:off x="1563624" y="5550408"/>
            <a:ext cx="996696" cy="859536"/>
            <a:chOff x="1563624" y="5550408"/>
            <a:chExt cx="996696" cy="859536"/>
          </a:xfrm>
        </p:grpSpPr>
        <p:sp>
          <p:nvSpPr>
            <p:cNvPr id="146" name="Editable starch granule"/>
            <p:cNvSpPr/>
            <p:nvPr/>
          </p:nvSpPr>
          <p:spPr>
            <a:xfrm>
              <a:off x="1563624" y="5550408"/>
              <a:ext cx="996696" cy="859536"/>
            </a:xfrm>
            <a:prstGeom prst="ellipse">
              <a:avLst/>
            </a:prstGeom>
            <a:ln w="12458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1737360" y="5641848"/>
              <a:ext cx="274320" cy="292608"/>
            </a:xfrm>
            <a:custGeom>
              <a:avLst/>
              <a:gdLst/>
              <a:ahLst/>
              <a:cxnLst/>
              <a:rect l="l" t="t" r="r" b="b"/>
              <a:pathLst>
                <a:path w="30" h="32">
                  <a:moveTo>
                    <a:pt x="30" y="32"/>
                  </a:moveTo>
                  <a:lnTo>
                    <a:pt x="29" y="32"/>
                  </a:lnTo>
                  <a:lnTo>
                    <a:pt x="28" y="31"/>
                  </a:lnTo>
                  <a:lnTo>
                    <a:pt x="27" y="30"/>
                  </a:lnTo>
                  <a:lnTo>
                    <a:pt x="26" y="28"/>
                  </a:lnTo>
                  <a:lnTo>
                    <a:pt x="25" y="27"/>
                  </a:lnTo>
                  <a:lnTo>
                    <a:pt x="24" y="26"/>
                  </a:lnTo>
                  <a:lnTo>
                    <a:pt x="22" y="25"/>
                  </a:lnTo>
                  <a:lnTo>
                    <a:pt x="21" y="24"/>
                  </a:lnTo>
                  <a:lnTo>
                    <a:pt x="20" y="23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8" y="22"/>
                  </a:lnTo>
                  <a:lnTo>
                    <a:pt x="17" y="22"/>
                  </a:lnTo>
                  <a:lnTo>
                    <a:pt x="16" y="22"/>
                  </a:lnTo>
                  <a:lnTo>
                    <a:pt x="16" y="21"/>
                  </a:lnTo>
                  <a:lnTo>
                    <a:pt x="15" y="21"/>
                  </a:lnTo>
                  <a:lnTo>
                    <a:pt x="14" y="21"/>
                  </a:lnTo>
                  <a:lnTo>
                    <a:pt x="14" y="20"/>
                  </a:lnTo>
                  <a:lnTo>
                    <a:pt x="13" y="19"/>
                  </a:lnTo>
                  <a:lnTo>
                    <a:pt x="13" y="18"/>
                  </a:lnTo>
                  <a:lnTo>
                    <a:pt x="12" y="17"/>
                  </a:lnTo>
                  <a:lnTo>
                    <a:pt x="12" y="15"/>
                  </a:lnTo>
                  <a:lnTo>
                    <a:pt x="12" y="13"/>
                  </a:lnTo>
                  <a:lnTo>
                    <a:pt x="11" y="12"/>
                  </a:lnTo>
                  <a:lnTo>
                    <a:pt x="11" y="10"/>
                  </a:lnTo>
                  <a:lnTo>
                    <a:pt x="10" y="9"/>
                  </a:lnTo>
                  <a:lnTo>
                    <a:pt x="9" y="8"/>
                  </a:lnTo>
                  <a:lnTo>
                    <a:pt x="8" y="7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4"/>
                  </a:lnTo>
                  <a:lnTo>
                    <a:pt x="4" y="3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2020824" y="5605272"/>
              <a:ext cx="118872" cy="310896"/>
            </a:xfrm>
            <a:custGeom>
              <a:avLst/>
              <a:gdLst/>
              <a:ahLst/>
              <a:cxnLst/>
              <a:rect l="l" t="t" r="r" b="b"/>
              <a:pathLst>
                <a:path w="13" h="34">
                  <a:moveTo>
                    <a:pt x="0" y="34"/>
                  </a:moveTo>
                  <a:lnTo>
                    <a:pt x="1" y="34"/>
                  </a:lnTo>
                  <a:lnTo>
                    <a:pt x="1" y="33"/>
                  </a:lnTo>
                  <a:lnTo>
                    <a:pt x="2" y="32"/>
                  </a:lnTo>
                  <a:lnTo>
                    <a:pt x="3" y="31"/>
                  </a:lnTo>
                  <a:lnTo>
                    <a:pt x="4" y="30"/>
                  </a:lnTo>
                  <a:lnTo>
                    <a:pt x="5" y="29"/>
                  </a:lnTo>
                  <a:lnTo>
                    <a:pt x="6" y="27"/>
                  </a:lnTo>
                  <a:lnTo>
                    <a:pt x="7" y="26"/>
                  </a:lnTo>
                  <a:lnTo>
                    <a:pt x="8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10" y="21"/>
                  </a:lnTo>
                  <a:lnTo>
                    <a:pt x="11" y="20"/>
                  </a:lnTo>
                  <a:lnTo>
                    <a:pt x="11" y="18"/>
                  </a:lnTo>
                  <a:lnTo>
                    <a:pt x="12" y="17"/>
                  </a:lnTo>
                  <a:lnTo>
                    <a:pt x="12" y="16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11"/>
                  </a:lnTo>
                  <a:lnTo>
                    <a:pt x="13" y="10"/>
                  </a:lnTo>
                  <a:lnTo>
                    <a:pt x="13" y="8"/>
                  </a:lnTo>
                  <a:lnTo>
                    <a:pt x="13" y="6"/>
                  </a:lnTo>
                  <a:lnTo>
                    <a:pt x="13" y="5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2020824" y="5779008"/>
              <a:ext cx="475488" cy="182880"/>
            </a:xfrm>
            <a:custGeom>
              <a:avLst/>
              <a:gdLst/>
              <a:ahLst/>
              <a:cxnLst/>
              <a:rect l="l" t="t" r="r" b="b"/>
              <a:pathLst>
                <a:path w="52" h="20">
                  <a:moveTo>
                    <a:pt x="0" y="20"/>
                  </a:moveTo>
                  <a:lnTo>
                    <a:pt x="1" y="20"/>
                  </a:lnTo>
                  <a:lnTo>
                    <a:pt x="3" y="19"/>
                  </a:lnTo>
                  <a:lnTo>
                    <a:pt x="5" y="18"/>
                  </a:lnTo>
                  <a:lnTo>
                    <a:pt x="7" y="17"/>
                  </a:lnTo>
                  <a:lnTo>
                    <a:pt x="10" y="16"/>
                  </a:lnTo>
                  <a:lnTo>
                    <a:pt x="12" y="15"/>
                  </a:lnTo>
                  <a:lnTo>
                    <a:pt x="14" y="15"/>
                  </a:lnTo>
                  <a:lnTo>
                    <a:pt x="17" y="14"/>
                  </a:lnTo>
                  <a:lnTo>
                    <a:pt x="19" y="14"/>
                  </a:lnTo>
                  <a:lnTo>
                    <a:pt x="20" y="13"/>
                  </a:lnTo>
                  <a:lnTo>
                    <a:pt x="22" y="13"/>
                  </a:lnTo>
                  <a:lnTo>
                    <a:pt x="24" y="13"/>
                  </a:lnTo>
                  <a:lnTo>
                    <a:pt x="25" y="14"/>
                  </a:lnTo>
                  <a:lnTo>
                    <a:pt x="27" y="14"/>
                  </a:lnTo>
                  <a:lnTo>
                    <a:pt x="28" y="14"/>
                  </a:lnTo>
                  <a:lnTo>
                    <a:pt x="30" y="14"/>
                  </a:lnTo>
                  <a:lnTo>
                    <a:pt x="31" y="14"/>
                  </a:lnTo>
                  <a:lnTo>
                    <a:pt x="33" y="14"/>
                  </a:lnTo>
                  <a:lnTo>
                    <a:pt x="34" y="13"/>
                  </a:lnTo>
                  <a:lnTo>
                    <a:pt x="36" y="12"/>
                  </a:lnTo>
                  <a:lnTo>
                    <a:pt x="38" y="12"/>
                  </a:lnTo>
                  <a:lnTo>
                    <a:pt x="39" y="11"/>
                  </a:lnTo>
                  <a:lnTo>
                    <a:pt x="41" y="10"/>
                  </a:lnTo>
                  <a:lnTo>
                    <a:pt x="42" y="9"/>
                  </a:lnTo>
                  <a:lnTo>
                    <a:pt x="43" y="8"/>
                  </a:lnTo>
                  <a:lnTo>
                    <a:pt x="45" y="7"/>
                  </a:lnTo>
                  <a:lnTo>
                    <a:pt x="46" y="6"/>
                  </a:lnTo>
                  <a:lnTo>
                    <a:pt x="47" y="5"/>
                  </a:lnTo>
                  <a:lnTo>
                    <a:pt x="48" y="5"/>
                  </a:lnTo>
                  <a:lnTo>
                    <a:pt x="49" y="4"/>
                  </a:lnTo>
                  <a:lnTo>
                    <a:pt x="50" y="3"/>
                  </a:lnTo>
                  <a:lnTo>
                    <a:pt x="50" y="2"/>
                  </a:lnTo>
                  <a:lnTo>
                    <a:pt x="51" y="2"/>
                  </a:lnTo>
                  <a:lnTo>
                    <a:pt x="52" y="1"/>
                  </a:lnTo>
                  <a:lnTo>
                    <a:pt x="52" y="1"/>
                  </a:lnTo>
                  <a:lnTo>
                    <a:pt x="52" y="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2039112" y="5989320"/>
              <a:ext cx="493776" cy="182880"/>
            </a:xfrm>
            <a:custGeom>
              <a:avLst/>
              <a:gdLst/>
              <a:ahLst/>
              <a:cxnLst/>
              <a:rect l="l" t="t" r="r" b="b"/>
              <a:pathLst>
                <a:path w="54" h="20">
                  <a:moveTo>
                    <a:pt x="0" y="0"/>
                  </a:moveTo>
                  <a:lnTo>
                    <a:pt x="1" y="1"/>
                  </a:lnTo>
                  <a:lnTo>
                    <a:pt x="3" y="2"/>
                  </a:lnTo>
                  <a:lnTo>
                    <a:pt x="4" y="3"/>
                  </a:lnTo>
                  <a:lnTo>
                    <a:pt x="6" y="4"/>
                  </a:lnTo>
                  <a:lnTo>
                    <a:pt x="8" y="5"/>
                  </a:lnTo>
                  <a:lnTo>
                    <a:pt x="9" y="6"/>
                  </a:lnTo>
                  <a:lnTo>
                    <a:pt x="11" y="7"/>
                  </a:lnTo>
                  <a:lnTo>
                    <a:pt x="13" y="8"/>
                  </a:lnTo>
                  <a:lnTo>
                    <a:pt x="14" y="9"/>
                  </a:lnTo>
                  <a:lnTo>
                    <a:pt x="16" y="10"/>
                  </a:lnTo>
                  <a:lnTo>
                    <a:pt x="17" y="11"/>
                  </a:lnTo>
                  <a:lnTo>
                    <a:pt x="18" y="11"/>
                  </a:lnTo>
                  <a:lnTo>
                    <a:pt x="20" y="12"/>
                  </a:lnTo>
                  <a:lnTo>
                    <a:pt x="21" y="12"/>
                  </a:lnTo>
                  <a:lnTo>
                    <a:pt x="22" y="12"/>
                  </a:lnTo>
                  <a:lnTo>
                    <a:pt x="23" y="13"/>
                  </a:lnTo>
                  <a:lnTo>
                    <a:pt x="25" y="13"/>
                  </a:lnTo>
                  <a:lnTo>
                    <a:pt x="26" y="13"/>
                  </a:lnTo>
                  <a:lnTo>
                    <a:pt x="28" y="13"/>
                  </a:lnTo>
                  <a:lnTo>
                    <a:pt x="30" y="13"/>
                  </a:lnTo>
                  <a:lnTo>
                    <a:pt x="32" y="13"/>
                  </a:lnTo>
                  <a:lnTo>
                    <a:pt x="34" y="13"/>
                  </a:lnTo>
                  <a:lnTo>
                    <a:pt x="36" y="12"/>
                  </a:lnTo>
                  <a:lnTo>
                    <a:pt x="38" y="12"/>
                  </a:lnTo>
                  <a:lnTo>
                    <a:pt x="40" y="12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5" y="13"/>
                  </a:lnTo>
                  <a:lnTo>
                    <a:pt x="47" y="13"/>
                  </a:lnTo>
                  <a:lnTo>
                    <a:pt x="48" y="14"/>
                  </a:lnTo>
                  <a:lnTo>
                    <a:pt x="49" y="15"/>
                  </a:lnTo>
                  <a:lnTo>
                    <a:pt x="50" y="16"/>
                  </a:lnTo>
                  <a:lnTo>
                    <a:pt x="51" y="17"/>
                  </a:lnTo>
                  <a:lnTo>
                    <a:pt x="52" y="18"/>
                  </a:lnTo>
                  <a:lnTo>
                    <a:pt x="53" y="19"/>
                  </a:lnTo>
                  <a:lnTo>
                    <a:pt x="54" y="2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Freeform 150"/>
            <p:cNvSpPr/>
            <p:nvPr/>
          </p:nvSpPr>
          <p:spPr>
            <a:xfrm>
              <a:off x="1892808" y="6025896"/>
              <a:ext cx="128016" cy="338328"/>
            </a:xfrm>
            <a:custGeom>
              <a:avLst/>
              <a:gdLst/>
              <a:ahLst/>
              <a:cxnLst/>
              <a:rect l="l" t="t" r="r" b="b"/>
              <a:pathLst>
                <a:path w="14" h="37">
                  <a:moveTo>
                    <a:pt x="14" y="0"/>
                  </a:moveTo>
                  <a:lnTo>
                    <a:pt x="13" y="1"/>
                  </a:lnTo>
                  <a:lnTo>
                    <a:pt x="13" y="2"/>
                  </a:lnTo>
                  <a:lnTo>
                    <a:pt x="11" y="4"/>
                  </a:lnTo>
                  <a:lnTo>
                    <a:pt x="10" y="6"/>
                  </a:lnTo>
                  <a:lnTo>
                    <a:pt x="9" y="7"/>
                  </a:lnTo>
                  <a:lnTo>
                    <a:pt x="8" y="9"/>
                  </a:lnTo>
                  <a:lnTo>
                    <a:pt x="7" y="11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6" y="19"/>
                  </a:lnTo>
                  <a:lnTo>
                    <a:pt x="6" y="20"/>
                  </a:lnTo>
                  <a:lnTo>
                    <a:pt x="7" y="21"/>
                  </a:lnTo>
                  <a:lnTo>
                    <a:pt x="7" y="22"/>
                  </a:lnTo>
                  <a:lnTo>
                    <a:pt x="8" y="24"/>
                  </a:lnTo>
                  <a:lnTo>
                    <a:pt x="8" y="25"/>
                  </a:lnTo>
                  <a:lnTo>
                    <a:pt x="8" y="26"/>
                  </a:lnTo>
                  <a:lnTo>
                    <a:pt x="7" y="27"/>
                  </a:lnTo>
                  <a:lnTo>
                    <a:pt x="6" y="29"/>
                  </a:lnTo>
                  <a:lnTo>
                    <a:pt x="6" y="30"/>
                  </a:lnTo>
                  <a:lnTo>
                    <a:pt x="4" y="32"/>
                  </a:lnTo>
                  <a:lnTo>
                    <a:pt x="3" y="33"/>
                  </a:lnTo>
                  <a:lnTo>
                    <a:pt x="2" y="34"/>
                  </a:lnTo>
                  <a:lnTo>
                    <a:pt x="1" y="36"/>
                  </a:lnTo>
                  <a:lnTo>
                    <a:pt x="1" y="37"/>
                  </a:lnTo>
                  <a:lnTo>
                    <a:pt x="0" y="37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1609344" y="5989320"/>
              <a:ext cx="384048" cy="128016"/>
            </a:xfrm>
            <a:custGeom>
              <a:avLst/>
              <a:gdLst/>
              <a:ahLst/>
              <a:cxnLst/>
              <a:rect l="l" t="t" r="r" b="b"/>
              <a:pathLst>
                <a:path w="42" h="14">
                  <a:moveTo>
                    <a:pt x="42" y="0"/>
                  </a:moveTo>
                  <a:lnTo>
                    <a:pt x="41" y="0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3" y="3"/>
                  </a:lnTo>
                  <a:lnTo>
                    <a:pt x="31" y="3"/>
                  </a:lnTo>
                  <a:lnTo>
                    <a:pt x="29" y="4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9"/>
                  </a:lnTo>
                  <a:lnTo>
                    <a:pt x="21" y="10"/>
                  </a:lnTo>
                  <a:lnTo>
                    <a:pt x="20" y="11"/>
                  </a:lnTo>
                  <a:lnTo>
                    <a:pt x="19" y="12"/>
                  </a:lnTo>
                  <a:lnTo>
                    <a:pt x="17" y="13"/>
                  </a:lnTo>
                  <a:lnTo>
                    <a:pt x="16" y="13"/>
                  </a:lnTo>
                  <a:lnTo>
                    <a:pt x="14" y="13"/>
                  </a:lnTo>
                  <a:lnTo>
                    <a:pt x="12" y="14"/>
                  </a:lnTo>
                  <a:lnTo>
                    <a:pt x="10" y="13"/>
                  </a:lnTo>
                  <a:lnTo>
                    <a:pt x="8" y="13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3" y="12"/>
                  </a:lnTo>
                  <a:lnTo>
                    <a:pt x="1" y="12"/>
                  </a:lnTo>
                  <a:lnTo>
                    <a:pt x="0" y="12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1700784" y="6099048"/>
              <a:ext cx="73152" cy="192024"/>
            </a:xfrm>
            <a:custGeom>
              <a:avLst/>
              <a:gdLst/>
              <a:ahLst/>
              <a:cxnLst/>
              <a:rect l="l" t="t" r="r" b="b"/>
              <a:pathLst>
                <a:path w="8" h="21">
                  <a:moveTo>
                    <a:pt x="8" y="0"/>
                  </a:moveTo>
                  <a:lnTo>
                    <a:pt x="8" y="1"/>
                  </a:lnTo>
                  <a:lnTo>
                    <a:pt x="8" y="2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9"/>
                  </a:lnTo>
                  <a:lnTo>
                    <a:pt x="8" y="11"/>
                  </a:lnTo>
                  <a:lnTo>
                    <a:pt x="8" y="12"/>
                  </a:lnTo>
                  <a:lnTo>
                    <a:pt x="8" y="13"/>
                  </a:lnTo>
                  <a:lnTo>
                    <a:pt x="7" y="14"/>
                  </a:lnTo>
                  <a:lnTo>
                    <a:pt x="7" y="16"/>
                  </a:lnTo>
                  <a:lnTo>
                    <a:pt x="6" y="17"/>
                  </a:lnTo>
                  <a:lnTo>
                    <a:pt x="5" y="17"/>
                  </a:lnTo>
                  <a:lnTo>
                    <a:pt x="4" y="18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1" y="20"/>
                  </a:lnTo>
                  <a:lnTo>
                    <a:pt x="0" y="21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2212848" y="5687568"/>
              <a:ext cx="100584" cy="219456"/>
            </a:xfrm>
            <a:custGeom>
              <a:avLst/>
              <a:gdLst/>
              <a:ahLst/>
              <a:cxnLst/>
              <a:rect l="l" t="t" r="r" b="b"/>
              <a:pathLst>
                <a:path w="11" h="24">
                  <a:moveTo>
                    <a:pt x="0" y="24"/>
                  </a:moveTo>
                  <a:lnTo>
                    <a:pt x="0" y="23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1" y="11"/>
                  </a:lnTo>
                  <a:lnTo>
                    <a:pt x="2" y="10"/>
                  </a:lnTo>
                  <a:lnTo>
                    <a:pt x="3" y="9"/>
                  </a:lnTo>
                  <a:lnTo>
                    <a:pt x="4" y="7"/>
                  </a:lnTo>
                  <a:lnTo>
                    <a:pt x="5" y="6"/>
                  </a:lnTo>
                  <a:lnTo>
                    <a:pt x="7" y="4"/>
                  </a:lnTo>
                  <a:lnTo>
                    <a:pt x="8" y="3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1" y="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2249424" y="6108192"/>
              <a:ext cx="73152" cy="228600"/>
            </a:xfrm>
            <a:custGeom>
              <a:avLst/>
              <a:gdLst/>
              <a:ahLst/>
              <a:cxnLst/>
              <a:rect l="l" t="t" r="r" b="b"/>
              <a:pathLst>
                <a:path w="8" h="25">
                  <a:moveTo>
                    <a:pt x="3" y="0"/>
                  </a:moveTo>
                  <a:lnTo>
                    <a:pt x="3" y="1"/>
                  </a:lnTo>
                  <a:lnTo>
                    <a:pt x="3" y="2"/>
                  </a:lnTo>
                  <a:lnTo>
                    <a:pt x="2" y="3"/>
                  </a:lnTo>
                  <a:lnTo>
                    <a:pt x="2" y="5"/>
                  </a:lnTo>
                  <a:lnTo>
                    <a:pt x="1" y="6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2" y="17"/>
                  </a:lnTo>
                  <a:lnTo>
                    <a:pt x="3" y="18"/>
                  </a:lnTo>
                  <a:lnTo>
                    <a:pt x="4" y="20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4"/>
                  </a:lnTo>
                  <a:lnTo>
                    <a:pt x="8" y="25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1636776" y="5779008"/>
              <a:ext cx="228600" cy="64008"/>
            </a:xfrm>
            <a:custGeom>
              <a:avLst/>
              <a:gdLst/>
              <a:ahLst/>
              <a:cxnLst/>
              <a:rect l="l" t="t" r="r" b="b"/>
              <a:pathLst>
                <a:path w="25" h="7">
                  <a:moveTo>
                    <a:pt x="25" y="5"/>
                  </a:moveTo>
                  <a:lnTo>
                    <a:pt x="24" y="5"/>
                  </a:lnTo>
                  <a:lnTo>
                    <a:pt x="23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1" y="7"/>
                  </a:lnTo>
                  <a:lnTo>
                    <a:pt x="10" y="6"/>
                  </a:lnTo>
                  <a:lnTo>
                    <a:pt x="8" y="5"/>
                  </a:lnTo>
                  <a:lnTo>
                    <a:pt x="6" y="4"/>
                  </a:lnTo>
                  <a:lnTo>
                    <a:pt x="5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12458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Oval 156"/>
            <p:cNvSpPr/>
            <p:nvPr/>
          </p:nvSpPr>
          <p:spPr>
            <a:xfrm>
              <a:off x="1563624" y="5550408"/>
              <a:ext cx="996696" cy="859536"/>
            </a:xfrm>
            <a:prstGeom prst="ellipse">
              <a:avLst/>
            </a:prstGeom>
            <a:noFill/>
            <a:ln w="12458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59" name="Connector 158"/>
          <p:cNvCxnSpPr/>
          <p:nvPr/>
        </p:nvCxnSpPr>
        <p:spPr>
          <a:xfrm flipH="1">
            <a:off x="987552" y="6400800"/>
            <a:ext cx="640080" cy="429768"/>
          </a:xfrm>
          <a:prstGeom prst="line">
            <a:avLst/>
          </a:prstGeom>
          <a:ln w="762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2322576" y="6409944"/>
            <a:ext cx="896112" cy="402336"/>
          </a:xfrm>
          <a:prstGeom prst="line">
            <a:avLst/>
          </a:prstGeom>
          <a:ln w="762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4" name="02_氢键化学放大_按参考图描线 — 手动路径描摹"/>
          <p:cNvGrpSpPr/>
          <p:nvPr/>
        </p:nvGrpSpPr>
        <p:grpSpPr>
          <a:xfrm>
            <a:off x="1035100" y="6717182"/>
            <a:ext cx="2304987" cy="918781"/>
            <a:chOff x="1035100" y="6717182"/>
            <a:chExt cx="2304987" cy="918781"/>
          </a:xfrm>
        </p:grpSpPr>
        <p:sp>
          <p:nvSpPr>
            <p:cNvPr id="161" name="01 原图椅式轮廓与糖苷连接"/>
            <p:cNvSpPr/>
            <p:nvPr/>
          </p:nvSpPr>
          <p:spPr>
            <a:xfrm>
              <a:off x="1237600" y="6997900"/>
              <a:ext cx="136500" cy="45500"/>
            </a:xfrm>
            <a:custGeom>
              <a:avLst/>
              <a:gdLst/>
              <a:ahLst/>
              <a:cxnLst/>
              <a:rect l="l" t="t" r="r" b="b"/>
              <a:pathLst>
                <a:path w="1500" h="500">
                  <a:moveTo>
                    <a:pt x="0" y="500"/>
                  </a:moveTo>
                  <a:lnTo>
                    <a:pt x="150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6" name="01 原图椅式轮廓与糖苷连接"/>
            <p:cNvSpPr/>
            <p:nvPr/>
          </p:nvSpPr>
          <p:spPr>
            <a:xfrm>
              <a:off x="1374100" y="6974786"/>
              <a:ext cx="200473" cy="23114"/>
            </a:xfrm>
            <a:custGeom>
              <a:avLst/>
              <a:gdLst/>
              <a:ahLst/>
              <a:cxnLst/>
              <a:rect l="l" t="t" r="r" b="b"/>
              <a:pathLst>
                <a:path w="2203" h="254">
                  <a:moveTo>
                    <a:pt x="0" y="254"/>
                  </a:moveTo>
                  <a:lnTo>
                    <a:pt x="2203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7" name="01 原图椅式轮廓与糖苷连接"/>
            <p:cNvSpPr/>
            <p:nvPr/>
          </p:nvSpPr>
          <p:spPr>
            <a:xfrm>
              <a:off x="1632540" y="6999720"/>
              <a:ext cx="87360" cy="116480"/>
            </a:xfrm>
            <a:custGeom>
              <a:avLst/>
              <a:gdLst/>
              <a:ahLst/>
              <a:cxnLst/>
              <a:rect l="l" t="t" r="r" b="b"/>
              <a:pathLst>
                <a:path w="960" h="1280">
                  <a:moveTo>
                    <a:pt x="0" y="0"/>
                  </a:moveTo>
                  <a:lnTo>
                    <a:pt x="960" y="128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8" name="01 原图椅式轮廓与糖苷连接"/>
            <p:cNvSpPr/>
            <p:nvPr/>
          </p:nvSpPr>
          <p:spPr>
            <a:xfrm>
              <a:off x="1574300" y="7116200"/>
              <a:ext cx="145600" cy="91000"/>
            </a:xfrm>
            <a:custGeom>
              <a:avLst/>
              <a:gdLst/>
              <a:ahLst/>
              <a:cxnLst/>
              <a:rect l="l" t="t" r="r" b="b"/>
              <a:pathLst>
                <a:path w="1600" h="1000">
                  <a:moveTo>
                    <a:pt x="1600" y="0"/>
                  </a:moveTo>
                  <a:lnTo>
                    <a:pt x="0" y="100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9" name="01 原图椅式轮廓与糖苷连接"/>
            <p:cNvSpPr/>
            <p:nvPr/>
          </p:nvSpPr>
          <p:spPr>
            <a:xfrm>
              <a:off x="1346800" y="7170800"/>
              <a:ext cx="227500" cy="36400"/>
            </a:xfrm>
            <a:custGeom>
              <a:avLst/>
              <a:gdLst/>
              <a:ahLst/>
              <a:cxnLst/>
              <a:rect l="l" t="t" r="r" b="b"/>
              <a:pathLst>
                <a:path w="2500" h="400">
                  <a:moveTo>
                    <a:pt x="2500" y="400"/>
                  </a:moveTo>
                  <a:lnTo>
                    <a:pt x="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0" name="01 原图椅式轮廓与糖苷连接"/>
            <p:cNvSpPr/>
            <p:nvPr/>
          </p:nvSpPr>
          <p:spPr>
            <a:xfrm>
              <a:off x="1237600" y="7043400"/>
              <a:ext cx="109200" cy="127400"/>
            </a:xfrm>
            <a:custGeom>
              <a:avLst/>
              <a:gdLst/>
              <a:ahLst/>
              <a:cxnLst/>
              <a:rect l="l" t="t" r="r" b="b"/>
              <a:pathLst>
                <a:path w="1200" h="1400">
                  <a:moveTo>
                    <a:pt x="1200" y="1400"/>
                  </a:moveTo>
                  <a:lnTo>
                    <a:pt x="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1" name="01 原图椅式轮廓与糖苷连接"/>
            <p:cNvSpPr/>
            <p:nvPr/>
          </p:nvSpPr>
          <p:spPr>
            <a:xfrm>
              <a:off x="1883700" y="6897800"/>
              <a:ext cx="136500" cy="27300"/>
            </a:xfrm>
            <a:custGeom>
              <a:avLst/>
              <a:gdLst/>
              <a:ahLst/>
              <a:cxnLst/>
              <a:rect l="l" t="t" r="r" b="b"/>
              <a:pathLst>
                <a:path w="1500" h="300">
                  <a:moveTo>
                    <a:pt x="0" y="300"/>
                  </a:moveTo>
                  <a:lnTo>
                    <a:pt x="150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2" name="01 原图椅式轮廓与糖苷连接"/>
            <p:cNvSpPr/>
            <p:nvPr/>
          </p:nvSpPr>
          <p:spPr>
            <a:xfrm>
              <a:off x="2020200" y="6882512"/>
              <a:ext cx="191191" cy="15288"/>
            </a:xfrm>
            <a:custGeom>
              <a:avLst/>
              <a:gdLst/>
              <a:ahLst/>
              <a:cxnLst/>
              <a:rect l="l" t="t" r="r" b="b"/>
              <a:pathLst>
                <a:path w="2101" h="168">
                  <a:moveTo>
                    <a:pt x="0" y="168"/>
                  </a:moveTo>
                  <a:lnTo>
                    <a:pt x="2101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3" name="01 原图椅式轮廓与糖苷连接"/>
            <p:cNvSpPr/>
            <p:nvPr/>
          </p:nvSpPr>
          <p:spPr>
            <a:xfrm>
              <a:off x="2273453" y="6905353"/>
              <a:ext cx="92547" cy="92547"/>
            </a:xfrm>
            <a:custGeom>
              <a:avLst/>
              <a:gdLst/>
              <a:ahLst/>
              <a:cxnLst/>
              <a:rect l="l" t="t" r="r" b="b"/>
              <a:pathLst>
                <a:path w="1017" h="1017">
                  <a:moveTo>
                    <a:pt x="0" y="0"/>
                  </a:moveTo>
                  <a:lnTo>
                    <a:pt x="1017" y="1017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4" name="01 原图椅式轮廓与糖苷连接"/>
            <p:cNvSpPr/>
            <p:nvPr/>
          </p:nvSpPr>
          <p:spPr>
            <a:xfrm>
              <a:off x="2220400" y="6997900"/>
              <a:ext cx="145600" cy="91000"/>
            </a:xfrm>
            <a:custGeom>
              <a:avLst/>
              <a:gdLst/>
              <a:ahLst/>
              <a:cxnLst/>
              <a:rect l="l" t="t" r="r" b="b"/>
              <a:pathLst>
                <a:path w="1600" h="1000">
                  <a:moveTo>
                    <a:pt x="1600" y="0"/>
                  </a:moveTo>
                  <a:lnTo>
                    <a:pt x="0" y="100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5" name="01 原图椅式轮廓与糖苷连接"/>
            <p:cNvSpPr/>
            <p:nvPr/>
          </p:nvSpPr>
          <p:spPr>
            <a:xfrm>
              <a:off x="1992900" y="7052500"/>
              <a:ext cx="227500" cy="36400"/>
            </a:xfrm>
            <a:custGeom>
              <a:avLst/>
              <a:gdLst/>
              <a:ahLst/>
              <a:cxnLst/>
              <a:rect l="l" t="t" r="r" b="b"/>
              <a:pathLst>
                <a:path w="2500" h="400">
                  <a:moveTo>
                    <a:pt x="2500" y="400"/>
                  </a:moveTo>
                  <a:lnTo>
                    <a:pt x="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6" name="01 原图椅式轮廓与糖苷连接"/>
            <p:cNvSpPr/>
            <p:nvPr/>
          </p:nvSpPr>
          <p:spPr>
            <a:xfrm>
              <a:off x="1883700" y="6925100"/>
              <a:ext cx="109200" cy="127400"/>
            </a:xfrm>
            <a:custGeom>
              <a:avLst/>
              <a:gdLst/>
              <a:ahLst/>
              <a:cxnLst/>
              <a:rect l="l" t="t" r="r" b="b"/>
              <a:pathLst>
                <a:path w="1200" h="1400">
                  <a:moveTo>
                    <a:pt x="1200" y="1400"/>
                  </a:moveTo>
                  <a:lnTo>
                    <a:pt x="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7" name="01 原图椅式轮廓与糖苷连接"/>
            <p:cNvSpPr/>
            <p:nvPr/>
          </p:nvSpPr>
          <p:spPr>
            <a:xfrm>
              <a:off x="2548000" y="7116200"/>
              <a:ext cx="136500" cy="27300"/>
            </a:xfrm>
            <a:custGeom>
              <a:avLst/>
              <a:gdLst/>
              <a:ahLst/>
              <a:cxnLst/>
              <a:rect l="l" t="t" r="r" b="b"/>
              <a:pathLst>
                <a:path w="1500" h="300">
                  <a:moveTo>
                    <a:pt x="0" y="300"/>
                  </a:moveTo>
                  <a:lnTo>
                    <a:pt x="150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8" name="01 原图椅式轮廓与糖苷连接"/>
            <p:cNvSpPr/>
            <p:nvPr/>
          </p:nvSpPr>
          <p:spPr>
            <a:xfrm>
              <a:off x="2684500" y="7100912"/>
              <a:ext cx="191191" cy="15288"/>
            </a:xfrm>
            <a:custGeom>
              <a:avLst/>
              <a:gdLst/>
              <a:ahLst/>
              <a:cxnLst/>
              <a:rect l="l" t="t" r="r" b="b"/>
              <a:pathLst>
                <a:path w="2101" h="168">
                  <a:moveTo>
                    <a:pt x="0" y="168"/>
                  </a:moveTo>
                  <a:lnTo>
                    <a:pt x="2101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9" name="01 原图椅式轮廓与糖苷连接"/>
            <p:cNvSpPr/>
            <p:nvPr/>
          </p:nvSpPr>
          <p:spPr>
            <a:xfrm>
              <a:off x="2937753" y="7123753"/>
              <a:ext cx="92547" cy="92547"/>
            </a:xfrm>
            <a:custGeom>
              <a:avLst/>
              <a:gdLst/>
              <a:ahLst/>
              <a:cxnLst/>
              <a:rect l="l" t="t" r="r" b="b"/>
              <a:pathLst>
                <a:path w="1017" h="1017">
                  <a:moveTo>
                    <a:pt x="0" y="0"/>
                  </a:moveTo>
                  <a:lnTo>
                    <a:pt x="1017" y="1017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0" name="01 原图椅式轮廓与糖苷连接"/>
            <p:cNvSpPr/>
            <p:nvPr/>
          </p:nvSpPr>
          <p:spPr>
            <a:xfrm>
              <a:off x="2884700" y="7216300"/>
              <a:ext cx="145600" cy="91000"/>
            </a:xfrm>
            <a:custGeom>
              <a:avLst/>
              <a:gdLst/>
              <a:ahLst/>
              <a:cxnLst/>
              <a:rect l="l" t="t" r="r" b="b"/>
              <a:pathLst>
                <a:path w="1600" h="1000">
                  <a:moveTo>
                    <a:pt x="1600" y="0"/>
                  </a:moveTo>
                  <a:lnTo>
                    <a:pt x="0" y="100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1" name="01 原图椅式轮廓与糖苷连接"/>
            <p:cNvSpPr/>
            <p:nvPr/>
          </p:nvSpPr>
          <p:spPr>
            <a:xfrm>
              <a:off x="2657200" y="7270900"/>
              <a:ext cx="227500" cy="36400"/>
            </a:xfrm>
            <a:custGeom>
              <a:avLst/>
              <a:gdLst/>
              <a:ahLst/>
              <a:cxnLst/>
              <a:rect l="l" t="t" r="r" b="b"/>
              <a:pathLst>
                <a:path w="2500" h="400">
                  <a:moveTo>
                    <a:pt x="2500" y="400"/>
                  </a:moveTo>
                  <a:lnTo>
                    <a:pt x="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2" name="01 原图椅式轮廓与糖苷连接"/>
            <p:cNvSpPr/>
            <p:nvPr/>
          </p:nvSpPr>
          <p:spPr>
            <a:xfrm>
              <a:off x="2548000" y="7143500"/>
              <a:ext cx="109200" cy="127400"/>
            </a:xfrm>
            <a:custGeom>
              <a:avLst/>
              <a:gdLst/>
              <a:ahLst/>
              <a:cxnLst/>
              <a:rect l="l" t="t" r="r" b="b"/>
              <a:pathLst>
                <a:path w="1200" h="1400">
                  <a:moveTo>
                    <a:pt x="1200" y="1400"/>
                  </a:moveTo>
                  <a:lnTo>
                    <a:pt x="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3" name="01 原图椅式轮廓与糖苷连接"/>
            <p:cNvSpPr/>
            <p:nvPr/>
          </p:nvSpPr>
          <p:spPr>
            <a:xfrm>
              <a:off x="1719900" y="7081802"/>
              <a:ext cx="51597" cy="34398"/>
            </a:xfrm>
            <a:custGeom>
              <a:avLst/>
              <a:gdLst/>
              <a:ahLst/>
              <a:cxnLst/>
              <a:rect l="l" t="t" r="r" b="b"/>
              <a:pathLst>
                <a:path w="567" h="378">
                  <a:moveTo>
                    <a:pt x="0" y="378"/>
                  </a:moveTo>
                  <a:lnTo>
                    <a:pt x="567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4" name="01 原图椅式轮廓与糖苷连接"/>
            <p:cNvSpPr/>
            <p:nvPr/>
          </p:nvSpPr>
          <p:spPr>
            <a:xfrm>
              <a:off x="1820546" y="6925100"/>
              <a:ext cx="63154" cy="105287"/>
            </a:xfrm>
            <a:custGeom>
              <a:avLst/>
              <a:gdLst/>
              <a:ahLst/>
              <a:cxnLst/>
              <a:rect l="l" t="t" r="r" b="b"/>
              <a:pathLst>
                <a:path w="694" h="1157">
                  <a:moveTo>
                    <a:pt x="0" y="1157"/>
                  </a:moveTo>
                  <a:lnTo>
                    <a:pt x="694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5" name="01 原图椅式轮廓与糖苷连接"/>
            <p:cNvSpPr/>
            <p:nvPr/>
          </p:nvSpPr>
          <p:spPr>
            <a:xfrm>
              <a:off x="2366000" y="6997900"/>
              <a:ext cx="77714" cy="45318"/>
            </a:xfrm>
            <a:custGeom>
              <a:avLst/>
              <a:gdLst/>
              <a:ahLst/>
              <a:cxnLst/>
              <a:rect l="l" t="t" r="r" b="b"/>
              <a:pathLst>
                <a:path w="854" h="498">
                  <a:moveTo>
                    <a:pt x="0" y="0"/>
                  </a:moveTo>
                  <a:lnTo>
                    <a:pt x="854" y="498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6" name="01 原图椅式轮廓与糖苷连接"/>
            <p:cNvSpPr/>
            <p:nvPr/>
          </p:nvSpPr>
          <p:spPr>
            <a:xfrm>
              <a:off x="2499406" y="7088809"/>
              <a:ext cx="48594" cy="54691"/>
            </a:xfrm>
            <a:custGeom>
              <a:avLst/>
              <a:gdLst/>
              <a:ahLst/>
              <a:cxnLst/>
              <a:rect l="l" t="t" r="r" b="b"/>
              <a:pathLst>
                <a:path w="534" h="601">
                  <a:moveTo>
                    <a:pt x="0" y="0"/>
                  </a:moveTo>
                  <a:lnTo>
                    <a:pt x="534" y="601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7" name="01 原图椅式轮廓与糖苷连接"/>
            <p:cNvSpPr/>
            <p:nvPr/>
          </p:nvSpPr>
          <p:spPr>
            <a:xfrm>
              <a:off x="1374100" y="6852300"/>
              <a:ext cx="54600" cy="145600"/>
            </a:xfrm>
            <a:custGeom>
              <a:avLst/>
              <a:gdLst/>
              <a:ahLst/>
              <a:cxnLst/>
              <a:rect l="l" t="t" r="r" b="b"/>
              <a:pathLst>
                <a:path w="600" h="1600">
                  <a:moveTo>
                    <a:pt x="0" y="1600"/>
                  </a:moveTo>
                  <a:lnTo>
                    <a:pt x="60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8" name="01 原图椅式轮廓与糖苷连接"/>
            <p:cNvSpPr/>
            <p:nvPr/>
          </p:nvSpPr>
          <p:spPr>
            <a:xfrm>
              <a:off x="1428700" y="6837103"/>
              <a:ext cx="182091" cy="15197"/>
            </a:xfrm>
            <a:custGeom>
              <a:avLst/>
              <a:gdLst/>
              <a:ahLst/>
              <a:cxnLst/>
              <a:rect l="l" t="t" r="r" b="b"/>
              <a:pathLst>
                <a:path w="2001" h="167">
                  <a:moveTo>
                    <a:pt x="0" y="167"/>
                  </a:moveTo>
                  <a:lnTo>
                    <a:pt x="2001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9" name="01 原图椅式轮廓与糖苷连接"/>
            <p:cNvSpPr/>
            <p:nvPr/>
          </p:nvSpPr>
          <p:spPr>
            <a:xfrm>
              <a:off x="2020200" y="6752200"/>
              <a:ext cx="91000" cy="145600"/>
            </a:xfrm>
            <a:custGeom>
              <a:avLst/>
              <a:gdLst/>
              <a:ahLst/>
              <a:cxnLst/>
              <a:rect l="l" t="t" r="r" b="b"/>
              <a:pathLst>
                <a:path w="1000" h="1600">
                  <a:moveTo>
                    <a:pt x="0" y="1600"/>
                  </a:moveTo>
                  <a:lnTo>
                    <a:pt x="100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0" name="01 原图椅式轮廓与糖苷连接"/>
            <p:cNvSpPr/>
            <p:nvPr/>
          </p:nvSpPr>
          <p:spPr>
            <a:xfrm>
              <a:off x="2111200" y="6737640"/>
              <a:ext cx="145782" cy="14560"/>
            </a:xfrm>
            <a:custGeom>
              <a:avLst/>
              <a:gdLst/>
              <a:ahLst/>
              <a:cxnLst/>
              <a:rect l="l" t="t" r="r" b="b"/>
              <a:pathLst>
                <a:path w="1602" h="160">
                  <a:moveTo>
                    <a:pt x="0" y="160"/>
                  </a:moveTo>
                  <a:lnTo>
                    <a:pt x="1602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1" name="01 原图椅式轮廓与糖苷连接"/>
            <p:cNvSpPr/>
            <p:nvPr/>
          </p:nvSpPr>
          <p:spPr>
            <a:xfrm>
              <a:off x="2684500" y="6988800"/>
              <a:ext cx="81900" cy="127400"/>
            </a:xfrm>
            <a:custGeom>
              <a:avLst/>
              <a:gdLst/>
              <a:ahLst/>
              <a:cxnLst/>
              <a:rect l="l" t="t" r="r" b="b"/>
              <a:pathLst>
                <a:path w="900" h="1400">
                  <a:moveTo>
                    <a:pt x="0" y="1400"/>
                  </a:moveTo>
                  <a:lnTo>
                    <a:pt x="900" y="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2" name="01 原图椅式轮廓与糖苷连接"/>
            <p:cNvSpPr/>
            <p:nvPr/>
          </p:nvSpPr>
          <p:spPr>
            <a:xfrm>
              <a:off x="2766400" y="6988800"/>
              <a:ext cx="209300" cy="7735"/>
            </a:xfrm>
            <a:custGeom>
              <a:avLst/>
              <a:gdLst/>
              <a:ahLst/>
              <a:cxnLst/>
              <a:rect l="l" t="t" r="r" b="b"/>
              <a:pathLst>
                <a:path w="2300" h="85">
                  <a:moveTo>
                    <a:pt x="0" y="0"/>
                  </a:moveTo>
                  <a:lnTo>
                    <a:pt x="2300" y="85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3" name="01 原图椅式轮廓与糖苷连接"/>
            <p:cNvSpPr/>
            <p:nvPr/>
          </p:nvSpPr>
          <p:spPr>
            <a:xfrm>
              <a:off x="1143688" y="7043400"/>
              <a:ext cx="93912" cy="40222"/>
            </a:xfrm>
            <a:custGeom>
              <a:avLst/>
              <a:gdLst/>
              <a:ahLst/>
              <a:cxnLst/>
              <a:rect l="l" t="t" r="r" b="b"/>
              <a:pathLst>
                <a:path w="1032" h="442">
                  <a:moveTo>
                    <a:pt x="1032" y="0"/>
                  </a:moveTo>
                  <a:lnTo>
                    <a:pt x="0" y="442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4" name="01 原图椅式轮廓与糖苷连接"/>
            <p:cNvSpPr/>
            <p:nvPr/>
          </p:nvSpPr>
          <p:spPr>
            <a:xfrm>
              <a:off x="1314404" y="7170800"/>
              <a:ext cx="32396" cy="84357"/>
            </a:xfrm>
            <a:custGeom>
              <a:avLst/>
              <a:gdLst/>
              <a:ahLst/>
              <a:cxnLst/>
              <a:rect l="l" t="t" r="r" b="b"/>
              <a:pathLst>
                <a:path w="356" h="927">
                  <a:moveTo>
                    <a:pt x="356" y="0"/>
                  </a:moveTo>
                  <a:lnTo>
                    <a:pt x="0" y="927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5" name="01 原图椅式轮廓与糖苷连接"/>
            <p:cNvSpPr/>
            <p:nvPr/>
          </p:nvSpPr>
          <p:spPr>
            <a:xfrm>
              <a:off x="1574300" y="7207200"/>
              <a:ext cx="62244" cy="96824"/>
            </a:xfrm>
            <a:custGeom>
              <a:avLst/>
              <a:gdLst/>
              <a:ahLst/>
              <a:cxnLst/>
              <a:rect l="l" t="t" r="r" b="b"/>
              <a:pathLst>
                <a:path w="684" h="1064">
                  <a:moveTo>
                    <a:pt x="0" y="0"/>
                  </a:moveTo>
                  <a:lnTo>
                    <a:pt x="684" y="1064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6" name="01 原图椅式轮廓与糖苷连接"/>
            <p:cNvSpPr/>
            <p:nvPr/>
          </p:nvSpPr>
          <p:spPr>
            <a:xfrm>
              <a:off x="1923012" y="7052500"/>
              <a:ext cx="69888" cy="97825"/>
            </a:xfrm>
            <a:custGeom>
              <a:avLst/>
              <a:gdLst/>
              <a:ahLst/>
              <a:cxnLst/>
              <a:rect l="l" t="t" r="r" b="b"/>
              <a:pathLst>
                <a:path w="768" h="1075">
                  <a:moveTo>
                    <a:pt x="768" y="0"/>
                  </a:moveTo>
                  <a:lnTo>
                    <a:pt x="0" y="1075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7" name="01 原图椅式轮廓与糖苷连接"/>
            <p:cNvSpPr/>
            <p:nvPr/>
          </p:nvSpPr>
          <p:spPr>
            <a:xfrm>
              <a:off x="2220400" y="7088900"/>
              <a:ext cx="42497" cy="120393"/>
            </a:xfrm>
            <a:custGeom>
              <a:avLst/>
              <a:gdLst/>
              <a:ahLst/>
              <a:cxnLst/>
              <a:rect l="l" t="t" r="r" b="b"/>
              <a:pathLst>
                <a:path w="467" h="1323">
                  <a:moveTo>
                    <a:pt x="0" y="0"/>
                  </a:moveTo>
                  <a:lnTo>
                    <a:pt x="467" y="1323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8" name="01 原图椅式轮廓与糖苷连接"/>
            <p:cNvSpPr/>
            <p:nvPr/>
          </p:nvSpPr>
          <p:spPr>
            <a:xfrm>
              <a:off x="2572661" y="7270900"/>
              <a:ext cx="84539" cy="91546"/>
            </a:xfrm>
            <a:custGeom>
              <a:avLst/>
              <a:gdLst/>
              <a:ahLst/>
              <a:cxnLst/>
              <a:rect l="l" t="t" r="r" b="b"/>
              <a:pathLst>
                <a:path w="929" h="1006">
                  <a:moveTo>
                    <a:pt x="929" y="0"/>
                  </a:moveTo>
                  <a:lnTo>
                    <a:pt x="0" y="1006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9" name="01 原图椅式轮廓与糖苷连接"/>
            <p:cNvSpPr/>
            <p:nvPr/>
          </p:nvSpPr>
          <p:spPr>
            <a:xfrm>
              <a:off x="2884700" y="7307300"/>
              <a:ext cx="34125" cy="24388"/>
            </a:xfrm>
            <a:custGeom>
              <a:avLst/>
              <a:gdLst/>
              <a:ahLst/>
              <a:cxnLst/>
              <a:rect l="l" t="t" r="r" b="b"/>
              <a:pathLst>
                <a:path w="375" h="268">
                  <a:moveTo>
                    <a:pt x="0" y="0"/>
                  </a:moveTo>
                  <a:lnTo>
                    <a:pt x="375" y="268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0" name="01 原图椅式轮廓与糖苷连接"/>
            <p:cNvSpPr/>
            <p:nvPr/>
          </p:nvSpPr>
          <p:spPr>
            <a:xfrm>
              <a:off x="3030300" y="7216300"/>
              <a:ext cx="118846" cy="20930"/>
            </a:xfrm>
            <a:custGeom>
              <a:avLst/>
              <a:gdLst/>
              <a:ahLst/>
              <a:cxnLst/>
              <a:rect l="l" t="t" r="r" b="b"/>
              <a:pathLst>
                <a:path w="1306" h="230">
                  <a:moveTo>
                    <a:pt x="0" y="0"/>
                  </a:moveTo>
                  <a:lnTo>
                    <a:pt x="1306" y="230"/>
                  </a:lnTo>
                </a:path>
              </a:pathLst>
            </a:custGeom>
            <a:noFill/>
            <a:ln w="5943" cap="rnd">
              <a:solidFill>
                <a:srgbClr val="17171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1" name="O"/>
            <p:cNvSpPr txBox="1"/>
            <p:nvPr/>
          </p:nvSpPr>
          <p:spPr>
            <a:xfrm>
              <a:off x="1591970" y="6954926"/>
              <a:ext cx="125912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</a:t>
              </a:r>
            </a:p>
          </p:txBody>
        </p:sp>
        <p:sp>
          <p:nvSpPr>
            <p:cNvPr id="602" name="O"/>
            <p:cNvSpPr txBox="1"/>
            <p:nvPr/>
          </p:nvSpPr>
          <p:spPr>
            <a:xfrm>
              <a:off x="2232050" y="6863486"/>
              <a:ext cx="125912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</a:t>
              </a:r>
            </a:p>
          </p:txBody>
        </p:sp>
        <p:sp>
          <p:nvSpPr>
            <p:cNvPr id="603" name="O"/>
            <p:cNvSpPr txBox="1"/>
            <p:nvPr/>
          </p:nvSpPr>
          <p:spPr>
            <a:xfrm>
              <a:off x="2899562" y="7082942"/>
              <a:ext cx="125912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</a:t>
              </a:r>
            </a:p>
          </p:txBody>
        </p:sp>
        <p:sp>
          <p:nvSpPr>
            <p:cNvPr id="604" name="O"/>
            <p:cNvSpPr txBox="1"/>
            <p:nvPr/>
          </p:nvSpPr>
          <p:spPr>
            <a:xfrm>
              <a:off x="1783994" y="7046366"/>
              <a:ext cx="125912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</a:t>
              </a:r>
            </a:p>
          </p:txBody>
        </p:sp>
        <p:sp>
          <p:nvSpPr>
            <p:cNvPr id="605" name="O"/>
            <p:cNvSpPr txBox="1"/>
            <p:nvPr/>
          </p:nvSpPr>
          <p:spPr>
            <a:xfrm>
              <a:off x="2460650" y="7046366"/>
              <a:ext cx="125912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</a:t>
              </a:r>
            </a:p>
          </p:txBody>
        </p:sp>
        <p:sp>
          <p:nvSpPr>
            <p:cNvPr id="606" name="OH"/>
            <p:cNvSpPr txBox="1"/>
            <p:nvPr/>
          </p:nvSpPr>
          <p:spPr>
            <a:xfrm>
              <a:off x="1628546" y="6817766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607" name="OH"/>
            <p:cNvSpPr txBox="1"/>
            <p:nvPr/>
          </p:nvSpPr>
          <p:spPr>
            <a:xfrm>
              <a:off x="2277770" y="6717182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608" name="OH"/>
            <p:cNvSpPr txBox="1"/>
            <p:nvPr/>
          </p:nvSpPr>
          <p:spPr>
            <a:xfrm>
              <a:off x="3000146" y="6982358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609" name="HO"/>
            <p:cNvSpPr txBox="1"/>
            <p:nvPr/>
          </p:nvSpPr>
          <p:spPr>
            <a:xfrm>
              <a:off x="1035100" y="7082942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HO</a:t>
              </a:r>
            </a:p>
          </p:txBody>
        </p:sp>
        <p:sp>
          <p:nvSpPr>
            <p:cNvPr id="610" name="HO"/>
            <p:cNvSpPr txBox="1"/>
            <p:nvPr/>
          </p:nvSpPr>
          <p:spPr>
            <a:xfrm>
              <a:off x="1227124" y="7274966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HO</a:t>
              </a:r>
            </a:p>
          </p:txBody>
        </p:sp>
        <p:sp>
          <p:nvSpPr>
            <p:cNvPr id="611" name="OH"/>
            <p:cNvSpPr txBox="1"/>
            <p:nvPr/>
          </p:nvSpPr>
          <p:spPr>
            <a:xfrm>
              <a:off x="1637690" y="7320686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612" name="HO"/>
            <p:cNvSpPr txBox="1"/>
            <p:nvPr/>
          </p:nvSpPr>
          <p:spPr>
            <a:xfrm>
              <a:off x="1830628" y="7165238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HO</a:t>
              </a:r>
            </a:p>
          </p:txBody>
        </p:sp>
        <p:sp>
          <p:nvSpPr>
            <p:cNvPr id="613" name="OH"/>
            <p:cNvSpPr txBox="1"/>
            <p:nvPr/>
          </p:nvSpPr>
          <p:spPr>
            <a:xfrm>
              <a:off x="2259482" y="7229246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614" name="HO"/>
            <p:cNvSpPr txBox="1"/>
            <p:nvPr/>
          </p:nvSpPr>
          <p:spPr>
            <a:xfrm>
              <a:off x="2479852" y="7375550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HO</a:t>
              </a:r>
            </a:p>
          </p:txBody>
        </p:sp>
        <p:sp>
          <p:nvSpPr>
            <p:cNvPr id="615" name="OH"/>
            <p:cNvSpPr txBox="1"/>
            <p:nvPr/>
          </p:nvSpPr>
          <p:spPr>
            <a:xfrm>
              <a:off x="2936138" y="7338974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616" name="OH"/>
            <p:cNvSpPr txBox="1"/>
            <p:nvPr/>
          </p:nvSpPr>
          <p:spPr>
            <a:xfrm>
              <a:off x="3173882" y="7229246"/>
              <a:ext cx="166205" cy="125912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583" b="0">
                  <a:solidFill>
                    <a:srgbClr val="111111"/>
                  </a:solidFill>
                  <a:latin typeface="Times New Roman"/>
                </a:defRPr>
              </a:pPr>
              <a:r>
                <a:t>OH</a:t>
              </a:r>
            </a:p>
          </p:txBody>
        </p:sp>
        <p:sp>
          <p:nvSpPr>
            <p:cNvPr id="617" name="02 氢键虚线"/>
            <p:cNvSpPr/>
            <p:nvPr/>
          </p:nvSpPr>
          <p:spPr>
            <a:xfrm>
              <a:off x="1492400" y="6852300"/>
              <a:ext cx="172900" cy="18200"/>
            </a:xfrm>
            <a:custGeom>
              <a:avLst/>
              <a:gdLst/>
              <a:ahLst/>
              <a:cxnLst/>
              <a:rect l="l" t="t" r="r" b="b"/>
              <a:pathLst>
                <a:path w="1900" h="200">
                  <a:moveTo>
                    <a:pt x="0" y="0"/>
                  </a:moveTo>
                  <a:lnTo>
                    <a:pt x="1900" y="200"/>
                  </a:lnTo>
                </a:path>
              </a:pathLst>
            </a:custGeom>
            <a:noFill/>
            <a:ln w="5943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8" name="02 氢键虚线"/>
            <p:cNvSpPr/>
            <p:nvPr/>
          </p:nvSpPr>
          <p:spPr>
            <a:xfrm>
              <a:off x="1583400" y="6916000"/>
              <a:ext cx="136500" cy="81900"/>
            </a:xfrm>
            <a:custGeom>
              <a:avLst/>
              <a:gdLst/>
              <a:ahLst/>
              <a:cxnLst/>
              <a:rect l="l" t="t" r="r" b="b"/>
              <a:pathLst>
                <a:path w="1500" h="900">
                  <a:moveTo>
                    <a:pt x="0" y="0"/>
                  </a:moveTo>
                  <a:lnTo>
                    <a:pt x="1500" y="900"/>
                  </a:lnTo>
                </a:path>
              </a:pathLst>
            </a:custGeom>
            <a:noFill/>
            <a:ln w="5943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9" name="02 氢键虚线"/>
            <p:cNvSpPr/>
            <p:nvPr/>
          </p:nvSpPr>
          <p:spPr>
            <a:xfrm>
              <a:off x="1319500" y="7316400"/>
              <a:ext cx="327600" cy="9100"/>
            </a:xfrm>
            <a:custGeom>
              <a:avLst/>
              <a:gdLst/>
              <a:ahLst/>
              <a:cxnLst/>
              <a:rect l="l" t="t" r="r" b="b"/>
              <a:pathLst>
                <a:path w="3600" h="100">
                  <a:moveTo>
                    <a:pt x="0" y="0"/>
                  </a:moveTo>
                  <a:lnTo>
                    <a:pt x="3600" y="100"/>
                  </a:lnTo>
                </a:path>
              </a:pathLst>
            </a:custGeom>
            <a:noFill/>
            <a:ln w="5943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0" name="02 氢键虚线"/>
            <p:cNvSpPr/>
            <p:nvPr/>
          </p:nvSpPr>
          <p:spPr>
            <a:xfrm>
              <a:off x="2138500" y="7079800"/>
              <a:ext cx="81900" cy="127400"/>
            </a:xfrm>
            <a:custGeom>
              <a:avLst/>
              <a:gdLst/>
              <a:ahLst/>
              <a:cxnLst/>
              <a:rect l="l" t="t" r="r" b="b"/>
              <a:pathLst>
                <a:path w="900" h="1400">
                  <a:moveTo>
                    <a:pt x="900" y="1400"/>
                  </a:moveTo>
                  <a:lnTo>
                    <a:pt x="0" y="0"/>
                  </a:lnTo>
                </a:path>
              </a:pathLst>
            </a:custGeom>
            <a:noFill/>
            <a:ln w="5943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1" name="02 氢键虚线"/>
            <p:cNvSpPr/>
            <p:nvPr/>
          </p:nvSpPr>
          <p:spPr>
            <a:xfrm>
              <a:off x="2502500" y="7371000"/>
              <a:ext cx="72800" cy="91000"/>
            </a:xfrm>
            <a:custGeom>
              <a:avLst/>
              <a:gdLst/>
              <a:ahLst/>
              <a:cxnLst/>
              <a:rect l="l" t="t" r="r" b="b"/>
              <a:pathLst>
                <a:path w="800" h="1000">
                  <a:moveTo>
                    <a:pt x="800" y="0"/>
                  </a:moveTo>
                  <a:lnTo>
                    <a:pt x="0" y="1000"/>
                  </a:lnTo>
                </a:path>
              </a:pathLst>
            </a:custGeom>
            <a:noFill/>
            <a:ln w="5943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2" name="02 氢键虚线"/>
            <p:cNvSpPr/>
            <p:nvPr/>
          </p:nvSpPr>
          <p:spPr>
            <a:xfrm>
              <a:off x="2921100" y="7389200"/>
              <a:ext cx="36400" cy="63700"/>
            </a:xfrm>
            <a:custGeom>
              <a:avLst/>
              <a:gdLst/>
              <a:ahLst/>
              <a:cxnLst/>
              <a:rect l="l" t="t" r="r" b="b"/>
              <a:pathLst>
                <a:path w="400" h="700">
                  <a:moveTo>
                    <a:pt x="400" y="0"/>
                  </a:moveTo>
                  <a:lnTo>
                    <a:pt x="0" y="700"/>
                  </a:lnTo>
                </a:path>
              </a:pathLst>
            </a:custGeom>
            <a:noFill/>
            <a:ln w="5943" cap="rnd">
              <a:solidFill>
                <a:srgbClr val="EF2626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3" name="03 原图离子位置"/>
            <p:cNvSpPr/>
            <p:nvPr/>
          </p:nvSpPr>
          <p:spPr>
            <a:xfrm>
              <a:off x="2114092" y="7042708"/>
              <a:ext cx="142646" cy="142646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3200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4" name="03 原图离子位置"/>
            <p:cNvSpPr/>
            <p:nvPr/>
          </p:nvSpPr>
          <p:spPr>
            <a:xfrm>
              <a:off x="2145475" y="7067671"/>
              <a:ext cx="45646" cy="23536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5" name="−"/>
            <p:cNvSpPr txBox="1"/>
            <p:nvPr/>
          </p:nvSpPr>
          <p:spPr>
            <a:xfrm>
              <a:off x="2149469" y="7061252"/>
              <a:ext cx="135799" cy="135799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628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626" name="03 原图离子位置"/>
            <p:cNvSpPr/>
            <p:nvPr/>
          </p:nvSpPr>
          <p:spPr>
            <a:xfrm>
              <a:off x="1830628" y="7481620"/>
              <a:ext cx="142646" cy="142646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3200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7" name="03 原图离子位置"/>
            <p:cNvSpPr/>
            <p:nvPr/>
          </p:nvSpPr>
          <p:spPr>
            <a:xfrm>
              <a:off x="1862011" y="7506583"/>
              <a:ext cx="45646" cy="23536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8" name="−"/>
            <p:cNvSpPr txBox="1"/>
            <p:nvPr/>
          </p:nvSpPr>
          <p:spPr>
            <a:xfrm>
              <a:off x="1866005" y="7500164"/>
              <a:ext cx="135799" cy="135799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628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629" name="03 原图离子位置"/>
            <p:cNvSpPr/>
            <p:nvPr/>
          </p:nvSpPr>
          <p:spPr>
            <a:xfrm>
              <a:off x="2863900" y="7435900"/>
              <a:ext cx="142646" cy="142646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3200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0" name="03 原图离子位置"/>
            <p:cNvSpPr/>
            <p:nvPr/>
          </p:nvSpPr>
          <p:spPr>
            <a:xfrm>
              <a:off x="2895283" y="7460863"/>
              <a:ext cx="45646" cy="23536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1" name="−"/>
            <p:cNvSpPr txBox="1"/>
            <p:nvPr/>
          </p:nvSpPr>
          <p:spPr>
            <a:xfrm>
              <a:off x="2899277" y="7454444"/>
              <a:ext cx="135799" cy="135799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628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632" name="03 原图离子位置"/>
            <p:cNvSpPr/>
            <p:nvPr/>
          </p:nvSpPr>
          <p:spPr>
            <a:xfrm>
              <a:off x="1341067" y="6737367"/>
              <a:ext cx="193466" cy="193466"/>
            </a:xfrm>
            <a:custGeom>
              <a:avLst/>
              <a:gdLst/>
              <a:ahLst/>
              <a:cxnLst/>
              <a:rect l="l" t="t" r="r" b="b"/>
              <a:pathLst>
                <a:path w="2126" h="2126">
                  <a:moveTo>
                    <a:pt x="676" y="0"/>
                  </a:moveTo>
                  <a:lnTo>
                    <a:pt x="2126" y="676"/>
                  </a:lnTo>
                  <a:lnTo>
                    <a:pt x="1450" y="2126"/>
                  </a:lnTo>
                  <a:lnTo>
                    <a:pt x="0" y="1450"/>
                  </a:lnTo>
                  <a:lnTo>
                    <a:pt x="676" y="0"/>
                  </a:lnTo>
                  <a:close/>
                </a:path>
              </a:pathLst>
            </a:custGeom>
            <a:gradFill>
              <a:gsLst>
                <a:gs pos="0">
                  <a:srgbClr val="EFA14D"/>
                </a:gs>
                <a:gs pos="50000">
                  <a:srgbClr val="DE751F"/>
                </a:gs>
                <a:gs pos="100000">
                  <a:srgbClr val="B44808"/>
                </a:gs>
              </a:gsLst>
              <a:lin ang="5400000" scaled="1"/>
            </a:gradFill>
            <a:ln w="4114" cap="rnd">
              <a:solidFill>
                <a:srgbClr val="A54D1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3" name="03 原图离子位置"/>
            <p:cNvSpPr/>
            <p:nvPr/>
          </p:nvSpPr>
          <p:spPr>
            <a:xfrm>
              <a:off x="1417871" y="6773403"/>
              <a:ext cx="79170" cy="36946"/>
            </a:xfrm>
            <a:custGeom>
              <a:avLst/>
              <a:gdLst/>
              <a:ahLst/>
              <a:cxnLst/>
              <a:rect l="l" t="t" r="r" b="b"/>
              <a:pathLst>
                <a:path w="870" h="406">
                  <a:moveTo>
                    <a:pt x="0" y="0"/>
                  </a:moveTo>
                  <a:lnTo>
                    <a:pt x="870" y="406"/>
                  </a:lnTo>
                </a:path>
              </a:pathLst>
            </a:custGeom>
            <a:noFill/>
            <a:ln w="6400" cap="rnd">
              <a:solidFill>
                <a:srgbClr val="FFD39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4" name="03 原图离子位置"/>
            <p:cNvSpPr/>
            <p:nvPr/>
          </p:nvSpPr>
          <p:spPr>
            <a:xfrm>
              <a:off x="1408771" y="6820541"/>
              <a:ext cx="58058" cy="27118"/>
            </a:xfrm>
            <a:custGeom>
              <a:avLst/>
              <a:gdLst/>
              <a:ahLst/>
              <a:cxnLst/>
              <a:rect l="l" t="t" r="r" b="b"/>
              <a:pathLst>
                <a:path w="638" h="298">
                  <a:moveTo>
                    <a:pt x="0" y="0"/>
                  </a:moveTo>
                  <a:lnTo>
                    <a:pt x="638" y="298"/>
                  </a:lnTo>
                </a:path>
              </a:pathLst>
            </a:custGeom>
            <a:noFill/>
            <a:ln w="10058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5" name="03 原图离子位置"/>
            <p:cNvSpPr/>
            <p:nvPr/>
          </p:nvSpPr>
          <p:spPr>
            <a:xfrm>
              <a:off x="1424241" y="6805071"/>
              <a:ext cx="27118" cy="58058"/>
            </a:xfrm>
            <a:custGeom>
              <a:avLst/>
              <a:gdLst/>
              <a:ahLst/>
              <a:cxnLst/>
              <a:rect l="l" t="t" r="r" b="b"/>
              <a:pathLst>
                <a:path w="298" h="638">
                  <a:moveTo>
                    <a:pt x="298" y="0"/>
                  </a:moveTo>
                  <a:lnTo>
                    <a:pt x="0" y="638"/>
                  </a:lnTo>
                </a:path>
              </a:pathLst>
            </a:custGeom>
            <a:noFill/>
            <a:ln w="10058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6" name="03 原图离子位置"/>
            <p:cNvSpPr/>
            <p:nvPr/>
          </p:nvSpPr>
          <p:spPr>
            <a:xfrm>
              <a:off x="1172899" y="7388199"/>
              <a:ext cx="202202" cy="202202"/>
            </a:xfrm>
            <a:custGeom>
              <a:avLst/>
              <a:gdLst/>
              <a:ahLst/>
              <a:cxnLst/>
              <a:rect l="l" t="t" r="r" b="b"/>
              <a:pathLst>
                <a:path w="2222" h="2222">
                  <a:moveTo>
                    <a:pt x="895" y="0"/>
                  </a:moveTo>
                  <a:lnTo>
                    <a:pt x="2222" y="895"/>
                  </a:lnTo>
                  <a:lnTo>
                    <a:pt x="1327" y="2222"/>
                  </a:lnTo>
                  <a:lnTo>
                    <a:pt x="0" y="1327"/>
                  </a:lnTo>
                  <a:lnTo>
                    <a:pt x="895" y="0"/>
                  </a:lnTo>
                  <a:close/>
                </a:path>
              </a:pathLst>
            </a:custGeom>
            <a:gradFill>
              <a:gsLst>
                <a:gs pos="0">
                  <a:srgbClr val="EFA14D"/>
                </a:gs>
                <a:gs pos="50000">
                  <a:srgbClr val="DE751F"/>
                </a:gs>
                <a:gs pos="100000">
                  <a:srgbClr val="B44808"/>
                </a:gs>
              </a:gsLst>
              <a:lin ang="5400000" scaled="1"/>
            </a:gradFill>
            <a:ln w="4114" cap="rnd">
              <a:solidFill>
                <a:srgbClr val="A54D1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7" name="03 原图离子位置"/>
            <p:cNvSpPr/>
            <p:nvPr/>
          </p:nvSpPr>
          <p:spPr>
            <a:xfrm>
              <a:off x="1263808" y="7426237"/>
              <a:ext cx="72436" cy="48867"/>
            </a:xfrm>
            <a:custGeom>
              <a:avLst/>
              <a:gdLst/>
              <a:ahLst/>
              <a:cxnLst/>
              <a:rect l="l" t="t" r="r" b="b"/>
              <a:pathLst>
                <a:path w="796" h="537">
                  <a:moveTo>
                    <a:pt x="0" y="0"/>
                  </a:moveTo>
                  <a:lnTo>
                    <a:pt x="796" y="537"/>
                  </a:lnTo>
                </a:path>
              </a:pathLst>
            </a:custGeom>
            <a:noFill/>
            <a:ln w="6400" cap="rnd">
              <a:solidFill>
                <a:srgbClr val="FFD39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8" name="03 原图离子位置"/>
            <p:cNvSpPr/>
            <p:nvPr/>
          </p:nvSpPr>
          <p:spPr>
            <a:xfrm>
              <a:off x="1247428" y="7471373"/>
              <a:ext cx="53144" cy="35854"/>
            </a:xfrm>
            <a:custGeom>
              <a:avLst/>
              <a:gdLst/>
              <a:ahLst/>
              <a:cxnLst/>
              <a:rect l="l" t="t" r="r" b="b"/>
              <a:pathLst>
                <a:path w="584" h="394">
                  <a:moveTo>
                    <a:pt x="0" y="0"/>
                  </a:moveTo>
                  <a:lnTo>
                    <a:pt x="584" y="394"/>
                  </a:lnTo>
                </a:path>
              </a:pathLst>
            </a:custGeom>
            <a:noFill/>
            <a:ln w="10058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9" name="03 原图离子位置"/>
            <p:cNvSpPr/>
            <p:nvPr/>
          </p:nvSpPr>
          <p:spPr>
            <a:xfrm>
              <a:off x="1256073" y="7462728"/>
              <a:ext cx="35854" cy="53144"/>
            </a:xfrm>
            <a:custGeom>
              <a:avLst/>
              <a:gdLst/>
              <a:ahLst/>
              <a:cxnLst/>
              <a:rect l="l" t="t" r="r" b="b"/>
              <a:pathLst>
                <a:path w="394" h="584">
                  <a:moveTo>
                    <a:pt x="394" y="0"/>
                  </a:moveTo>
                  <a:lnTo>
                    <a:pt x="0" y="584"/>
                  </a:lnTo>
                </a:path>
              </a:pathLst>
            </a:custGeom>
            <a:noFill/>
            <a:ln w="10058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0" name="03 原图离子位置"/>
            <p:cNvSpPr/>
            <p:nvPr/>
          </p:nvSpPr>
          <p:spPr>
            <a:xfrm>
              <a:off x="2370004" y="7411404"/>
              <a:ext cx="192192" cy="192192"/>
            </a:xfrm>
            <a:custGeom>
              <a:avLst/>
              <a:gdLst/>
              <a:ahLst/>
              <a:cxnLst/>
              <a:rect l="l" t="t" r="r" b="b"/>
              <a:pathLst>
                <a:path w="2112" h="2112">
                  <a:moveTo>
                    <a:pt x="651" y="0"/>
                  </a:moveTo>
                  <a:lnTo>
                    <a:pt x="2112" y="651"/>
                  </a:lnTo>
                  <a:lnTo>
                    <a:pt x="1461" y="2112"/>
                  </a:lnTo>
                  <a:lnTo>
                    <a:pt x="0" y="1461"/>
                  </a:lnTo>
                  <a:lnTo>
                    <a:pt x="651" y="0"/>
                  </a:lnTo>
                  <a:close/>
                </a:path>
              </a:pathLst>
            </a:custGeom>
            <a:gradFill>
              <a:gsLst>
                <a:gs pos="0">
                  <a:srgbClr val="EFA14D"/>
                </a:gs>
                <a:gs pos="50000">
                  <a:srgbClr val="DE751F"/>
                </a:gs>
                <a:gs pos="100000">
                  <a:srgbClr val="B44808"/>
                </a:gs>
              </a:gsLst>
              <a:lin ang="5400000" scaled="1"/>
            </a:gradFill>
            <a:ln w="4114" cap="rnd">
              <a:solidFill>
                <a:srgbClr val="A54D1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1" name="03 原图离子位置"/>
            <p:cNvSpPr/>
            <p:nvPr/>
          </p:nvSpPr>
          <p:spPr>
            <a:xfrm>
              <a:off x="2445170" y="7447167"/>
              <a:ext cx="79807" cy="35490"/>
            </a:xfrm>
            <a:custGeom>
              <a:avLst/>
              <a:gdLst/>
              <a:ahLst/>
              <a:cxnLst/>
              <a:rect l="l" t="t" r="r" b="b"/>
              <a:pathLst>
                <a:path w="877" h="390">
                  <a:moveTo>
                    <a:pt x="0" y="0"/>
                  </a:moveTo>
                  <a:lnTo>
                    <a:pt x="877" y="390"/>
                  </a:lnTo>
                </a:path>
              </a:pathLst>
            </a:custGeom>
            <a:noFill/>
            <a:ln w="6400" cap="rnd">
              <a:solidFill>
                <a:srgbClr val="FFD39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2" name="03 原图离子位置"/>
            <p:cNvSpPr/>
            <p:nvPr/>
          </p:nvSpPr>
          <p:spPr>
            <a:xfrm>
              <a:off x="2436798" y="7494487"/>
              <a:ext cx="58604" cy="26026"/>
            </a:xfrm>
            <a:custGeom>
              <a:avLst/>
              <a:gdLst/>
              <a:ahLst/>
              <a:cxnLst/>
              <a:rect l="l" t="t" r="r" b="b"/>
              <a:pathLst>
                <a:path w="644" h="286">
                  <a:moveTo>
                    <a:pt x="0" y="0"/>
                  </a:moveTo>
                  <a:lnTo>
                    <a:pt x="644" y="286"/>
                  </a:lnTo>
                </a:path>
              </a:pathLst>
            </a:custGeom>
            <a:noFill/>
            <a:ln w="10058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3" name="03 原图离子位置"/>
            <p:cNvSpPr/>
            <p:nvPr/>
          </p:nvSpPr>
          <p:spPr>
            <a:xfrm>
              <a:off x="2453087" y="7478198"/>
              <a:ext cx="26026" cy="58604"/>
            </a:xfrm>
            <a:custGeom>
              <a:avLst/>
              <a:gdLst/>
              <a:ahLst/>
              <a:cxnLst/>
              <a:rect l="l" t="t" r="r" b="b"/>
              <a:pathLst>
                <a:path w="286" h="644">
                  <a:moveTo>
                    <a:pt x="286" y="0"/>
                  </a:moveTo>
                  <a:lnTo>
                    <a:pt x="0" y="644"/>
                  </a:lnTo>
                </a:path>
              </a:pathLst>
            </a:custGeom>
            <a:noFill/>
            <a:ln w="10058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2" name="Oval 161"/>
          <p:cNvSpPr/>
          <p:nvPr/>
        </p:nvSpPr>
        <p:spPr>
          <a:xfrm>
            <a:off x="740664" y="6601968"/>
            <a:ext cx="2761488" cy="1133856"/>
          </a:xfrm>
          <a:prstGeom prst="ellipse">
            <a:avLst/>
          </a:prstGeom>
          <a:noFill/>
          <a:ln w="7620" cap="rnd">
            <a:solidFill>
              <a:srgbClr val="3333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3172968" y="6519672"/>
            <a:ext cx="365760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3236976" y="6565392"/>
            <a:ext cx="237744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+"/>
          <p:cNvSpPr txBox="1"/>
          <p:nvPr/>
        </p:nvSpPr>
        <p:spPr>
          <a:xfrm>
            <a:off x="3182112" y="6561277"/>
            <a:ext cx="34747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66" name="Native starch structure (ordered)"/>
          <p:cNvSpPr txBox="1"/>
          <p:nvPr/>
        </p:nvSpPr>
        <p:spPr>
          <a:xfrm>
            <a:off x="4288536" y="4562856"/>
            <a:ext cx="204825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A6DB4"/>
                </a:solidFill>
                <a:latin typeface="Times New Roman"/>
              </a:defRPr>
            </a:pPr>
            <a:r>
              <a:t>Native starch structure</a:t>
            </a:r>
          </a:p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A6DB4"/>
                </a:solidFill>
                <a:latin typeface="Times New Roman"/>
              </a:defRPr>
            </a:pPr>
            <a:r>
              <a:t>(ordered)</a:t>
            </a:r>
          </a:p>
        </p:txBody>
      </p:sp>
      <p:sp>
        <p:nvSpPr>
          <p:cNvPr id="167" name="Disrupted starch structure (disordered)"/>
          <p:cNvSpPr txBox="1"/>
          <p:nvPr/>
        </p:nvSpPr>
        <p:spPr>
          <a:xfrm>
            <a:off x="7040880" y="4562856"/>
            <a:ext cx="2258568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6DB4"/>
                </a:solidFill>
                <a:latin typeface="Times New Roman"/>
              </a:defRPr>
            </a:pPr>
            <a:r>
              <a:t>Disrupted starch structure</a:t>
            </a:r>
          </a:p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A6DB4"/>
                </a:solidFill>
                <a:latin typeface="Times New Roman"/>
              </a:defRPr>
            </a:pPr>
            <a:r>
              <a:t>(disordered)</a:t>
            </a:r>
          </a:p>
        </p:txBody>
      </p:sp>
      <p:grpSp>
        <p:nvGrpSpPr>
          <p:cNvPr id="681" name="03_有序双螺旋_按参考图描线 — 手动路径描摹"/>
          <p:cNvGrpSpPr/>
          <p:nvPr/>
        </p:nvGrpSpPr>
        <p:grpSpPr>
          <a:xfrm>
            <a:off x="4595500" y="5280366"/>
            <a:ext cx="1237600" cy="806794"/>
            <a:chOff x="4595500" y="5280366"/>
            <a:chExt cx="1237600" cy="806794"/>
          </a:xfrm>
        </p:grpSpPr>
        <p:sp>
          <p:nvSpPr>
            <p:cNvPr id="168" name="01 原图氢键位置"/>
            <p:cNvSpPr/>
            <p:nvPr/>
          </p:nvSpPr>
          <p:spPr>
            <a:xfrm>
              <a:off x="4650100" y="5551000"/>
              <a:ext cx="72800" cy="245700"/>
            </a:xfrm>
            <a:custGeom>
              <a:avLst/>
              <a:gdLst/>
              <a:ahLst/>
              <a:cxnLst/>
              <a:rect l="l" t="t" r="r" b="b"/>
              <a:pathLst>
                <a:path w="800" h="2700">
                  <a:moveTo>
                    <a:pt x="0" y="0"/>
                  </a:moveTo>
                  <a:lnTo>
                    <a:pt x="800" y="2700"/>
                  </a:lnTo>
                </a:path>
              </a:pathLst>
            </a:custGeom>
            <a:noFill/>
            <a:ln w="7315" cap="rnd">
              <a:solidFill>
                <a:srgbClr val="EC2424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5" name="01 原图氢键位置"/>
            <p:cNvSpPr/>
            <p:nvPr/>
          </p:nvSpPr>
          <p:spPr>
            <a:xfrm>
              <a:off x="4832100" y="5551000"/>
              <a:ext cx="54600" cy="236600"/>
            </a:xfrm>
            <a:custGeom>
              <a:avLst/>
              <a:gdLst/>
              <a:ahLst/>
              <a:cxnLst/>
              <a:rect l="l" t="t" r="r" b="b"/>
              <a:pathLst>
                <a:path w="600" h="2600">
                  <a:moveTo>
                    <a:pt x="600" y="0"/>
                  </a:moveTo>
                  <a:lnTo>
                    <a:pt x="0" y="2600"/>
                  </a:lnTo>
                </a:path>
              </a:pathLst>
            </a:custGeom>
            <a:noFill/>
            <a:ln w="7315" cap="rnd">
              <a:solidFill>
                <a:srgbClr val="EC2424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6" name="01 原图氢键位置"/>
            <p:cNvSpPr/>
            <p:nvPr/>
          </p:nvSpPr>
          <p:spPr>
            <a:xfrm>
              <a:off x="5105100" y="5551000"/>
              <a:ext cx="63700" cy="236600"/>
            </a:xfrm>
            <a:custGeom>
              <a:avLst/>
              <a:gdLst/>
              <a:ahLst/>
              <a:cxnLst/>
              <a:rect l="l" t="t" r="r" b="b"/>
              <a:pathLst>
                <a:path w="700" h="2600">
                  <a:moveTo>
                    <a:pt x="0" y="0"/>
                  </a:moveTo>
                  <a:lnTo>
                    <a:pt x="700" y="2600"/>
                  </a:lnTo>
                </a:path>
              </a:pathLst>
            </a:custGeom>
            <a:noFill/>
            <a:ln w="7315" cap="rnd">
              <a:solidFill>
                <a:srgbClr val="EC2424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7" name="01 原图氢键位置"/>
            <p:cNvSpPr/>
            <p:nvPr/>
          </p:nvSpPr>
          <p:spPr>
            <a:xfrm>
              <a:off x="5341700" y="5551000"/>
              <a:ext cx="63700" cy="236600"/>
            </a:xfrm>
            <a:custGeom>
              <a:avLst/>
              <a:gdLst/>
              <a:ahLst/>
              <a:cxnLst/>
              <a:rect l="l" t="t" r="r" b="b"/>
              <a:pathLst>
                <a:path w="700" h="2600">
                  <a:moveTo>
                    <a:pt x="700" y="0"/>
                  </a:moveTo>
                  <a:lnTo>
                    <a:pt x="0" y="2600"/>
                  </a:lnTo>
                </a:path>
              </a:pathLst>
            </a:custGeom>
            <a:noFill/>
            <a:ln w="7315" cap="rnd">
              <a:solidFill>
                <a:srgbClr val="EC2424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8" name="01 原图氢键位置"/>
            <p:cNvSpPr/>
            <p:nvPr/>
          </p:nvSpPr>
          <p:spPr>
            <a:xfrm>
              <a:off x="5623800" y="5551000"/>
              <a:ext cx="63700" cy="236600"/>
            </a:xfrm>
            <a:custGeom>
              <a:avLst/>
              <a:gdLst/>
              <a:ahLst/>
              <a:cxnLst/>
              <a:rect l="l" t="t" r="r" b="b"/>
              <a:pathLst>
                <a:path w="700" h="2600">
                  <a:moveTo>
                    <a:pt x="700" y="0"/>
                  </a:moveTo>
                  <a:lnTo>
                    <a:pt x="0" y="2600"/>
                  </a:lnTo>
                </a:path>
              </a:pathLst>
            </a:custGeom>
            <a:noFill/>
            <a:ln w="7315" cap="rnd">
              <a:solidFill>
                <a:srgbClr val="EC2424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9" name="02 螺旋带 y0"/>
            <p:cNvSpPr/>
            <p:nvPr/>
          </p:nvSpPr>
          <p:spPr>
            <a:xfrm>
              <a:off x="4595500" y="5359900"/>
              <a:ext cx="1237600" cy="169169"/>
            </a:xfrm>
            <a:custGeom>
              <a:avLst/>
              <a:gdLst/>
              <a:ahLst/>
              <a:cxnLst/>
              <a:rect l="l" t="t" r="r" b="b"/>
              <a:pathLst>
                <a:path w="13600" h="1859">
                  <a:moveTo>
                    <a:pt x="0" y="0"/>
                  </a:moveTo>
                  <a:lnTo>
                    <a:pt x="61" y="43"/>
                  </a:lnTo>
                  <a:lnTo>
                    <a:pt x="141" y="96"/>
                  </a:lnTo>
                  <a:lnTo>
                    <a:pt x="237" y="159"/>
                  </a:lnTo>
                  <a:lnTo>
                    <a:pt x="344" y="231"/>
                  </a:lnTo>
                  <a:lnTo>
                    <a:pt x="458" y="312"/>
                  </a:lnTo>
                  <a:lnTo>
                    <a:pt x="574" y="401"/>
                  </a:lnTo>
                  <a:lnTo>
                    <a:pt x="690" y="497"/>
                  </a:lnTo>
                  <a:lnTo>
                    <a:pt x="800" y="600"/>
                  </a:lnTo>
                  <a:lnTo>
                    <a:pt x="887" y="695"/>
                  </a:lnTo>
                  <a:lnTo>
                    <a:pt x="977" y="807"/>
                  </a:lnTo>
                  <a:lnTo>
                    <a:pt x="1069" y="931"/>
                  </a:lnTo>
                  <a:lnTo>
                    <a:pt x="1162" y="1062"/>
                  </a:lnTo>
                  <a:lnTo>
                    <a:pt x="1256" y="1194"/>
                  </a:lnTo>
                  <a:lnTo>
                    <a:pt x="1350" y="1322"/>
                  </a:lnTo>
                  <a:lnTo>
                    <a:pt x="1442" y="1442"/>
                  </a:lnTo>
                  <a:lnTo>
                    <a:pt x="1531" y="1549"/>
                  </a:lnTo>
                  <a:lnTo>
                    <a:pt x="1618" y="1636"/>
                  </a:lnTo>
                  <a:lnTo>
                    <a:pt x="1700" y="1700"/>
                  </a:lnTo>
                  <a:lnTo>
                    <a:pt x="1796" y="1753"/>
                  </a:lnTo>
                  <a:lnTo>
                    <a:pt x="1884" y="1788"/>
                  </a:lnTo>
                  <a:lnTo>
                    <a:pt x="1968" y="1803"/>
                  </a:lnTo>
                  <a:lnTo>
                    <a:pt x="2050" y="1800"/>
                  </a:lnTo>
                  <a:lnTo>
                    <a:pt x="2132" y="1778"/>
                  </a:lnTo>
                  <a:lnTo>
                    <a:pt x="2216" y="1738"/>
                  </a:lnTo>
                  <a:lnTo>
                    <a:pt x="2304" y="1678"/>
                  </a:lnTo>
                  <a:lnTo>
                    <a:pt x="2400" y="1600"/>
                  </a:lnTo>
                  <a:lnTo>
                    <a:pt x="2475" y="1521"/>
                  </a:lnTo>
                  <a:lnTo>
                    <a:pt x="2553" y="1415"/>
                  </a:lnTo>
                  <a:lnTo>
                    <a:pt x="2634" y="1289"/>
                  </a:lnTo>
                  <a:lnTo>
                    <a:pt x="2717" y="1148"/>
                  </a:lnTo>
                  <a:lnTo>
                    <a:pt x="2801" y="1000"/>
                  </a:lnTo>
                  <a:lnTo>
                    <a:pt x="2886" y="850"/>
                  </a:lnTo>
                  <a:lnTo>
                    <a:pt x="2972" y="705"/>
                  </a:lnTo>
                  <a:lnTo>
                    <a:pt x="3056" y="572"/>
                  </a:lnTo>
                  <a:lnTo>
                    <a:pt x="3140" y="455"/>
                  </a:lnTo>
                  <a:lnTo>
                    <a:pt x="3221" y="363"/>
                  </a:lnTo>
                  <a:lnTo>
                    <a:pt x="3300" y="300"/>
                  </a:lnTo>
                  <a:lnTo>
                    <a:pt x="3404" y="255"/>
                  </a:lnTo>
                  <a:lnTo>
                    <a:pt x="3505" y="244"/>
                  </a:lnTo>
                  <a:lnTo>
                    <a:pt x="3603" y="260"/>
                  </a:lnTo>
                  <a:lnTo>
                    <a:pt x="3700" y="300"/>
                  </a:lnTo>
                  <a:lnTo>
                    <a:pt x="3797" y="359"/>
                  </a:lnTo>
                  <a:lnTo>
                    <a:pt x="3895" y="431"/>
                  </a:lnTo>
                  <a:lnTo>
                    <a:pt x="3996" y="513"/>
                  </a:lnTo>
                  <a:lnTo>
                    <a:pt x="4100" y="600"/>
                  </a:lnTo>
                  <a:lnTo>
                    <a:pt x="4187" y="683"/>
                  </a:lnTo>
                  <a:lnTo>
                    <a:pt x="4277" y="790"/>
                  </a:lnTo>
                  <a:lnTo>
                    <a:pt x="4369" y="912"/>
                  </a:lnTo>
                  <a:lnTo>
                    <a:pt x="4462" y="1045"/>
                  </a:lnTo>
                  <a:lnTo>
                    <a:pt x="4556" y="1181"/>
                  </a:lnTo>
                  <a:lnTo>
                    <a:pt x="4650" y="1315"/>
                  </a:lnTo>
                  <a:lnTo>
                    <a:pt x="4742" y="1440"/>
                  </a:lnTo>
                  <a:lnTo>
                    <a:pt x="4831" y="1550"/>
                  </a:lnTo>
                  <a:lnTo>
                    <a:pt x="4918" y="1639"/>
                  </a:lnTo>
                  <a:lnTo>
                    <a:pt x="5000" y="1700"/>
                  </a:lnTo>
                  <a:lnTo>
                    <a:pt x="5096" y="1745"/>
                  </a:lnTo>
                  <a:lnTo>
                    <a:pt x="5184" y="1767"/>
                  </a:lnTo>
                  <a:lnTo>
                    <a:pt x="5268" y="1769"/>
                  </a:lnTo>
                  <a:lnTo>
                    <a:pt x="5350" y="1750"/>
                  </a:lnTo>
                  <a:lnTo>
                    <a:pt x="5432" y="1713"/>
                  </a:lnTo>
                  <a:lnTo>
                    <a:pt x="5516" y="1658"/>
                  </a:lnTo>
                  <a:lnTo>
                    <a:pt x="5604" y="1587"/>
                  </a:lnTo>
                  <a:lnTo>
                    <a:pt x="5700" y="1500"/>
                  </a:lnTo>
                  <a:lnTo>
                    <a:pt x="5775" y="1417"/>
                  </a:lnTo>
                  <a:lnTo>
                    <a:pt x="5853" y="1309"/>
                  </a:lnTo>
                  <a:lnTo>
                    <a:pt x="5934" y="1182"/>
                  </a:lnTo>
                  <a:lnTo>
                    <a:pt x="6017" y="1041"/>
                  </a:lnTo>
                  <a:lnTo>
                    <a:pt x="6101" y="893"/>
                  </a:lnTo>
                  <a:lnTo>
                    <a:pt x="6186" y="745"/>
                  </a:lnTo>
                  <a:lnTo>
                    <a:pt x="6272" y="601"/>
                  </a:lnTo>
                  <a:lnTo>
                    <a:pt x="6356" y="469"/>
                  </a:lnTo>
                  <a:lnTo>
                    <a:pt x="6440" y="354"/>
                  </a:lnTo>
                  <a:lnTo>
                    <a:pt x="6521" y="262"/>
                  </a:lnTo>
                  <a:lnTo>
                    <a:pt x="6600" y="200"/>
                  </a:lnTo>
                  <a:lnTo>
                    <a:pt x="6703" y="154"/>
                  </a:lnTo>
                  <a:lnTo>
                    <a:pt x="6800" y="139"/>
                  </a:lnTo>
                  <a:lnTo>
                    <a:pt x="6894" y="151"/>
                  </a:lnTo>
                  <a:lnTo>
                    <a:pt x="6988" y="188"/>
                  </a:lnTo>
                  <a:lnTo>
                    <a:pt x="7082" y="244"/>
                  </a:lnTo>
                  <a:lnTo>
                    <a:pt x="7181" y="317"/>
                  </a:lnTo>
                  <a:lnTo>
                    <a:pt x="7286" y="404"/>
                  </a:lnTo>
                  <a:lnTo>
                    <a:pt x="7400" y="500"/>
                  </a:lnTo>
                  <a:lnTo>
                    <a:pt x="7482" y="578"/>
                  </a:lnTo>
                  <a:lnTo>
                    <a:pt x="7571" y="677"/>
                  </a:lnTo>
                  <a:lnTo>
                    <a:pt x="7663" y="792"/>
                  </a:lnTo>
                  <a:lnTo>
                    <a:pt x="7759" y="919"/>
                  </a:lnTo>
                  <a:lnTo>
                    <a:pt x="7857" y="1052"/>
                  </a:lnTo>
                  <a:lnTo>
                    <a:pt x="7956" y="1188"/>
                  </a:lnTo>
                  <a:lnTo>
                    <a:pt x="8055" y="1321"/>
                  </a:lnTo>
                  <a:lnTo>
                    <a:pt x="8152" y="1448"/>
                  </a:lnTo>
                  <a:lnTo>
                    <a:pt x="8246" y="1564"/>
                  </a:lnTo>
                  <a:lnTo>
                    <a:pt x="8336" y="1664"/>
                  </a:lnTo>
                  <a:lnTo>
                    <a:pt x="8421" y="1745"/>
                  </a:lnTo>
                  <a:lnTo>
                    <a:pt x="8500" y="1800"/>
                  </a:lnTo>
                  <a:lnTo>
                    <a:pt x="8606" y="1845"/>
                  </a:lnTo>
                  <a:lnTo>
                    <a:pt x="8701" y="1859"/>
                  </a:lnTo>
                  <a:lnTo>
                    <a:pt x="8787" y="1844"/>
                  </a:lnTo>
                  <a:lnTo>
                    <a:pt x="8869" y="1806"/>
                  </a:lnTo>
                  <a:lnTo>
                    <a:pt x="8948" y="1749"/>
                  </a:lnTo>
                  <a:lnTo>
                    <a:pt x="9027" y="1676"/>
                  </a:lnTo>
                  <a:lnTo>
                    <a:pt x="9110" y="1592"/>
                  </a:lnTo>
                  <a:lnTo>
                    <a:pt x="9200" y="1500"/>
                  </a:lnTo>
                  <a:lnTo>
                    <a:pt x="9276" y="1410"/>
                  </a:lnTo>
                  <a:lnTo>
                    <a:pt x="9352" y="1294"/>
                  </a:lnTo>
                  <a:lnTo>
                    <a:pt x="9429" y="1159"/>
                  </a:lnTo>
                  <a:lnTo>
                    <a:pt x="9508" y="1013"/>
                  </a:lnTo>
                  <a:lnTo>
                    <a:pt x="9587" y="862"/>
                  </a:lnTo>
                  <a:lnTo>
                    <a:pt x="9668" y="715"/>
                  </a:lnTo>
                  <a:lnTo>
                    <a:pt x="9749" y="578"/>
                  </a:lnTo>
                  <a:lnTo>
                    <a:pt x="9832" y="458"/>
                  </a:lnTo>
                  <a:lnTo>
                    <a:pt x="9915" y="363"/>
                  </a:lnTo>
                  <a:lnTo>
                    <a:pt x="10000" y="300"/>
                  </a:lnTo>
                  <a:lnTo>
                    <a:pt x="10107" y="260"/>
                  </a:lnTo>
                  <a:lnTo>
                    <a:pt x="10216" y="251"/>
                  </a:lnTo>
                  <a:lnTo>
                    <a:pt x="10326" y="267"/>
                  </a:lnTo>
                  <a:lnTo>
                    <a:pt x="10438" y="306"/>
                  </a:lnTo>
                  <a:lnTo>
                    <a:pt x="10551" y="363"/>
                  </a:lnTo>
                  <a:lnTo>
                    <a:pt x="10666" y="434"/>
                  </a:lnTo>
                  <a:lnTo>
                    <a:pt x="10782" y="514"/>
                  </a:lnTo>
                  <a:lnTo>
                    <a:pt x="10900" y="600"/>
                  </a:lnTo>
                  <a:lnTo>
                    <a:pt x="10997" y="684"/>
                  </a:lnTo>
                  <a:lnTo>
                    <a:pt x="11098" y="791"/>
                  </a:lnTo>
                  <a:lnTo>
                    <a:pt x="11202" y="915"/>
                  </a:lnTo>
                  <a:lnTo>
                    <a:pt x="11307" y="1050"/>
                  </a:lnTo>
                  <a:lnTo>
                    <a:pt x="11412" y="1188"/>
                  </a:lnTo>
                  <a:lnTo>
                    <a:pt x="11517" y="1322"/>
                  </a:lnTo>
                  <a:lnTo>
                    <a:pt x="11619" y="1448"/>
                  </a:lnTo>
                  <a:lnTo>
                    <a:pt x="11718" y="1557"/>
                  </a:lnTo>
                  <a:lnTo>
                    <a:pt x="11812" y="1643"/>
                  </a:lnTo>
                  <a:lnTo>
                    <a:pt x="11900" y="1700"/>
                  </a:lnTo>
                  <a:lnTo>
                    <a:pt x="12000" y="1736"/>
                  </a:lnTo>
                  <a:lnTo>
                    <a:pt x="12089" y="1745"/>
                  </a:lnTo>
                  <a:lnTo>
                    <a:pt x="12171" y="1730"/>
                  </a:lnTo>
                  <a:lnTo>
                    <a:pt x="12250" y="1694"/>
                  </a:lnTo>
                  <a:lnTo>
                    <a:pt x="12329" y="1640"/>
                  </a:lnTo>
                  <a:lnTo>
                    <a:pt x="12411" y="1571"/>
                  </a:lnTo>
                  <a:lnTo>
                    <a:pt x="12500" y="1490"/>
                  </a:lnTo>
                  <a:lnTo>
                    <a:pt x="12600" y="1400"/>
                  </a:lnTo>
                  <a:lnTo>
                    <a:pt x="12683" y="1320"/>
                  </a:lnTo>
                  <a:lnTo>
                    <a:pt x="12777" y="1220"/>
                  </a:lnTo>
                  <a:lnTo>
                    <a:pt x="12878" y="1105"/>
                  </a:lnTo>
                  <a:lnTo>
                    <a:pt x="12984" y="979"/>
                  </a:lnTo>
                  <a:lnTo>
                    <a:pt x="13091" y="848"/>
                  </a:lnTo>
                  <a:lnTo>
                    <a:pt x="13196" y="715"/>
                  </a:lnTo>
                  <a:lnTo>
                    <a:pt x="13297" y="586"/>
                  </a:lnTo>
                  <a:lnTo>
                    <a:pt x="13391" y="465"/>
                  </a:lnTo>
                  <a:lnTo>
                    <a:pt x="13475" y="357"/>
                  </a:lnTo>
                  <a:lnTo>
                    <a:pt x="13546" y="267"/>
                  </a:lnTo>
                  <a:lnTo>
                    <a:pt x="13600" y="200"/>
                  </a:lnTo>
                </a:path>
              </a:pathLst>
            </a:custGeom>
            <a:noFill/>
            <a:ln w="64008" cap="rnd">
              <a:solidFill>
                <a:srgbClr val="2A4D8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0" name="02 螺旋带 y0"/>
            <p:cNvSpPr/>
            <p:nvPr/>
          </p:nvSpPr>
          <p:spPr>
            <a:xfrm>
              <a:off x="4595500" y="5359900"/>
              <a:ext cx="1237600" cy="169169"/>
            </a:xfrm>
            <a:custGeom>
              <a:avLst/>
              <a:gdLst/>
              <a:ahLst/>
              <a:cxnLst/>
              <a:rect l="l" t="t" r="r" b="b"/>
              <a:pathLst>
                <a:path w="13600" h="1859">
                  <a:moveTo>
                    <a:pt x="0" y="0"/>
                  </a:moveTo>
                  <a:lnTo>
                    <a:pt x="61" y="43"/>
                  </a:lnTo>
                  <a:lnTo>
                    <a:pt x="141" y="96"/>
                  </a:lnTo>
                  <a:lnTo>
                    <a:pt x="237" y="159"/>
                  </a:lnTo>
                  <a:lnTo>
                    <a:pt x="344" y="231"/>
                  </a:lnTo>
                  <a:lnTo>
                    <a:pt x="458" y="312"/>
                  </a:lnTo>
                  <a:lnTo>
                    <a:pt x="574" y="401"/>
                  </a:lnTo>
                  <a:lnTo>
                    <a:pt x="690" y="497"/>
                  </a:lnTo>
                  <a:lnTo>
                    <a:pt x="800" y="600"/>
                  </a:lnTo>
                  <a:lnTo>
                    <a:pt x="887" y="695"/>
                  </a:lnTo>
                  <a:lnTo>
                    <a:pt x="977" y="807"/>
                  </a:lnTo>
                  <a:lnTo>
                    <a:pt x="1069" y="931"/>
                  </a:lnTo>
                  <a:lnTo>
                    <a:pt x="1162" y="1062"/>
                  </a:lnTo>
                  <a:lnTo>
                    <a:pt x="1256" y="1194"/>
                  </a:lnTo>
                  <a:lnTo>
                    <a:pt x="1350" y="1322"/>
                  </a:lnTo>
                  <a:lnTo>
                    <a:pt x="1442" y="1442"/>
                  </a:lnTo>
                  <a:lnTo>
                    <a:pt x="1531" y="1549"/>
                  </a:lnTo>
                  <a:lnTo>
                    <a:pt x="1618" y="1636"/>
                  </a:lnTo>
                  <a:lnTo>
                    <a:pt x="1700" y="1700"/>
                  </a:lnTo>
                  <a:lnTo>
                    <a:pt x="1796" y="1753"/>
                  </a:lnTo>
                  <a:lnTo>
                    <a:pt x="1884" y="1788"/>
                  </a:lnTo>
                  <a:lnTo>
                    <a:pt x="1968" y="1803"/>
                  </a:lnTo>
                  <a:lnTo>
                    <a:pt x="2050" y="1800"/>
                  </a:lnTo>
                  <a:lnTo>
                    <a:pt x="2132" y="1778"/>
                  </a:lnTo>
                  <a:lnTo>
                    <a:pt x="2216" y="1738"/>
                  </a:lnTo>
                  <a:lnTo>
                    <a:pt x="2304" y="1678"/>
                  </a:lnTo>
                  <a:lnTo>
                    <a:pt x="2400" y="1600"/>
                  </a:lnTo>
                  <a:lnTo>
                    <a:pt x="2475" y="1521"/>
                  </a:lnTo>
                  <a:lnTo>
                    <a:pt x="2553" y="1415"/>
                  </a:lnTo>
                  <a:lnTo>
                    <a:pt x="2634" y="1289"/>
                  </a:lnTo>
                  <a:lnTo>
                    <a:pt x="2717" y="1148"/>
                  </a:lnTo>
                  <a:lnTo>
                    <a:pt x="2801" y="1000"/>
                  </a:lnTo>
                  <a:lnTo>
                    <a:pt x="2886" y="850"/>
                  </a:lnTo>
                  <a:lnTo>
                    <a:pt x="2972" y="705"/>
                  </a:lnTo>
                  <a:lnTo>
                    <a:pt x="3056" y="572"/>
                  </a:lnTo>
                  <a:lnTo>
                    <a:pt x="3140" y="455"/>
                  </a:lnTo>
                  <a:lnTo>
                    <a:pt x="3221" y="363"/>
                  </a:lnTo>
                  <a:lnTo>
                    <a:pt x="3300" y="300"/>
                  </a:lnTo>
                  <a:lnTo>
                    <a:pt x="3404" y="255"/>
                  </a:lnTo>
                  <a:lnTo>
                    <a:pt x="3505" y="244"/>
                  </a:lnTo>
                  <a:lnTo>
                    <a:pt x="3603" y="260"/>
                  </a:lnTo>
                  <a:lnTo>
                    <a:pt x="3700" y="300"/>
                  </a:lnTo>
                  <a:lnTo>
                    <a:pt x="3797" y="359"/>
                  </a:lnTo>
                  <a:lnTo>
                    <a:pt x="3895" y="431"/>
                  </a:lnTo>
                  <a:lnTo>
                    <a:pt x="3996" y="513"/>
                  </a:lnTo>
                  <a:lnTo>
                    <a:pt x="4100" y="600"/>
                  </a:lnTo>
                  <a:lnTo>
                    <a:pt x="4187" y="683"/>
                  </a:lnTo>
                  <a:lnTo>
                    <a:pt x="4277" y="790"/>
                  </a:lnTo>
                  <a:lnTo>
                    <a:pt x="4369" y="912"/>
                  </a:lnTo>
                  <a:lnTo>
                    <a:pt x="4462" y="1045"/>
                  </a:lnTo>
                  <a:lnTo>
                    <a:pt x="4556" y="1181"/>
                  </a:lnTo>
                  <a:lnTo>
                    <a:pt x="4650" y="1315"/>
                  </a:lnTo>
                  <a:lnTo>
                    <a:pt x="4742" y="1440"/>
                  </a:lnTo>
                  <a:lnTo>
                    <a:pt x="4831" y="1550"/>
                  </a:lnTo>
                  <a:lnTo>
                    <a:pt x="4918" y="1639"/>
                  </a:lnTo>
                  <a:lnTo>
                    <a:pt x="5000" y="1700"/>
                  </a:lnTo>
                  <a:lnTo>
                    <a:pt x="5096" y="1745"/>
                  </a:lnTo>
                  <a:lnTo>
                    <a:pt x="5184" y="1767"/>
                  </a:lnTo>
                  <a:lnTo>
                    <a:pt x="5268" y="1769"/>
                  </a:lnTo>
                  <a:lnTo>
                    <a:pt x="5350" y="1750"/>
                  </a:lnTo>
                  <a:lnTo>
                    <a:pt x="5432" y="1713"/>
                  </a:lnTo>
                  <a:lnTo>
                    <a:pt x="5516" y="1658"/>
                  </a:lnTo>
                  <a:lnTo>
                    <a:pt x="5604" y="1587"/>
                  </a:lnTo>
                  <a:lnTo>
                    <a:pt x="5700" y="1500"/>
                  </a:lnTo>
                  <a:lnTo>
                    <a:pt x="5775" y="1417"/>
                  </a:lnTo>
                  <a:lnTo>
                    <a:pt x="5853" y="1309"/>
                  </a:lnTo>
                  <a:lnTo>
                    <a:pt x="5934" y="1182"/>
                  </a:lnTo>
                  <a:lnTo>
                    <a:pt x="6017" y="1041"/>
                  </a:lnTo>
                  <a:lnTo>
                    <a:pt x="6101" y="893"/>
                  </a:lnTo>
                  <a:lnTo>
                    <a:pt x="6186" y="745"/>
                  </a:lnTo>
                  <a:lnTo>
                    <a:pt x="6272" y="601"/>
                  </a:lnTo>
                  <a:lnTo>
                    <a:pt x="6356" y="469"/>
                  </a:lnTo>
                  <a:lnTo>
                    <a:pt x="6440" y="354"/>
                  </a:lnTo>
                  <a:lnTo>
                    <a:pt x="6521" y="262"/>
                  </a:lnTo>
                  <a:lnTo>
                    <a:pt x="6600" y="200"/>
                  </a:lnTo>
                  <a:lnTo>
                    <a:pt x="6703" y="154"/>
                  </a:lnTo>
                  <a:lnTo>
                    <a:pt x="6800" y="139"/>
                  </a:lnTo>
                  <a:lnTo>
                    <a:pt x="6894" y="151"/>
                  </a:lnTo>
                  <a:lnTo>
                    <a:pt x="6988" y="188"/>
                  </a:lnTo>
                  <a:lnTo>
                    <a:pt x="7082" y="244"/>
                  </a:lnTo>
                  <a:lnTo>
                    <a:pt x="7181" y="317"/>
                  </a:lnTo>
                  <a:lnTo>
                    <a:pt x="7286" y="404"/>
                  </a:lnTo>
                  <a:lnTo>
                    <a:pt x="7400" y="500"/>
                  </a:lnTo>
                  <a:lnTo>
                    <a:pt x="7482" y="578"/>
                  </a:lnTo>
                  <a:lnTo>
                    <a:pt x="7571" y="677"/>
                  </a:lnTo>
                  <a:lnTo>
                    <a:pt x="7663" y="792"/>
                  </a:lnTo>
                  <a:lnTo>
                    <a:pt x="7759" y="919"/>
                  </a:lnTo>
                  <a:lnTo>
                    <a:pt x="7857" y="1052"/>
                  </a:lnTo>
                  <a:lnTo>
                    <a:pt x="7956" y="1188"/>
                  </a:lnTo>
                  <a:lnTo>
                    <a:pt x="8055" y="1321"/>
                  </a:lnTo>
                  <a:lnTo>
                    <a:pt x="8152" y="1448"/>
                  </a:lnTo>
                  <a:lnTo>
                    <a:pt x="8246" y="1564"/>
                  </a:lnTo>
                  <a:lnTo>
                    <a:pt x="8336" y="1664"/>
                  </a:lnTo>
                  <a:lnTo>
                    <a:pt x="8421" y="1745"/>
                  </a:lnTo>
                  <a:lnTo>
                    <a:pt x="8500" y="1800"/>
                  </a:lnTo>
                  <a:lnTo>
                    <a:pt x="8606" y="1845"/>
                  </a:lnTo>
                  <a:lnTo>
                    <a:pt x="8701" y="1859"/>
                  </a:lnTo>
                  <a:lnTo>
                    <a:pt x="8787" y="1844"/>
                  </a:lnTo>
                  <a:lnTo>
                    <a:pt x="8869" y="1806"/>
                  </a:lnTo>
                  <a:lnTo>
                    <a:pt x="8948" y="1749"/>
                  </a:lnTo>
                  <a:lnTo>
                    <a:pt x="9027" y="1676"/>
                  </a:lnTo>
                  <a:lnTo>
                    <a:pt x="9110" y="1592"/>
                  </a:lnTo>
                  <a:lnTo>
                    <a:pt x="9200" y="1500"/>
                  </a:lnTo>
                  <a:lnTo>
                    <a:pt x="9276" y="1410"/>
                  </a:lnTo>
                  <a:lnTo>
                    <a:pt x="9352" y="1294"/>
                  </a:lnTo>
                  <a:lnTo>
                    <a:pt x="9429" y="1159"/>
                  </a:lnTo>
                  <a:lnTo>
                    <a:pt x="9508" y="1013"/>
                  </a:lnTo>
                  <a:lnTo>
                    <a:pt x="9587" y="862"/>
                  </a:lnTo>
                  <a:lnTo>
                    <a:pt x="9668" y="715"/>
                  </a:lnTo>
                  <a:lnTo>
                    <a:pt x="9749" y="578"/>
                  </a:lnTo>
                  <a:lnTo>
                    <a:pt x="9832" y="458"/>
                  </a:lnTo>
                  <a:lnTo>
                    <a:pt x="9915" y="363"/>
                  </a:lnTo>
                  <a:lnTo>
                    <a:pt x="10000" y="300"/>
                  </a:lnTo>
                  <a:lnTo>
                    <a:pt x="10107" y="260"/>
                  </a:lnTo>
                  <a:lnTo>
                    <a:pt x="10216" y="251"/>
                  </a:lnTo>
                  <a:lnTo>
                    <a:pt x="10326" y="267"/>
                  </a:lnTo>
                  <a:lnTo>
                    <a:pt x="10438" y="306"/>
                  </a:lnTo>
                  <a:lnTo>
                    <a:pt x="10551" y="363"/>
                  </a:lnTo>
                  <a:lnTo>
                    <a:pt x="10666" y="434"/>
                  </a:lnTo>
                  <a:lnTo>
                    <a:pt x="10782" y="514"/>
                  </a:lnTo>
                  <a:lnTo>
                    <a:pt x="10900" y="600"/>
                  </a:lnTo>
                  <a:lnTo>
                    <a:pt x="10997" y="684"/>
                  </a:lnTo>
                  <a:lnTo>
                    <a:pt x="11098" y="791"/>
                  </a:lnTo>
                  <a:lnTo>
                    <a:pt x="11202" y="915"/>
                  </a:lnTo>
                  <a:lnTo>
                    <a:pt x="11307" y="1050"/>
                  </a:lnTo>
                  <a:lnTo>
                    <a:pt x="11412" y="1188"/>
                  </a:lnTo>
                  <a:lnTo>
                    <a:pt x="11517" y="1322"/>
                  </a:lnTo>
                  <a:lnTo>
                    <a:pt x="11619" y="1448"/>
                  </a:lnTo>
                  <a:lnTo>
                    <a:pt x="11718" y="1557"/>
                  </a:lnTo>
                  <a:lnTo>
                    <a:pt x="11812" y="1643"/>
                  </a:lnTo>
                  <a:lnTo>
                    <a:pt x="11900" y="1700"/>
                  </a:lnTo>
                  <a:lnTo>
                    <a:pt x="12000" y="1736"/>
                  </a:lnTo>
                  <a:lnTo>
                    <a:pt x="12089" y="1745"/>
                  </a:lnTo>
                  <a:lnTo>
                    <a:pt x="12171" y="1730"/>
                  </a:lnTo>
                  <a:lnTo>
                    <a:pt x="12250" y="1694"/>
                  </a:lnTo>
                  <a:lnTo>
                    <a:pt x="12329" y="1640"/>
                  </a:lnTo>
                  <a:lnTo>
                    <a:pt x="12411" y="1571"/>
                  </a:lnTo>
                  <a:lnTo>
                    <a:pt x="12500" y="1490"/>
                  </a:lnTo>
                  <a:lnTo>
                    <a:pt x="12600" y="1400"/>
                  </a:lnTo>
                  <a:lnTo>
                    <a:pt x="12683" y="1320"/>
                  </a:lnTo>
                  <a:lnTo>
                    <a:pt x="12777" y="1220"/>
                  </a:lnTo>
                  <a:lnTo>
                    <a:pt x="12878" y="1105"/>
                  </a:lnTo>
                  <a:lnTo>
                    <a:pt x="12984" y="979"/>
                  </a:lnTo>
                  <a:lnTo>
                    <a:pt x="13091" y="848"/>
                  </a:lnTo>
                  <a:lnTo>
                    <a:pt x="13196" y="715"/>
                  </a:lnTo>
                  <a:lnTo>
                    <a:pt x="13297" y="586"/>
                  </a:lnTo>
                  <a:lnTo>
                    <a:pt x="13391" y="465"/>
                  </a:lnTo>
                  <a:lnTo>
                    <a:pt x="13475" y="357"/>
                  </a:lnTo>
                  <a:lnTo>
                    <a:pt x="13546" y="267"/>
                  </a:lnTo>
                  <a:lnTo>
                    <a:pt x="13600" y="200"/>
                  </a:lnTo>
                </a:path>
              </a:pathLst>
            </a:custGeom>
            <a:noFill/>
            <a:ln w="50292" cap="rnd">
              <a:solidFill>
                <a:srgbClr val="AFC5E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1" name="02 螺旋带 y0"/>
            <p:cNvSpPr/>
            <p:nvPr/>
          </p:nvSpPr>
          <p:spPr>
            <a:xfrm>
              <a:off x="4595500" y="5353985"/>
              <a:ext cx="1237600" cy="169169"/>
            </a:xfrm>
            <a:custGeom>
              <a:avLst/>
              <a:gdLst/>
              <a:ahLst/>
              <a:cxnLst/>
              <a:rect l="l" t="t" r="r" b="b"/>
              <a:pathLst>
                <a:path w="13600" h="1859">
                  <a:moveTo>
                    <a:pt x="0" y="0"/>
                  </a:moveTo>
                  <a:lnTo>
                    <a:pt x="61" y="43"/>
                  </a:lnTo>
                  <a:lnTo>
                    <a:pt x="141" y="96"/>
                  </a:lnTo>
                  <a:lnTo>
                    <a:pt x="237" y="159"/>
                  </a:lnTo>
                  <a:lnTo>
                    <a:pt x="344" y="231"/>
                  </a:lnTo>
                  <a:lnTo>
                    <a:pt x="458" y="312"/>
                  </a:lnTo>
                  <a:lnTo>
                    <a:pt x="574" y="401"/>
                  </a:lnTo>
                  <a:lnTo>
                    <a:pt x="690" y="497"/>
                  </a:lnTo>
                  <a:lnTo>
                    <a:pt x="800" y="600"/>
                  </a:lnTo>
                  <a:lnTo>
                    <a:pt x="887" y="695"/>
                  </a:lnTo>
                  <a:lnTo>
                    <a:pt x="977" y="807"/>
                  </a:lnTo>
                  <a:lnTo>
                    <a:pt x="1069" y="931"/>
                  </a:lnTo>
                  <a:lnTo>
                    <a:pt x="1162" y="1062"/>
                  </a:lnTo>
                  <a:lnTo>
                    <a:pt x="1256" y="1194"/>
                  </a:lnTo>
                  <a:lnTo>
                    <a:pt x="1350" y="1322"/>
                  </a:lnTo>
                  <a:lnTo>
                    <a:pt x="1442" y="1442"/>
                  </a:lnTo>
                  <a:lnTo>
                    <a:pt x="1531" y="1549"/>
                  </a:lnTo>
                  <a:lnTo>
                    <a:pt x="1618" y="1636"/>
                  </a:lnTo>
                  <a:lnTo>
                    <a:pt x="1700" y="1700"/>
                  </a:lnTo>
                  <a:lnTo>
                    <a:pt x="1796" y="1753"/>
                  </a:lnTo>
                  <a:lnTo>
                    <a:pt x="1884" y="1787"/>
                  </a:lnTo>
                  <a:lnTo>
                    <a:pt x="1968" y="1803"/>
                  </a:lnTo>
                  <a:lnTo>
                    <a:pt x="2050" y="1800"/>
                  </a:lnTo>
                  <a:lnTo>
                    <a:pt x="2132" y="1778"/>
                  </a:lnTo>
                  <a:lnTo>
                    <a:pt x="2216" y="1737"/>
                  </a:lnTo>
                  <a:lnTo>
                    <a:pt x="2304" y="1678"/>
                  </a:lnTo>
                  <a:lnTo>
                    <a:pt x="2400" y="1600"/>
                  </a:lnTo>
                  <a:lnTo>
                    <a:pt x="2475" y="1521"/>
                  </a:lnTo>
                  <a:lnTo>
                    <a:pt x="2553" y="1415"/>
                  </a:lnTo>
                  <a:lnTo>
                    <a:pt x="2634" y="1289"/>
                  </a:lnTo>
                  <a:lnTo>
                    <a:pt x="2717" y="1148"/>
                  </a:lnTo>
                  <a:lnTo>
                    <a:pt x="2801" y="1000"/>
                  </a:lnTo>
                  <a:lnTo>
                    <a:pt x="2886" y="850"/>
                  </a:lnTo>
                  <a:lnTo>
                    <a:pt x="2972" y="705"/>
                  </a:lnTo>
                  <a:lnTo>
                    <a:pt x="3056" y="572"/>
                  </a:lnTo>
                  <a:lnTo>
                    <a:pt x="3140" y="455"/>
                  </a:lnTo>
                  <a:lnTo>
                    <a:pt x="3221" y="363"/>
                  </a:lnTo>
                  <a:lnTo>
                    <a:pt x="3300" y="300"/>
                  </a:lnTo>
                  <a:lnTo>
                    <a:pt x="3404" y="255"/>
                  </a:lnTo>
                  <a:lnTo>
                    <a:pt x="3505" y="244"/>
                  </a:lnTo>
                  <a:lnTo>
                    <a:pt x="3603" y="260"/>
                  </a:lnTo>
                  <a:lnTo>
                    <a:pt x="3700" y="300"/>
                  </a:lnTo>
                  <a:lnTo>
                    <a:pt x="3797" y="359"/>
                  </a:lnTo>
                  <a:lnTo>
                    <a:pt x="3895" y="431"/>
                  </a:lnTo>
                  <a:lnTo>
                    <a:pt x="3996" y="513"/>
                  </a:lnTo>
                  <a:lnTo>
                    <a:pt x="4100" y="600"/>
                  </a:lnTo>
                  <a:lnTo>
                    <a:pt x="4187" y="683"/>
                  </a:lnTo>
                  <a:lnTo>
                    <a:pt x="4277" y="790"/>
                  </a:lnTo>
                  <a:lnTo>
                    <a:pt x="4369" y="912"/>
                  </a:lnTo>
                  <a:lnTo>
                    <a:pt x="4462" y="1045"/>
                  </a:lnTo>
                  <a:lnTo>
                    <a:pt x="4556" y="1181"/>
                  </a:lnTo>
                  <a:lnTo>
                    <a:pt x="4650" y="1315"/>
                  </a:lnTo>
                  <a:lnTo>
                    <a:pt x="4742" y="1440"/>
                  </a:lnTo>
                  <a:lnTo>
                    <a:pt x="4831" y="1550"/>
                  </a:lnTo>
                  <a:lnTo>
                    <a:pt x="4918" y="1639"/>
                  </a:lnTo>
                  <a:lnTo>
                    <a:pt x="5000" y="1700"/>
                  </a:lnTo>
                  <a:lnTo>
                    <a:pt x="5096" y="1745"/>
                  </a:lnTo>
                  <a:lnTo>
                    <a:pt x="5184" y="1767"/>
                  </a:lnTo>
                  <a:lnTo>
                    <a:pt x="5268" y="1769"/>
                  </a:lnTo>
                  <a:lnTo>
                    <a:pt x="5350" y="1750"/>
                  </a:lnTo>
                  <a:lnTo>
                    <a:pt x="5432" y="1713"/>
                  </a:lnTo>
                  <a:lnTo>
                    <a:pt x="5516" y="1658"/>
                  </a:lnTo>
                  <a:lnTo>
                    <a:pt x="5604" y="1587"/>
                  </a:lnTo>
                  <a:lnTo>
                    <a:pt x="5700" y="1500"/>
                  </a:lnTo>
                  <a:lnTo>
                    <a:pt x="5775" y="1417"/>
                  </a:lnTo>
                  <a:lnTo>
                    <a:pt x="5853" y="1309"/>
                  </a:lnTo>
                  <a:lnTo>
                    <a:pt x="5934" y="1182"/>
                  </a:lnTo>
                  <a:lnTo>
                    <a:pt x="6017" y="1041"/>
                  </a:lnTo>
                  <a:lnTo>
                    <a:pt x="6101" y="893"/>
                  </a:lnTo>
                  <a:lnTo>
                    <a:pt x="6186" y="745"/>
                  </a:lnTo>
                  <a:lnTo>
                    <a:pt x="6272" y="601"/>
                  </a:lnTo>
                  <a:lnTo>
                    <a:pt x="6356" y="469"/>
                  </a:lnTo>
                  <a:lnTo>
                    <a:pt x="6440" y="354"/>
                  </a:lnTo>
                  <a:lnTo>
                    <a:pt x="6521" y="262"/>
                  </a:lnTo>
                  <a:lnTo>
                    <a:pt x="6600" y="200"/>
                  </a:lnTo>
                  <a:lnTo>
                    <a:pt x="6703" y="154"/>
                  </a:lnTo>
                  <a:lnTo>
                    <a:pt x="6800" y="139"/>
                  </a:lnTo>
                  <a:lnTo>
                    <a:pt x="6894" y="151"/>
                  </a:lnTo>
                  <a:lnTo>
                    <a:pt x="6988" y="187"/>
                  </a:lnTo>
                  <a:lnTo>
                    <a:pt x="7082" y="244"/>
                  </a:lnTo>
                  <a:lnTo>
                    <a:pt x="7181" y="317"/>
                  </a:lnTo>
                  <a:lnTo>
                    <a:pt x="7286" y="404"/>
                  </a:lnTo>
                  <a:lnTo>
                    <a:pt x="7400" y="500"/>
                  </a:lnTo>
                  <a:lnTo>
                    <a:pt x="7482" y="578"/>
                  </a:lnTo>
                  <a:lnTo>
                    <a:pt x="7571" y="677"/>
                  </a:lnTo>
                  <a:lnTo>
                    <a:pt x="7663" y="792"/>
                  </a:lnTo>
                  <a:lnTo>
                    <a:pt x="7759" y="919"/>
                  </a:lnTo>
                  <a:lnTo>
                    <a:pt x="7857" y="1052"/>
                  </a:lnTo>
                  <a:lnTo>
                    <a:pt x="7956" y="1187"/>
                  </a:lnTo>
                  <a:lnTo>
                    <a:pt x="8055" y="1321"/>
                  </a:lnTo>
                  <a:lnTo>
                    <a:pt x="8152" y="1448"/>
                  </a:lnTo>
                  <a:lnTo>
                    <a:pt x="8246" y="1564"/>
                  </a:lnTo>
                  <a:lnTo>
                    <a:pt x="8336" y="1664"/>
                  </a:lnTo>
                  <a:lnTo>
                    <a:pt x="8421" y="1745"/>
                  </a:lnTo>
                  <a:lnTo>
                    <a:pt x="8500" y="1800"/>
                  </a:lnTo>
                  <a:lnTo>
                    <a:pt x="8606" y="1845"/>
                  </a:lnTo>
                  <a:lnTo>
                    <a:pt x="8701" y="1859"/>
                  </a:lnTo>
                  <a:lnTo>
                    <a:pt x="8787" y="1844"/>
                  </a:lnTo>
                  <a:lnTo>
                    <a:pt x="8869" y="1806"/>
                  </a:lnTo>
                  <a:lnTo>
                    <a:pt x="8948" y="1749"/>
                  </a:lnTo>
                  <a:lnTo>
                    <a:pt x="9027" y="1676"/>
                  </a:lnTo>
                  <a:lnTo>
                    <a:pt x="9110" y="1592"/>
                  </a:lnTo>
                  <a:lnTo>
                    <a:pt x="9200" y="1500"/>
                  </a:lnTo>
                  <a:lnTo>
                    <a:pt x="9276" y="1410"/>
                  </a:lnTo>
                  <a:lnTo>
                    <a:pt x="9352" y="1294"/>
                  </a:lnTo>
                  <a:lnTo>
                    <a:pt x="9429" y="1159"/>
                  </a:lnTo>
                  <a:lnTo>
                    <a:pt x="9508" y="1013"/>
                  </a:lnTo>
                  <a:lnTo>
                    <a:pt x="9587" y="863"/>
                  </a:lnTo>
                  <a:lnTo>
                    <a:pt x="9668" y="715"/>
                  </a:lnTo>
                  <a:lnTo>
                    <a:pt x="9749" y="578"/>
                  </a:lnTo>
                  <a:lnTo>
                    <a:pt x="9832" y="458"/>
                  </a:lnTo>
                  <a:lnTo>
                    <a:pt x="9915" y="363"/>
                  </a:lnTo>
                  <a:lnTo>
                    <a:pt x="10000" y="300"/>
                  </a:lnTo>
                  <a:lnTo>
                    <a:pt x="10107" y="260"/>
                  </a:lnTo>
                  <a:lnTo>
                    <a:pt x="10216" y="251"/>
                  </a:lnTo>
                  <a:lnTo>
                    <a:pt x="10326" y="267"/>
                  </a:lnTo>
                  <a:lnTo>
                    <a:pt x="10438" y="306"/>
                  </a:lnTo>
                  <a:lnTo>
                    <a:pt x="10551" y="363"/>
                  </a:lnTo>
                  <a:lnTo>
                    <a:pt x="10666" y="434"/>
                  </a:lnTo>
                  <a:lnTo>
                    <a:pt x="10782" y="514"/>
                  </a:lnTo>
                  <a:lnTo>
                    <a:pt x="10900" y="600"/>
                  </a:lnTo>
                  <a:lnTo>
                    <a:pt x="10997" y="684"/>
                  </a:lnTo>
                  <a:lnTo>
                    <a:pt x="11098" y="791"/>
                  </a:lnTo>
                  <a:lnTo>
                    <a:pt x="11202" y="915"/>
                  </a:lnTo>
                  <a:lnTo>
                    <a:pt x="11307" y="1050"/>
                  </a:lnTo>
                  <a:lnTo>
                    <a:pt x="11412" y="1188"/>
                  </a:lnTo>
                  <a:lnTo>
                    <a:pt x="11517" y="1322"/>
                  </a:lnTo>
                  <a:lnTo>
                    <a:pt x="11619" y="1448"/>
                  </a:lnTo>
                  <a:lnTo>
                    <a:pt x="11718" y="1557"/>
                  </a:lnTo>
                  <a:lnTo>
                    <a:pt x="11812" y="1643"/>
                  </a:lnTo>
                  <a:lnTo>
                    <a:pt x="11900" y="1700"/>
                  </a:lnTo>
                  <a:lnTo>
                    <a:pt x="12000" y="1736"/>
                  </a:lnTo>
                  <a:lnTo>
                    <a:pt x="12089" y="1745"/>
                  </a:lnTo>
                  <a:lnTo>
                    <a:pt x="12171" y="1730"/>
                  </a:lnTo>
                  <a:lnTo>
                    <a:pt x="12250" y="1694"/>
                  </a:lnTo>
                  <a:lnTo>
                    <a:pt x="12329" y="1640"/>
                  </a:lnTo>
                  <a:lnTo>
                    <a:pt x="12411" y="1571"/>
                  </a:lnTo>
                  <a:lnTo>
                    <a:pt x="12500" y="1490"/>
                  </a:lnTo>
                  <a:lnTo>
                    <a:pt x="12600" y="1400"/>
                  </a:lnTo>
                  <a:lnTo>
                    <a:pt x="12683" y="1320"/>
                  </a:lnTo>
                  <a:lnTo>
                    <a:pt x="12777" y="1220"/>
                  </a:lnTo>
                  <a:lnTo>
                    <a:pt x="12878" y="1105"/>
                  </a:lnTo>
                  <a:lnTo>
                    <a:pt x="12984" y="979"/>
                  </a:lnTo>
                  <a:lnTo>
                    <a:pt x="13091" y="848"/>
                  </a:lnTo>
                  <a:lnTo>
                    <a:pt x="13196" y="715"/>
                  </a:lnTo>
                  <a:lnTo>
                    <a:pt x="13297" y="586"/>
                  </a:lnTo>
                  <a:lnTo>
                    <a:pt x="13391" y="465"/>
                  </a:lnTo>
                  <a:lnTo>
                    <a:pt x="13475" y="357"/>
                  </a:lnTo>
                  <a:lnTo>
                    <a:pt x="13546" y="267"/>
                  </a:lnTo>
                  <a:lnTo>
                    <a:pt x="13600" y="200"/>
                  </a:lnTo>
                </a:path>
              </a:pathLst>
            </a:custGeom>
            <a:noFill/>
            <a:ln w="17373" cap="rnd">
              <a:solidFill>
                <a:srgbClr val="E0E9F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2" name="02 螺旋带 y0"/>
            <p:cNvSpPr/>
            <p:nvPr/>
          </p:nvSpPr>
          <p:spPr>
            <a:xfrm>
              <a:off x="4595500" y="5374460"/>
              <a:ext cx="1237600" cy="169169"/>
            </a:xfrm>
            <a:custGeom>
              <a:avLst/>
              <a:gdLst/>
              <a:ahLst/>
              <a:cxnLst/>
              <a:rect l="l" t="t" r="r" b="b"/>
              <a:pathLst>
                <a:path w="13600" h="1859">
                  <a:moveTo>
                    <a:pt x="0" y="0"/>
                  </a:moveTo>
                  <a:lnTo>
                    <a:pt x="61" y="43"/>
                  </a:lnTo>
                  <a:lnTo>
                    <a:pt x="141" y="96"/>
                  </a:lnTo>
                  <a:lnTo>
                    <a:pt x="237" y="159"/>
                  </a:lnTo>
                  <a:lnTo>
                    <a:pt x="344" y="231"/>
                  </a:lnTo>
                  <a:lnTo>
                    <a:pt x="458" y="312"/>
                  </a:lnTo>
                  <a:lnTo>
                    <a:pt x="574" y="401"/>
                  </a:lnTo>
                  <a:lnTo>
                    <a:pt x="690" y="497"/>
                  </a:lnTo>
                  <a:lnTo>
                    <a:pt x="800" y="600"/>
                  </a:lnTo>
                  <a:lnTo>
                    <a:pt x="887" y="695"/>
                  </a:lnTo>
                  <a:lnTo>
                    <a:pt x="977" y="807"/>
                  </a:lnTo>
                  <a:lnTo>
                    <a:pt x="1069" y="931"/>
                  </a:lnTo>
                  <a:lnTo>
                    <a:pt x="1162" y="1062"/>
                  </a:lnTo>
                  <a:lnTo>
                    <a:pt x="1256" y="1194"/>
                  </a:lnTo>
                  <a:lnTo>
                    <a:pt x="1350" y="1322"/>
                  </a:lnTo>
                  <a:lnTo>
                    <a:pt x="1442" y="1442"/>
                  </a:lnTo>
                  <a:lnTo>
                    <a:pt x="1531" y="1549"/>
                  </a:lnTo>
                  <a:lnTo>
                    <a:pt x="1618" y="1636"/>
                  </a:lnTo>
                  <a:lnTo>
                    <a:pt x="1700" y="1700"/>
                  </a:lnTo>
                  <a:lnTo>
                    <a:pt x="1796" y="1753"/>
                  </a:lnTo>
                  <a:lnTo>
                    <a:pt x="1884" y="1788"/>
                  </a:lnTo>
                  <a:lnTo>
                    <a:pt x="1968" y="1803"/>
                  </a:lnTo>
                  <a:lnTo>
                    <a:pt x="2050" y="1800"/>
                  </a:lnTo>
                  <a:lnTo>
                    <a:pt x="2132" y="1778"/>
                  </a:lnTo>
                  <a:lnTo>
                    <a:pt x="2216" y="1737"/>
                  </a:lnTo>
                  <a:lnTo>
                    <a:pt x="2304" y="1678"/>
                  </a:lnTo>
                  <a:lnTo>
                    <a:pt x="2400" y="1600"/>
                  </a:lnTo>
                  <a:lnTo>
                    <a:pt x="2475" y="1521"/>
                  </a:lnTo>
                  <a:lnTo>
                    <a:pt x="2553" y="1415"/>
                  </a:lnTo>
                  <a:lnTo>
                    <a:pt x="2634" y="1289"/>
                  </a:lnTo>
                  <a:lnTo>
                    <a:pt x="2717" y="1148"/>
                  </a:lnTo>
                  <a:lnTo>
                    <a:pt x="2801" y="1000"/>
                  </a:lnTo>
                  <a:lnTo>
                    <a:pt x="2886" y="850"/>
                  </a:lnTo>
                  <a:lnTo>
                    <a:pt x="2972" y="705"/>
                  </a:lnTo>
                  <a:lnTo>
                    <a:pt x="3056" y="572"/>
                  </a:lnTo>
                  <a:lnTo>
                    <a:pt x="3140" y="455"/>
                  </a:lnTo>
                  <a:lnTo>
                    <a:pt x="3221" y="363"/>
                  </a:lnTo>
                  <a:lnTo>
                    <a:pt x="3300" y="300"/>
                  </a:lnTo>
                  <a:lnTo>
                    <a:pt x="3404" y="255"/>
                  </a:lnTo>
                  <a:lnTo>
                    <a:pt x="3505" y="244"/>
                  </a:lnTo>
                  <a:lnTo>
                    <a:pt x="3603" y="260"/>
                  </a:lnTo>
                  <a:lnTo>
                    <a:pt x="3700" y="300"/>
                  </a:lnTo>
                  <a:lnTo>
                    <a:pt x="3797" y="359"/>
                  </a:lnTo>
                  <a:lnTo>
                    <a:pt x="3895" y="431"/>
                  </a:lnTo>
                  <a:lnTo>
                    <a:pt x="3996" y="513"/>
                  </a:lnTo>
                  <a:lnTo>
                    <a:pt x="4100" y="600"/>
                  </a:lnTo>
                  <a:lnTo>
                    <a:pt x="4187" y="683"/>
                  </a:lnTo>
                  <a:lnTo>
                    <a:pt x="4277" y="790"/>
                  </a:lnTo>
                  <a:lnTo>
                    <a:pt x="4369" y="912"/>
                  </a:lnTo>
                  <a:lnTo>
                    <a:pt x="4462" y="1045"/>
                  </a:lnTo>
                  <a:lnTo>
                    <a:pt x="4556" y="1181"/>
                  </a:lnTo>
                  <a:lnTo>
                    <a:pt x="4650" y="1315"/>
                  </a:lnTo>
                  <a:lnTo>
                    <a:pt x="4742" y="1440"/>
                  </a:lnTo>
                  <a:lnTo>
                    <a:pt x="4831" y="1550"/>
                  </a:lnTo>
                  <a:lnTo>
                    <a:pt x="4918" y="1639"/>
                  </a:lnTo>
                  <a:lnTo>
                    <a:pt x="5000" y="1700"/>
                  </a:lnTo>
                  <a:lnTo>
                    <a:pt x="5096" y="1745"/>
                  </a:lnTo>
                  <a:lnTo>
                    <a:pt x="5184" y="1767"/>
                  </a:lnTo>
                  <a:lnTo>
                    <a:pt x="5268" y="1769"/>
                  </a:lnTo>
                  <a:lnTo>
                    <a:pt x="5350" y="1750"/>
                  </a:lnTo>
                  <a:lnTo>
                    <a:pt x="5432" y="1713"/>
                  </a:lnTo>
                  <a:lnTo>
                    <a:pt x="5516" y="1658"/>
                  </a:lnTo>
                  <a:lnTo>
                    <a:pt x="5604" y="1587"/>
                  </a:lnTo>
                  <a:lnTo>
                    <a:pt x="5700" y="1500"/>
                  </a:lnTo>
                  <a:lnTo>
                    <a:pt x="5775" y="1417"/>
                  </a:lnTo>
                  <a:lnTo>
                    <a:pt x="5853" y="1309"/>
                  </a:lnTo>
                  <a:lnTo>
                    <a:pt x="5934" y="1182"/>
                  </a:lnTo>
                  <a:lnTo>
                    <a:pt x="6017" y="1041"/>
                  </a:lnTo>
                  <a:lnTo>
                    <a:pt x="6101" y="893"/>
                  </a:lnTo>
                  <a:lnTo>
                    <a:pt x="6186" y="745"/>
                  </a:lnTo>
                  <a:lnTo>
                    <a:pt x="6272" y="601"/>
                  </a:lnTo>
                  <a:lnTo>
                    <a:pt x="6356" y="469"/>
                  </a:lnTo>
                  <a:lnTo>
                    <a:pt x="6440" y="354"/>
                  </a:lnTo>
                  <a:lnTo>
                    <a:pt x="6521" y="262"/>
                  </a:lnTo>
                  <a:lnTo>
                    <a:pt x="6600" y="200"/>
                  </a:lnTo>
                  <a:lnTo>
                    <a:pt x="6703" y="154"/>
                  </a:lnTo>
                  <a:lnTo>
                    <a:pt x="6800" y="139"/>
                  </a:lnTo>
                  <a:lnTo>
                    <a:pt x="6894" y="151"/>
                  </a:lnTo>
                  <a:lnTo>
                    <a:pt x="6988" y="187"/>
                  </a:lnTo>
                  <a:lnTo>
                    <a:pt x="7082" y="244"/>
                  </a:lnTo>
                  <a:lnTo>
                    <a:pt x="7181" y="317"/>
                  </a:lnTo>
                  <a:lnTo>
                    <a:pt x="7286" y="404"/>
                  </a:lnTo>
                  <a:lnTo>
                    <a:pt x="7400" y="500"/>
                  </a:lnTo>
                  <a:lnTo>
                    <a:pt x="7482" y="578"/>
                  </a:lnTo>
                  <a:lnTo>
                    <a:pt x="7571" y="677"/>
                  </a:lnTo>
                  <a:lnTo>
                    <a:pt x="7663" y="792"/>
                  </a:lnTo>
                  <a:lnTo>
                    <a:pt x="7759" y="919"/>
                  </a:lnTo>
                  <a:lnTo>
                    <a:pt x="7857" y="1052"/>
                  </a:lnTo>
                  <a:lnTo>
                    <a:pt x="7956" y="1187"/>
                  </a:lnTo>
                  <a:lnTo>
                    <a:pt x="8055" y="1321"/>
                  </a:lnTo>
                  <a:lnTo>
                    <a:pt x="8152" y="1448"/>
                  </a:lnTo>
                  <a:lnTo>
                    <a:pt x="8246" y="1564"/>
                  </a:lnTo>
                  <a:lnTo>
                    <a:pt x="8336" y="1664"/>
                  </a:lnTo>
                  <a:lnTo>
                    <a:pt x="8421" y="1745"/>
                  </a:lnTo>
                  <a:lnTo>
                    <a:pt x="8500" y="1800"/>
                  </a:lnTo>
                  <a:lnTo>
                    <a:pt x="8606" y="1845"/>
                  </a:lnTo>
                  <a:lnTo>
                    <a:pt x="8701" y="1859"/>
                  </a:lnTo>
                  <a:lnTo>
                    <a:pt x="8787" y="1844"/>
                  </a:lnTo>
                  <a:lnTo>
                    <a:pt x="8869" y="1806"/>
                  </a:lnTo>
                  <a:lnTo>
                    <a:pt x="8948" y="1749"/>
                  </a:lnTo>
                  <a:lnTo>
                    <a:pt x="9027" y="1676"/>
                  </a:lnTo>
                  <a:lnTo>
                    <a:pt x="9110" y="1592"/>
                  </a:lnTo>
                  <a:lnTo>
                    <a:pt x="9200" y="1500"/>
                  </a:lnTo>
                  <a:lnTo>
                    <a:pt x="9276" y="1410"/>
                  </a:lnTo>
                  <a:lnTo>
                    <a:pt x="9352" y="1294"/>
                  </a:lnTo>
                  <a:lnTo>
                    <a:pt x="9429" y="1159"/>
                  </a:lnTo>
                  <a:lnTo>
                    <a:pt x="9508" y="1013"/>
                  </a:lnTo>
                  <a:lnTo>
                    <a:pt x="9587" y="862"/>
                  </a:lnTo>
                  <a:lnTo>
                    <a:pt x="9668" y="715"/>
                  </a:lnTo>
                  <a:lnTo>
                    <a:pt x="9749" y="578"/>
                  </a:lnTo>
                  <a:lnTo>
                    <a:pt x="9832" y="458"/>
                  </a:lnTo>
                  <a:lnTo>
                    <a:pt x="9915" y="363"/>
                  </a:lnTo>
                  <a:lnTo>
                    <a:pt x="10000" y="300"/>
                  </a:lnTo>
                  <a:lnTo>
                    <a:pt x="10107" y="260"/>
                  </a:lnTo>
                  <a:lnTo>
                    <a:pt x="10216" y="251"/>
                  </a:lnTo>
                  <a:lnTo>
                    <a:pt x="10326" y="267"/>
                  </a:lnTo>
                  <a:lnTo>
                    <a:pt x="10438" y="306"/>
                  </a:lnTo>
                  <a:lnTo>
                    <a:pt x="10551" y="363"/>
                  </a:lnTo>
                  <a:lnTo>
                    <a:pt x="10666" y="434"/>
                  </a:lnTo>
                  <a:lnTo>
                    <a:pt x="10782" y="514"/>
                  </a:lnTo>
                  <a:lnTo>
                    <a:pt x="10900" y="600"/>
                  </a:lnTo>
                  <a:lnTo>
                    <a:pt x="10997" y="684"/>
                  </a:lnTo>
                  <a:lnTo>
                    <a:pt x="11098" y="791"/>
                  </a:lnTo>
                  <a:lnTo>
                    <a:pt x="11202" y="915"/>
                  </a:lnTo>
                  <a:lnTo>
                    <a:pt x="11307" y="1050"/>
                  </a:lnTo>
                  <a:lnTo>
                    <a:pt x="11412" y="1188"/>
                  </a:lnTo>
                  <a:lnTo>
                    <a:pt x="11517" y="1322"/>
                  </a:lnTo>
                  <a:lnTo>
                    <a:pt x="11619" y="1448"/>
                  </a:lnTo>
                  <a:lnTo>
                    <a:pt x="11718" y="1557"/>
                  </a:lnTo>
                  <a:lnTo>
                    <a:pt x="11812" y="1643"/>
                  </a:lnTo>
                  <a:lnTo>
                    <a:pt x="11900" y="1700"/>
                  </a:lnTo>
                  <a:lnTo>
                    <a:pt x="12000" y="1736"/>
                  </a:lnTo>
                  <a:lnTo>
                    <a:pt x="12089" y="1745"/>
                  </a:lnTo>
                  <a:lnTo>
                    <a:pt x="12171" y="1730"/>
                  </a:lnTo>
                  <a:lnTo>
                    <a:pt x="12250" y="1694"/>
                  </a:lnTo>
                  <a:lnTo>
                    <a:pt x="12329" y="1640"/>
                  </a:lnTo>
                  <a:lnTo>
                    <a:pt x="12411" y="1571"/>
                  </a:lnTo>
                  <a:lnTo>
                    <a:pt x="12500" y="1490"/>
                  </a:lnTo>
                  <a:lnTo>
                    <a:pt x="12600" y="1400"/>
                  </a:lnTo>
                  <a:lnTo>
                    <a:pt x="12683" y="1320"/>
                  </a:lnTo>
                  <a:lnTo>
                    <a:pt x="12777" y="1220"/>
                  </a:lnTo>
                  <a:lnTo>
                    <a:pt x="12878" y="1105"/>
                  </a:lnTo>
                  <a:lnTo>
                    <a:pt x="12984" y="979"/>
                  </a:lnTo>
                  <a:lnTo>
                    <a:pt x="13091" y="848"/>
                  </a:lnTo>
                  <a:lnTo>
                    <a:pt x="13196" y="715"/>
                  </a:lnTo>
                  <a:lnTo>
                    <a:pt x="13297" y="586"/>
                  </a:lnTo>
                  <a:lnTo>
                    <a:pt x="13391" y="465"/>
                  </a:lnTo>
                  <a:lnTo>
                    <a:pt x="13475" y="357"/>
                  </a:lnTo>
                  <a:lnTo>
                    <a:pt x="13546" y="267"/>
                  </a:lnTo>
                  <a:lnTo>
                    <a:pt x="13600" y="200"/>
                  </a:lnTo>
                </a:path>
              </a:pathLst>
            </a:custGeom>
            <a:noFill/>
            <a:ln w="9601" cap="rnd">
              <a:solidFill>
                <a:srgbClr val="7D9AC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3" name="02 螺旋带 y0"/>
            <p:cNvSpPr/>
            <p:nvPr/>
          </p:nvSpPr>
          <p:spPr>
            <a:xfrm>
              <a:off x="4595500" y="5286281"/>
              <a:ext cx="1237600" cy="164619"/>
            </a:xfrm>
            <a:custGeom>
              <a:avLst/>
              <a:gdLst/>
              <a:ahLst/>
              <a:cxnLst/>
              <a:rect l="l" t="t" r="r" b="b"/>
              <a:pathLst>
                <a:path w="13600" h="1809">
                  <a:moveTo>
                    <a:pt x="0" y="1409"/>
                  </a:moveTo>
                  <a:lnTo>
                    <a:pt x="53" y="1391"/>
                  </a:lnTo>
                  <a:lnTo>
                    <a:pt x="121" y="1371"/>
                  </a:lnTo>
                  <a:lnTo>
                    <a:pt x="202" y="1349"/>
                  </a:lnTo>
                  <a:lnTo>
                    <a:pt x="294" y="1321"/>
                  </a:lnTo>
                  <a:lnTo>
                    <a:pt x="392" y="1286"/>
                  </a:lnTo>
                  <a:lnTo>
                    <a:pt x="495" y="1240"/>
                  </a:lnTo>
                  <a:lnTo>
                    <a:pt x="598" y="1182"/>
                  </a:lnTo>
                  <a:lnTo>
                    <a:pt x="700" y="1109"/>
                  </a:lnTo>
                  <a:lnTo>
                    <a:pt x="793" y="1023"/>
                  </a:lnTo>
                  <a:lnTo>
                    <a:pt x="892" y="913"/>
                  </a:lnTo>
                  <a:lnTo>
                    <a:pt x="996" y="787"/>
                  </a:lnTo>
                  <a:lnTo>
                    <a:pt x="1103" y="652"/>
                  </a:lnTo>
                  <a:lnTo>
                    <a:pt x="1210" y="516"/>
                  </a:lnTo>
                  <a:lnTo>
                    <a:pt x="1315" y="387"/>
                  </a:lnTo>
                  <a:lnTo>
                    <a:pt x="1416" y="271"/>
                  </a:lnTo>
                  <a:lnTo>
                    <a:pt x="1512" y="176"/>
                  </a:lnTo>
                  <a:lnTo>
                    <a:pt x="1600" y="109"/>
                  </a:lnTo>
                  <a:lnTo>
                    <a:pt x="1687" y="61"/>
                  </a:lnTo>
                  <a:lnTo>
                    <a:pt x="1762" y="31"/>
                  </a:lnTo>
                  <a:lnTo>
                    <a:pt x="1829" y="18"/>
                  </a:lnTo>
                  <a:lnTo>
                    <a:pt x="1894" y="22"/>
                  </a:lnTo>
                  <a:lnTo>
                    <a:pt x="1959" y="43"/>
                  </a:lnTo>
                  <a:lnTo>
                    <a:pt x="2029" y="81"/>
                  </a:lnTo>
                  <a:lnTo>
                    <a:pt x="2108" y="136"/>
                  </a:lnTo>
                  <a:lnTo>
                    <a:pt x="2200" y="209"/>
                  </a:lnTo>
                  <a:lnTo>
                    <a:pt x="2277" y="282"/>
                  </a:lnTo>
                  <a:lnTo>
                    <a:pt x="2360" y="378"/>
                  </a:lnTo>
                  <a:lnTo>
                    <a:pt x="2449" y="492"/>
                  </a:lnTo>
                  <a:lnTo>
                    <a:pt x="2543" y="619"/>
                  </a:lnTo>
                  <a:lnTo>
                    <a:pt x="2639" y="753"/>
                  </a:lnTo>
                  <a:lnTo>
                    <a:pt x="2736" y="889"/>
                  </a:lnTo>
                  <a:lnTo>
                    <a:pt x="2834" y="1022"/>
                  </a:lnTo>
                  <a:lnTo>
                    <a:pt x="2931" y="1146"/>
                  </a:lnTo>
                  <a:lnTo>
                    <a:pt x="3025" y="1255"/>
                  </a:lnTo>
                  <a:lnTo>
                    <a:pt x="3115" y="1345"/>
                  </a:lnTo>
                  <a:lnTo>
                    <a:pt x="3200" y="1409"/>
                  </a:lnTo>
                  <a:lnTo>
                    <a:pt x="3308" y="1466"/>
                  </a:lnTo>
                  <a:lnTo>
                    <a:pt x="3409" y="1499"/>
                  </a:lnTo>
                  <a:lnTo>
                    <a:pt x="3506" y="1511"/>
                  </a:lnTo>
                  <a:lnTo>
                    <a:pt x="3600" y="1503"/>
                  </a:lnTo>
                  <a:lnTo>
                    <a:pt x="3694" y="1477"/>
                  </a:lnTo>
                  <a:lnTo>
                    <a:pt x="3791" y="1435"/>
                  </a:lnTo>
                  <a:lnTo>
                    <a:pt x="3892" y="1378"/>
                  </a:lnTo>
                  <a:lnTo>
                    <a:pt x="4000" y="1309"/>
                  </a:lnTo>
                  <a:lnTo>
                    <a:pt x="4094" y="1235"/>
                  </a:lnTo>
                  <a:lnTo>
                    <a:pt x="4194" y="1137"/>
                  </a:lnTo>
                  <a:lnTo>
                    <a:pt x="4298" y="1021"/>
                  </a:lnTo>
                  <a:lnTo>
                    <a:pt x="4405" y="893"/>
                  </a:lnTo>
                  <a:lnTo>
                    <a:pt x="4513" y="759"/>
                  </a:lnTo>
                  <a:lnTo>
                    <a:pt x="4619" y="625"/>
                  </a:lnTo>
                  <a:lnTo>
                    <a:pt x="4723" y="497"/>
                  </a:lnTo>
                  <a:lnTo>
                    <a:pt x="4822" y="381"/>
                  </a:lnTo>
                  <a:lnTo>
                    <a:pt x="4915" y="283"/>
                  </a:lnTo>
                  <a:lnTo>
                    <a:pt x="5000" y="209"/>
                  </a:lnTo>
                  <a:lnTo>
                    <a:pt x="5091" y="139"/>
                  </a:lnTo>
                  <a:lnTo>
                    <a:pt x="5169" y="81"/>
                  </a:lnTo>
                  <a:lnTo>
                    <a:pt x="5237" y="37"/>
                  </a:lnTo>
                  <a:lnTo>
                    <a:pt x="5300" y="9"/>
                  </a:lnTo>
                  <a:lnTo>
                    <a:pt x="5363" y="0"/>
                  </a:lnTo>
                  <a:lnTo>
                    <a:pt x="5431" y="12"/>
                  </a:lnTo>
                  <a:lnTo>
                    <a:pt x="5509" y="48"/>
                  </a:lnTo>
                  <a:lnTo>
                    <a:pt x="5600" y="109"/>
                  </a:lnTo>
                  <a:lnTo>
                    <a:pt x="5677" y="180"/>
                  </a:lnTo>
                  <a:lnTo>
                    <a:pt x="5762" y="279"/>
                  </a:lnTo>
                  <a:lnTo>
                    <a:pt x="5852" y="400"/>
                  </a:lnTo>
                  <a:lnTo>
                    <a:pt x="5947" y="538"/>
                  </a:lnTo>
                  <a:lnTo>
                    <a:pt x="6044" y="684"/>
                  </a:lnTo>
                  <a:lnTo>
                    <a:pt x="6143" y="834"/>
                  </a:lnTo>
                  <a:lnTo>
                    <a:pt x="6242" y="980"/>
                  </a:lnTo>
                  <a:lnTo>
                    <a:pt x="6338" y="1118"/>
                  </a:lnTo>
                  <a:lnTo>
                    <a:pt x="6431" y="1239"/>
                  </a:lnTo>
                  <a:lnTo>
                    <a:pt x="6519" y="1338"/>
                  </a:lnTo>
                  <a:lnTo>
                    <a:pt x="6600" y="1409"/>
                  </a:lnTo>
                  <a:lnTo>
                    <a:pt x="6699" y="1471"/>
                  </a:lnTo>
                  <a:lnTo>
                    <a:pt x="6787" y="1508"/>
                  </a:lnTo>
                  <a:lnTo>
                    <a:pt x="6867" y="1522"/>
                  </a:lnTo>
                  <a:lnTo>
                    <a:pt x="6944" y="1515"/>
                  </a:lnTo>
                  <a:lnTo>
                    <a:pt x="7021" y="1489"/>
                  </a:lnTo>
                  <a:lnTo>
                    <a:pt x="7104" y="1444"/>
                  </a:lnTo>
                  <a:lnTo>
                    <a:pt x="7195" y="1384"/>
                  </a:lnTo>
                  <a:lnTo>
                    <a:pt x="7300" y="1309"/>
                  </a:lnTo>
                  <a:lnTo>
                    <a:pt x="7386" y="1236"/>
                  </a:lnTo>
                  <a:lnTo>
                    <a:pt x="7481" y="1139"/>
                  </a:lnTo>
                  <a:lnTo>
                    <a:pt x="7582" y="1023"/>
                  </a:lnTo>
                  <a:lnTo>
                    <a:pt x="7687" y="895"/>
                  </a:lnTo>
                  <a:lnTo>
                    <a:pt x="7795" y="759"/>
                  </a:lnTo>
                  <a:lnTo>
                    <a:pt x="7905" y="622"/>
                  </a:lnTo>
                  <a:lnTo>
                    <a:pt x="8013" y="489"/>
                  </a:lnTo>
                  <a:lnTo>
                    <a:pt x="8118" y="365"/>
                  </a:lnTo>
                  <a:lnTo>
                    <a:pt x="8219" y="257"/>
                  </a:lnTo>
                  <a:lnTo>
                    <a:pt x="8314" y="170"/>
                  </a:lnTo>
                  <a:lnTo>
                    <a:pt x="8400" y="109"/>
                  </a:lnTo>
                  <a:lnTo>
                    <a:pt x="8505" y="60"/>
                  </a:lnTo>
                  <a:lnTo>
                    <a:pt x="8596" y="37"/>
                  </a:lnTo>
                  <a:lnTo>
                    <a:pt x="8679" y="38"/>
                  </a:lnTo>
                  <a:lnTo>
                    <a:pt x="8756" y="59"/>
                  </a:lnTo>
                  <a:lnTo>
                    <a:pt x="8833" y="99"/>
                  </a:lnTo>
                  <a:lnTo>
                    <a:pt x="8913" y="156"/>
                  </a:lnTo>
                  <a:lnTo>
                    <a:pt x="9001" y="227"/>
                  </a:lnTo>
                  <a:lnTo>
                    <a:pt x="9100" y="309"/>
                  </a:lnTo>
                  <a:lnTo>
                    <a:pt x="9181" y="386"/>
                  </a:lnTo>
                  <a:lnTo>
                    <a:pt x="9268" y="485"/>
                  </a:lnTo>
                  <a:lnTo>
                    <a:pt x="9359" y="602"/>
                  </a:lnTo>
                  <a:lnTo>
                    <a:pt x="9454" y="731"/>
                  </a:lnTo>
                  <a:lnTo>
                    <a:pt x="9551" y="866"/>
                  </a:lnTo>
                  <a:lnTo>
                    <a:pt x="9649" y="1002"/>
                  </a:lnTo>
                  <a:lnTo>
                    <a:pt x="9746" y="1134"/>
                  </a:lnTo>
                  <a:lnTo>
                    <a:pt x="9841" y="1256"/>
                  </a:lnTo>
                  <a:lnTo>
                    <a:pt x="9932" y="1362"/>
                  </a:lnTo>
                  <a:lnTo>
                    <a:pt x="10019" y="1449"/>
                  </a:lnTo>
                  <a:lnTo>
                    <a:pt x="10100" y="1509"/>
                  </a:lnTo>
                  <a:lnTo>
                    <a:pt x="10199" y="1557"/>
                  </a:lnTo>
                  <a:lnTo>
                    <a:pt x="10287" y="1579"/>
                  </a:lnTo>
                  <a:lnTo>
                    <a:pt x="10367" y="1576"/>
                  </a:lnTo>
                  <a:lnTo>
                    <a:pt x="10444" y="1553"/>
                  </a:lnTo>
                  <a:lnTo>
                    <a:pt x="10521" y="1511"/>
                  </a:lnTo>
                  <a:lnTo>
                    <a:pt x="10604" y="1455"/>
                  </a:lnTo>
                  <a:lnTo>
                    <a:pt x="10695" y="1387"/>
                  </a:lnTo>
                  <a:lnTo>
                    <a:pt x="10800" y="1309"/>
                  </a:lnTo>
                  <a:lnTo>
                    <a:pt x="10886" y="1238"/>
                  </a:lnTo>
                  <a:lnTo>
                    <a:pt x="10981" y="1145"/>
                  </a:lnTo>
                  <a:lnTo>
                    <a:pt x="11082" y="1036"/>
                  </a:lnTo>
                  <a:lnTo>
                    <a:pt x="11187" y="916"/>
                  </a:lnTo>
                  <a:lnTo>
                    <a:pt x="11295" y="791"/>
                  </a:lnTo>
                  <a:lnTo>
                    <a:pt x="11405" y="665"/>
                  </a:lnTo>
                  <a:lnTo>
                    <a:pt x="11513" y="544"/>
                  </a:lnTo>
                  <a:lnTo>
                    <a:pt x="11618" y="432"/>
                  </a:lnTo>
                  <a:lnTo>
                    <a:pt x="11719" y="336"/>
                  </a:lnTo>
                  <a:lnTo>
                    <a:pt x="11814" y="260"/>
                  </a:lnTo>
                  <a:lnTo>
                    <a:pt x="11900" y="209"/>
                  </a:lnTo>
                  <a:lnTo>
                    <a:pt x="12005" y="173"/>
                  </a:lnTo>
                  <a:lnTo>
                    <a:pt x="12096" y="162"/>
                  </a:lnTo>
                  <a:lnTo>
                    <a:pt x="12179" y="175"/>
                  </a:lnTo>
                  <a:lnTo>
                    <a:pt x="12256" y="209"/>
                  </a:lnTo>
                  <a:lnTo>
                    <a:pt x="12333" y="262"/>
                  </a:lnTo>
                  <a:lnTo>
                    <a:pt x="12413" y="331"/>
                  </a:lnTo>
                  <a:lnTo>
                    <a:pt x="12501" y="414"/>
                  </a:lnTo>
                  <a:lnTo>
                    <a:pt x="12600" y="509"/>
                  </a:lnTo>
                  <a:lnTo>
                    <a:pt x="12683" y="594"/>
                  </a:lnTo>
                  <a:lnTo>
                    <a:pt x="12777" y="702"/>
                  </a:lnTo>
                  <a:lnTo>
                    <a:pt x="12878" y="827"/>
                  </a:lnTo>
                  <a:lnTo>
                    <a:pt x="12984" y="963"/>
                  </a:lnTo>
                  <a:lnTo>
                    <a:pt x="13091" y="1106"/>
                  </a:lnTo>
                  <a:lnTo>
                    <a:pt x="13196" y="1250"/>
                  </a:lnTo>
                  <a:lnTo>
                    <a:pt x="13297" y="1390"/>
                  </a:lnTo>
                  <a:lnTo>
                    <a:pt x="13391" y="1521"/>
                  </a:lnTo>
                  <a:lnTo>
                    <a:pt x="13475" y="1638"/>
                  </a:lnTo>
                  <a:lnTo>
                    <a:pt x="13546" y="1736"/>
                  </a:lnTo>
                  <a:lnTo>
                    <a:pt x="13600" y="1809"/>
                  </a:lnTo>
                </a:path>
              </a:pathLst>
            </a:custGeom>
            <a:noFill/>
            <a:ln w="64008" cap="rnd">
              <a:solidFill>
                <a:srgbClr val="2A4D8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4" name="02 螺旋带 y0"/>
            <p:cNvSpPr/>
            <p:nvPr/>
          </p:nvSpPr>
          <p:spPr>
            <a:xfrm>
              <a:off x="4595500" y="5286281"/>
              <a:ext cx="1237600" cy="164619"/>
            </a:xfrm>
            <a:custGeom>
              <a:avLst/>
              <a:gdLst/>
              <a:ahLst/>
              <a:cxnLst/>
              <a:rect l="l" t="t" r="r" b="b"/>
              <a:pathLst>
                <a:path w="13600" h="1809">
                  <a:moveTo>
                    <a:pt x="0" y="1409"/>
                  </a:moveTo>
                  <a:lnTo>
                    <a:pt x="53" y="1391"/>
                  </a:lnTo>
                  <a:lnTo>
                    <a:pt x="121" y="1371"/>
                  </a:lnTo>
                  <a:lnTo>
                    <a:pt x="202" y="1349"/>
                  </a:lnTo>
                  <a:lnTo>
                    <a:pt x="294" y="1321"/>
                  </a:lnTo>
                  <a:lnTo>
                    <a:pt x="392" y="1286"/>
                  </a:lnTo>
                  <a:lnTo>
                    <a:pt x="495" y="1240"/>
                  </a:lnTo>
                  <a:lnTo>
                    <a:pt x="598" y="1182"/>
                  </a:lnTo>
                  <a:lnTo>
                    <a:pt x="700" y="1109"/>
                  </a:lnTo>
                  <a:lnTo>
                    <a:pt x="793" y="1023"/>
                  </a:lnTo>
                  <a:lnTo>
                    <a:pt x="892" y="913"/>
                  </a:lnTo>
                  <a:lnTo>
                    <a:pt x="996" y="787"/>
                  </a:lnTo>
                  <a:lnTo>
                    <a:pt x="1103" y="652"/>
                  </a:lnTo>
                  <a:lnTo>
                    <a:pt x="1210" y="516"/>
                  </a:lnTo>
                  <a:lnTo>
                    <a:pt x="1315" y="387"/>
                  </a:lnTo>
                  <a:lnTo>
                    <a:pt x="1416" y="271"/>
                  </a:lnTo>
                  <a:lnTo>
                    <a:pt x="1512" y="176"/>
                  </a:lnTo>
                  <a:lnTo>
                    <a:pt x="1600" y="109"/>
                  </a:lnTo>
                  <a:lnTo>
                    <a:pt x="1687" y="61"/>
                  </a:lnTo>
                  <a:lnTo>
                    <a:pt x="1762" y="31"/>
                  </a:lnTo>
                  <a:lnTo>
                    <a:pt x="1829" y="18"/>
                  </a:lnTo>
                  <a:lnTo>
                    <a:pt x="1894" y="22"/>
                  </a:lnTo>
                  <a:lnTo>
                    <a:pt x="1959" y="43"/>
                  </a:lnTo>
                  <a:lnTo>
                    <a:pt x="2029" y="81"/>
                  </a:lnTo>
                  <a:lnTo>
                    <a:pt x="2108" y="136"/>
                  </a:lnTo>
                  <a:lnTo>
                    <a:pt x="2200" y="209"/>
                  </a:lnTo>
                  <a:lnTo>
                    <a:pt x="2277" y="282"/>
                  </a:lnTo>
                  <a:lnTo>
                    <a:pt x="2360" y="378"/>
                  </a:lnTo>
                  <a:lnTo>
                    <a:pt x="2449" y="492"/>
                  </a:lnTo>
                  <a:lnTo>
                    <a:pt x="2543" y="619"/>
                  </a:lnTo>
                  <a:lnTo>
                    <a:pt x="2639" y="753"/>
                  </a:lnTo>
                  <a:lnTo>
                    <a:pt x="2736" y="889"/>
                  </a:lnTo>
                  <a:lnTo>
                    <a:pt x="2834" y="1022"/>
                  </a:lnTo>
                  <a:lnTo>
                    <a:pt x="2931" y="1146"/>
                  </a:lnTo>
                  <a:lnTo>
                    <a:pt x="3025" y="1255"/>
                  </a:lnTo>
                  <a:lnTo>
                    <a:pt x="3115" y="1345"/>
                  </a:lnTo>
                  <a:lnTo>
                    <a:pt x="3200" y="1409"/>
                  </a:lnTo>
                  <a:lnTo>
                    <a:pt x="3308" y="1466"/>
                  </a:lnTo>
                  <a:lnTo>
                    <a:pt x="3409" y="1499"/>
                  </a:lnTo>
                  <a:lnTo>
                    <a:pt x="3506" y="1511"/>
                  </a:lnTo>
                  <a:lnTo>
                    <a:pt x="3600" y="1503"/>
                  </a:lnTo>
                  <a:lnTo>
                    <a:pt x="3694" y="1477"/>
                  </a:lnTo>
                  <a:lnTo>
                    <a:pt x="3791" y="1435"/>
                  </a:lnTo>
                  <a:lnTo>
                    <a:pt x="3892" y="1378"/>
                  </a:lnTo>
                  <a:lnTo>
                    <a:pt x="4000" y="1309"/>
                  </a:lnTo>
                  <a:lnTo>
                    <a:pt x="4094" y="1235"/>
                  </a:lnTo>
                  <a:lnTo>
                    <a:pt x="4194" y="1137"/>
                  </a:lnTo>
                  <a:lnTo>
                    <a:pt x="4298" y="1021"/>
                  </a:lnTo>
                  <a:lnTo>
                    <a:pt x="4405" y="893"/>
                  </a:lnTo>
                  <a:lnTo>
                    <a:pt x="4513" y="759"/>
                  </a:lnTo>
                  <a:lnTo>
                    <a:pt x="4619" y="625"/>
                  </a:lnTo>
                  <a:lnTo>
                    <a:pt x="4723" y="497"/>
                  </a:lnTo>
                  <a:lnTo>
                    <a:pt x="4822" y="381"/>
                  </a:lnTo>
                  <a:lnTo>
                    <a:pt x="4915" y="283"/>
                  </a:lnTo>
                  <a:lnTo>
                    <a:pt x="5000" y="209"/>
                  </a:lnTo>
                  <a:lnTo>
                    <a:pt x="5091" y="139"/>
                  </a:lnTo>
                  <a:lnTo>
                    <a:pt x="5169" y="81"/>
                  </a:lnTo>
                  <a:lnTo>
                    <a:pt x="5237" y="37"/>
                  </a:lnTo>
                  <a:lnTo>
                    <a:pt x="5300" y="9"/>
                  </a:lnTo>
                  <a:lnTo>
                    <a:pt x="5363" y="0"/>
                  </a:lnTo>
                  <a:lnTo>
                    <a:pt x="5431" y="12"/>
                  </a:lnTo>
                  <a:lnTo>
                    <a:pt x="5509" y="48"/>
                  </a:lnTo>
                  <a:lnTo>
                    <a:pt x="5600" y="109"/>
                  </a:lnTo>
                  <a:lnTo>
                    <a:pt x="5677" y="180"/>
                  </a:lnTo>
                  <a:lnTo>
                    <a:pt x="5762" y="279"/>
                  </a:lnTo>
                  <a:lnTo>
                    <a:pt x="5852" y="400"/>
                  </a:lnTo>
                  <a:lnTo>
                    <a:pt x="5947" y="538"/>
                  </a:lnTo>
                  <a:lnTo>
                    <a:pt x="6044" y="684"/>
                  </a:lnTo>
                  <a:lnTo>
                    <a:pt x="6143" y="834"/>
                  </a:lnTo>
                  <a:lnTo>
                    <a:pt x="6242" y="980"/>
                  </a:lnTo>
                  <a:lnTo>
                    <a:pt x="6338" y="1118"/>
                  </a:lnTo>
                  <a:lnTo>
                    <a:pt x="6431" y="1239"/>
                  </a:lnTo>
                  <a:lnTo>
                    <a:pt x="6519" y="1338"/>
                  </a:lnTo>
                  <a:lnTo>
                    <a:pt x="6600" y="1409"/>
                  </a:lnTo>
                  <a:lnTo>
                    <a:pt x="6699" y="1471"/>
                  </a:lnTo>
                  <a:lnTo>
                    <a:pt x="6787" y="1508"/>
                  </a:lnTo>
                  <a:lnTo>
                    <a:pt x="6867" y="1522"/>
                  </a:lnTo>
                  <a:lnTo>
                    <a:pt x="6944" y="1515"/>
                  </a:lnTo>
                  <a:lnTo>
                    <a:pt x="7021" y="1489"/>
                  </a:lnTo>
                  <a:lnTo>
                    <a:pt x="7104" y="1444"/>
                  </a:lnTo>
                  <a:lnTo>
                    <a:pt x="7195" y="1384"/>
                  </a:lnTo>
                  <a:lnTo>
                    <a:pt x="7300" y="1309"/>
                  </a:lnTo>
                  <a:lnTo>
                    <a:pt x="7386" y="1236"/>
                  </a:lnTo>
                  <a:lnTo>
                    <a:pt x="7481" y="1139"/>
                  </a:lnTo>
                  <a:lnTo>
                    <a:pt x="7582" y="1023"/>
                  </a:lnTo>
                  <a:lnTo>
                    <a:pt x="7687" y="895"/>
                  </a:lnTo>
                  <a:lnTo>
                    <a:pt x="7795" y="759"/>
                  </a:lnTo>
                  <a:lnTo>
                    <a:pt x="7905" y="622"/>
                  </a:lnTo>
                  <a:lnTo>
                    <a:pt x="8013" y="489"/>
                  </a:lnTo>
                  <a:lnTo>
                    <a:pt x="8118" y="365"/>
                  </a:lnTo>
                  <a:lnTo>
                    <a:pt x="8219" y="257"/>
                  </a:lnTo>
                  <a:lnTo>
                    <a:pt x="8314" y="170"/>
                  </a:lnTo>
                  <a:lnTo>
                    <a:pt x="8400" y="109"/>
                  </a:lnTo>
                  <a:lnTo>
                    <a:pt x="8505" y="60"/>
                  </a:lnTo>
                  <a:lnTo>
                    <a:pt x="8596" y="37"/>
                  </a:lnTo>
                  <a:lnTo>
                    <a:pt x="8679" y="38"/>
                  </a:lnTo>
                  <a:lnTo>
                    <a:pt x="8756" y="59"/>
                  </a:lnTo>
                  <a:lnTo>
                    <a:pt x="8833" y="99"/>
                  </a:lnTo>
                  <a:lnTo>
                    <a:pt x="8913" y="156"/>
                  </a:lnTo>
                  <a:lnTo>
                    <a:pt x="9001" y="227"/>
                  </a:lnTo>
                  <a:lnTo>
                    <a:pt x="9100" y="309"/>
                  </a:lnTo>
                  <a:lnTo>
                    <a:pt x="9181" y="386"/>
                  </a:lnTo>
                  <a:lnTo>
                    <a:pt x="9268" y="485"/>
                  </a:lnTo>
                  <a:lnTo>
                    <a:pt x="9359" y="602"/>
                  </a:lnTo>
                  <a:lnTo>
                    <a:pt x="9454" y="731"/>
                  </a:lnTo>
                  <a:lnTo>
                    <a:pt x="9551" y="866"/>
                  </a:lnTo>
                  <a:lnTo>
                    <a:pt x="9649" y="1002"/>
                  </a:lnTo>
                  <a:lnTo>
                    <a:pt x="9746" y="1134"/>
                  </a:lnTo>
                  <a:lnTo>
                    <a:pt x="9841" y="1256"/>
                  </a:lnTo>
                  <a:lnTo>
                    <a:pt x="9932" y="1362"/>
                  </a:lnTo>
                  <a:lnTo>
                    <a:pt x="10019" y="1449"/>
                  </a:lnTo>
                  <a:lnTo>
                    <a:pt x="10100" y="1509"/>
                  </a:lnTo>
                  <a:lnTo>
                    <a:pt x="10199" y="1557"/>
                  </a:lnTo>
                  <a:lnTo>
                    <a:pt x="10287" y="1579"/>
                  </a:lnTo>
                  <a:lnTo>
                    <a:pt x="10367" y="1576"/>
                  </a:lnTo>
                  <a:lnTo>
                    <a:pt x="10444" y="1553"/>
                  </a:lnTo>
                  <a:lnTo>
                    <a:pt x="10521" y="1511"/>
                  </a:lnTo>
                  <a:lnTo>
                    <a:pt x="10604" y="1455"/>
                  </a:lnTo>
                  <a:lnTo>
                    <a:pt x="10695" y="1387"/>
                  </a:lnTo>
                  <a:lnTo>
                    <a:pt x="10800" y="1309"/>
                  </a:lnTo>
                  <a:lnTo>
                    <a:pt x="10886" y="1238"/>
                  </a:lnTo>
                  <a:lnTo>
                    <a:pt x="10981" y="1145"/>
                  </a:lnTo>
                  <a:lnTo>
                    <a:pt x="11082" y="1036"/>
                  </a:lnTo>
                  <a:lnTo>
                    <a:pt x="11187" y="916"/>
                  </a:lnTo>
                  <a:lnTo>
                    <a:pt x="11295" y="791"/>
                  </a:lnTo>
                  <a:lnTo>
                    <a:pt x="11405" y="665"/>
                  </a:lnTo>
                  <a:lnTo>
                    <a:pt x="11513" y="544"/>
                  </a:lnTo>
                  <a:lnTo>
                    <a:pt x="11618" y="432"/>
                  </a:lnTo>
                  <a:lnTo>
                    <a:pt x="11719" y="336"/>
                  </a:lnTo>
                  <a:lnTo>
                    <a:pt x="11814" y="260"/>
                  </a:lnTo>
                  <a:lnTo>
                    <a:pt x="11900" y="209"/>
                  </a:lnTo>
                  <a:lnTo>
                    <a:pt x="12005" y="173"/>
                  </a:lnTo>
                  <a:lnTo>
                    <a:pt x="12096" y="162"/>
                  </a:lnTo>
                  <a:lnTo>
                    <a:pt x="12179" y="175"/>
                  </a:lnTo>
                  <a:lnTo>
                    <a:pt x="12256" y="209"/>
                  </a:lnTo>
                  <a:lnTo>
                    <a:pt x="12333" y="262"/>
                  </a:lnTo>
                  <a:lnTo>
                    <a:pt x="12413" y="331"/>
                  </a:lnTo>
                  <a:lnTo>
                    <a:pt x="12501" y="414"/>
                  </a:lnTo>
                  <a:lnTo>
                    <a:pt x="12600" y="509"/>
                  </a:lnTo>
                  <a:lnTo>
                    <a:pt x="12683" y="594"/>
                  </a:lnTo>
                  <a:lnTo>
                    <a:pt x="12777" y="702"/>
                  </a:lnTo>
                  <a:lnTo>
                    <a:pt x="12878" y="827"/>
                  </a:lnTo>
                  <a:lnTo>
                    <a:pt x="12984" y="963"/>
                  </a:lnTo>
                  <a:lnTo>
                    <a:pt x="13091" y="1106"/>
                  </a:lnTo>
                  <a:lnTo>
                    <a:pt x="13196" y="1250"/>
                  </a:lnTo>
                  <a:lnTo>
                    <a:pt x="13297" y="1390"/>
                  </a:lnTo>
                  <a:lnTo>
                    <a:pt x="13391" y="1521"/>
                  </a:lnTo>
                  <a:lnTo>
                    <a:pt x="13475" y="1638"/>
                  </a:lnTo>
                  <a:lnTo>
                    <a:pt x="13546" y="1736"/>
                  </a:lnTo>
                  <a:lnTo>
                    <a:pt x="13600" y="1809"/>
                  </a:lnTo>
                </a:path>
              </a:pathLst>
            </a:custGeom>
            <a:noFill/>
            <a:ln w="50292" cap="rnd">
              <a:solidFill>
                <a:srgbClr val="AFC5E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5" name="02 螺旋带 y0"/>
            <p:cNvSpPr/>
            <p:nvPr/>
          </p:nvSpPr>
          <p:spPr>
            <a:xfrm>
              <a:off x="4595500" y="5280366"/>
              <a:ext cx="1237600" cy="164619"/>
            </a:xfrm>
            <a:custGeom>
              <a:avLst/>
              <a:gdLst/>
              <a:ahLst/>
              <a:cxnLst/>
              <a:rect l="l" t="t" r="r" b="b"/>
              <a:pathLst>
                <a:path w="13600" h="1809">
                  <a:moveTo>
                    <a:pt x="0" y="1409"/>
                  </a:moveTo>
                  <a:lnTo>
                    <a:pt x="53" y="1391"/>
                  </a:lnTo>
                  <a:lnTo>
                    <a:pt x="121" y="1372"/>
                  </a:lnTo>
                  <a:lnTo>
                    <a:pt x="202" y="1349"/>
                  </a:lnTo>
                  <a:lnTo>
                    <a:pt x="294" y="1322"/>
                  </a:lnTo>
                  <a:lnTo>
                    <a:pt x="392" y="1286"/>
                  </a:lnTo>
                  <a:lnTo>
                    <a:pt x="495" y="1240"/>
                  </a:lnTo>
                  <a:lnTo>
                    <a:pt x="598" y="1182"/>
                  </a:lnTo>
                  <a:lnTo>
                    <a:pt x="700" y="1109"/>
                  </a:lnTo>
                  <a:lnTo>
                    <a:pt x="793" y="1023"/>
                  </a:lnTo>
                  <a:lnTo>
                    <a:pt x="892" y="913"/>
                  </a:lnTo>
                  <a:lnTo>
                    <a:pt x="996" y="787"/>
                  </a:lnTo>
                  <a:lnTo>
                    <a:pt x="1103" y="652"/>
                  </a:lnTo>
                  <a:lnTo>
                    <a:pt x="1210" y="516"/>
                  </a:lnTo>
                  <a:lnTo>
                    <a:pt x="1315" y="387"/>
                  </a:lnTo>
                  <a:lnTo>
                    <a:pt x="1416" y="271"/>
                  </a:lnTo>
                  <a:lnTo>
                    <a:pt x="1512" y="176"/>
                  </a:lnTo>
                  <a:lnTo>
                    <a:pt x="1600" y="109"/>
                  </a:lnTo>
                  <a:lnTo>
                    <a:pt x="1687" y="61"/>
                  </a:lnTo>
                  <a:lnTo>
                    <a:pt x="1762" y="31"/>
                  </a:lnTo>
                  <a:lnTo>
                    <a:pt x="1829" y="18"/>
                  </a:lnTo>
                  <a:lnTo>
                    <a:pt x="1894" y="21"/>
                  </a:lnTo>
                  <a:lnTo>
                    <a:pt x="1959" y="43"/>
                  </a:lnTo>
                  <a:lnTo>
                    <a:pt x="2029" y="81"/>
                  </a:lnTo>
                  <a:lnTo>
                    <a:pt x="2108" y="136"/>
                  </a:lnTo>
                  <a:lnTo>
                    <a:pt x="2200" y="209"/>
                  </a:lnTo>
                  <a:lnTo>
                    <a:pt x="2277" y="282"/>
                  </a:lnTo>
                  <a:lnTo>
                    <a:pt x="2360" y="378"/>
                  </a:lnTo>
                  <a:lnTo>
                    <a:pt x="2449" y="492"/>
                  </a:lnTo>
                  <a:lnTo>
                    <a:pt x="2543" y="619"/>
                  </a:lnTo>
                  <a:lnTo>
                    <a:pt x="2639" y="753"/>
                  </a:lnTo>
                  <a:lnTo>
                    <a:pt x="2736" y="889"/>
                  </a:lnTo>
                  <a:lnTo>
                    <a:pt x="2834" y="1022"/>
                  </a:lnTo>
                  <a:lnTo>
                    <a:pt x="2931" y="1146"/>
                  </a:lnTo>
                  <a:lnTo>
                    <a:pt x="3025" y="1255"/>
                  </a:lnTo>
                  <a:lnTo>
                    <a:pt x="3115" y="1345"/>
                  </a:lnTo>
                  <a:lnTo>
                    <a:pt x="3200" y="1409"/>
                  </a:lnTo>
                  <a:lnTo>
                    <a:pt x="3308" y="1466"/>
                  </a:lnTo>
                  <a:lnTo>
                    <a:pt x="3409" y="1499"/>
                  </a:lnTo>
                  <a:lnTo>
                    <a:pt x="3506" y="1511"/>
                  </a:lnTo>
                  <a:lnTo>
                    <a:pt x="3600" y="1503"/>
                  </a:lnTo>
                  <a:lnTo>
                    <a:pt x="3694" y="1477"/>
                  </a:lnTo>
                  <a:lnTo>
                    <a:pt x="3791" y="1435"/>
                  </a:lnTo>
                  <a:lnTo>
                    <a:pt x="3892" y="1378"/>
                  </a:lnTo>
                  <a:lnTo>
                    <a:pt x="4000" y="1309"/>
                  </a:lnTo>
                  <a:lnTo>
                    <a:pt x="4094" y="1235"/>
                  </a:lnTo>
                  <a:lnTo>
                    <a:pt x="4194" y="1137"/>
                  </a:lnTo>
                  <a:lnTo>
                    <a:pt x="4298" y="1021"/>
                  </a:lnTo>
                  <a:lnTo>
                    <a:pt x="4405" y="893"/>
                  </a:lnTo>
                  <a:lnTo>
                    <a:pt x="4513" y="759"/>
                  </a:lnTo>
                  <a:lnTo>
                    <a:pt x="4619" y="625"/>
                  </a:lnTo>
                  <a:lnTo>
                    <a:pt x="4723" y="497"/>
                  </a:lnTo>
                  <a:lnTo>
                    <a:pt x="4822" y="381"/>
                  </a:lnTo>
                  <a:lnTo>
                    <a:pt x="4915" y="283"/>
                  </a:lnTo>
                  <a:lnTo>
                    <a:pt x="5000" y="209"/>
                  </a:lnTo>
                  <a:lnTo>
                    <a:pt x="5091" y="139"/>
                  </a:lnTo>
                  <a:lnTo>
                    <a:pt x="5169" y="81"/>
                  </a:lnTo>
                  <a:lnTo>
                    <a:pt x="5237" y="37"/>
                  </a:lnTo>
                  <a:lnTo>
                    <a:pt x="5300" y="9"/>
                  </a:lnTo>
                  <a:lnTo>
                    <a:pt x="5363" y="0"/>
                  </a:lnTo>
                  <a:lnTo>
                    <a:pt x="5431" y="12"/>
                  </a:lnTo>
                  <a:lnTo>
                    <a:pt x="5509" y="48"/>
                  </a:lnTo>
                  <a:lnTo>
                    <a:pt x="5600" y="109"/>
                  </a:lnTo>
                  <a:lnTo>
                    <a:pt x="5677" y="180"/>
                  </a:lnTo>
                  <a:lnTo>
                    <a:pt x="5762" y="279"/>
                  </a:lnTo>
                  <a:lnTo>
                    <a:pt x="5852" y="400"/>
                  </a:lnTo>
                  <a:lnTo>
                    <a:pt x="5947" y="538"/>
                  </a:lnTo>
                  <a:lnTo>
                    <a:pt x="6044" y="684"/>
                  </a:lnTo>
                  <a:lnTo>
                    <a:pt x="6143" y="834"/>
                  </a:lnTo>
                  <a:lnTo>
                    <a:pt x="6242" y="980"/>
                  </a:lnTo>
                  <a:lnTo>
                    <a:pt x="6338" y="1118"/>
                  </a:lnTo>
                  <a:lnTo>
                    <a:pt x="6431" y="1239"/>
                  </a:lnTo>
                  <a:lnTo>
                    <a:pt x="6519" y="1338"/>
                  </a:lnTo>
                  <a:lnTo>
                    <a:pt x="6600" y="1409"/>
                  </a:lnTo>
                  <a:lnTo>
                    <a:pt x="6699" y="1471"/>
                  </a:lnTo>
                  <a:lnTo>
                    <a:pt x="6787" y="1508"/>
                  </a:lnTo>
                  <a:lnTo>
                    <a:pt x="6867" y="1522"/>
                  </a:lnTo>
                  <a:lnTo>
                    <a:pt x="6944" y="1515"/>
                  </a:lnTo>
                  <a:lnTo>
                    <a:pt x="7021" y="1489"/>
                  </a:lnTo>
                  <a:lnTo>
                    <a:pt x="7104" y="1444"/>
                  </a:lnTo>
                  <a:lnTo>
                    <a:pt x="7195" y="1384"/>
                  </a:lnTo>
                  <a:lnTo>
                    <a:pt x="7300" y="1309"/>
                  </a:lnTo>
                  <a:lnTo>
                    <a:pt x="7386" y="1236"/>
                  </a:lnTo>
                  <a:lnTo>
                    <a:pt x="7481" y="1139"/>
                  </a:lnTo>
                  <a:lnTo>
                    <a:pt x="7582" y="1023"/>
                  </a:lnTo>
                  <a:lnTo>
                    <a:pt x="7687" y="895"/>
                  </a:lnTo>
                  <a:lnTo>
                    <a:pt x="7795" y="759"/>
                  </a:lnTo>
                  <a:lnTo>
                    <a:pt x="7905" y="622"/>
                  </a:lnTo>
                  <a:lnTo>
                    <a:pt x="8013" y="489"/>
                  </a:lnTo>
                  <a:lnTo>
                    <a:pt x="8118" y="365"/>
                  </a:lnTo>
                  <a:lnTo>
                    <a:pt x="8219" y="257"/>
                  </a:lnTo>
                  <a:lnTo>
                    <a:pt x="8314" y="170"/>
                  </a:lnTo>
                  <a:lnTo>
                    <a:pt x="8400" y="109"/>
                  </a:lnTo>
                  <a:lnTo>
                    <a:pt x="8505" y="60"/>
                  </a:lnTo>
                  <a:lnTo>
                    <a:pt x="8596" y="37"/>
                  </a:lnTo>
                  <a:lnTo>
                    <a:pt x="8679" y="38"/>
                  </a:lnTo>
                  <a:lnTo>
                    <a:pt x="8756" y="59"/>
                  </a:lnTo>
                  <a:lnTo>
                    <a:pt x="8833" y="99"/>
                  </a:lnTo>
                  <a:lnTo>
                    <a:pt x="8913" y="156"/>
                  </a:lnTo>
                  <a:lnTo>
                    <a:pt x="9001" y="227"/>
                  </a:lnTo>
                  <a:lnTo>
                    <a:pt x="9100" y="309"/>
                  </a:lnTo>
                  <a:lnTo>
                    <a:pt x="9181" y="386"/>
                  </a:lnTo>
                  <a:lnTo>
                    <a:pt x="9268" y="485"/>
                  </a:lnTo>
                  <a:lnTo>
                    <a:pt x="9359" y="602"/>
                  </a:lnTo>
                  <a:lnTo>
                    <a:pt x="9454" y="731"/>
                  </a:lnTo>
                  <a:lnTo>
                    <a:pt x="9551" y="866"/>
                  </a:lnTo>
                  <a:lnTo>
                    <a:pt x="9649" y="1002"/>
                  </a:lnTo>
                  <a:lnTo>
                    <a:pt x="9746" y="1134"/>
                  </a:lnTo>
                  <a:lnTo>
                    <a:pt x="9841" y="1256"/>
                  </a:lnTo>
                  <a:lnTo>
                    <a:pt x="9932" y="1362"/>
                  </a:lnTo>
                  <a:lnTo>
                    <a:pt x="10019" y="1449"/>
                  </a:lnTo>
                  <a:lnTo>
                    <a:pt x="10100" y="1509"/>
                  </a:lnTo>
                  <a:lnTo>
                    <a:pt x="10199" y="1557"/>
                  </a:lnTo>
                  <a:lnTo>
                    <a:pt x="10287" y="1579"/>
                  </a:lnTo>
                  <a:lnTo>
                    <a:pt x="10367" y="1576"/>
                  </a:lnTo>
                  <a:lnTo>
                    <a:pt x="10444" y="1553"/>
                  </a:lnTo>
                  <a:lnTo>
                    <a:pt x="10521" y="1511"/>
                  </a:lnTo>
                  <a:lnTo>
                    <a:pt x="10604" y="1455"/>
                  </a:lnTo>
                  <a:lnTo>
                    <a:pt x="10695" y="1387"/>
                  </a:lnTo>
                  <a:lnTo>
                    <a:pt x="10800" y="1309"/>
                  </a:lnTo>
                  <a:lnTo>
                    <a:pt x="10886" y="1238"/>
                  </a:lnTo>
                  <a:lnTo>
                    <a:pt x="10981" y="1145"/>
                  </a:lnTo>
                  <a:lnTo>
                    <a:pt x="11082" y="1036"/>
                  </a:lnTo>
                  <a:lnTo>
                    <a:pt x="11187" y="916"/>
                  </a:lnTo>
                  <a:lnTo>
                    <a:pt x="11295" y="791"/>
                  </a:lnTo>
                  <a:lnTo>
                    <a:pt x="11405" y="665"/>
                  </a:lnTo>
                  <a:lnTo>
                    <a:pt x="11513" y="544"/>
                  </a:lnTo>
                  <a:lnTo>
                    <a:pt x="11618" y="432"/>
                  </a:lnTo>
                  <a:lnTo>
                    <a:pt x="11719" y="336"/>
                  </a:lnTo>
                  <a:lnTo>
                    <a:pt x="11814" y="260"/>
                  </a:lnTo>
                  <a:lnTo>
                    <a:pt x="11900" y="209"/>
                  </a:lnTo>
                  <a:lnTo>
                    <a:pt x="12005" y="173"/>
                  </a:lnTo>
                  <a:lnTo>
                    <a:pt x="12096" y="162"/>
                  </a:lnTo>
                  <a:lnTo>
                    <a:pt x="12179" y="175"/>
                  </a:lnTo>
                  <a:lnTo>
                    <a:pt x="12256" y="209"/>
                  </a:lnTo>
                  <a:lnTo>
                    <a:pt x="12333" y="262"/>
                  </a:lnTo>
                  <a:lnTo>
                    <a:pt x="12413" y="331"/>
                  </a:lnTo>
                  <a:lnTo>
                    <a:pt x="12501" y="414"/>
                  </a:lnTo>
                  <a:lnTo>
                    <a:pt x="12600" y="509"/>
                  </a:lnTo>
                  <a:lnTo>
                    <a:pt x="12683" y="594"/>
                  </a:lnTo>
                  <a:lnTo>
                    <a:pt x="12777" y="702"/>
                  </a:lnTo>
                  <a:lnTo>
                    <a:pt x="12878" y="827"/>
                  </a:lnTo>
                  <a:lnTo>
                    <a:pt x="12984" y="963"/>
                  </a:lnTo>
                  <a:lnTo>
                    <a:pt x="13091" y="1106"/>
                  </a:lnTo>
                  <a:lnTo>
                    <a:pt x="13196" y="1250"/>
                  </a:lnTo>
                  <a:lnTo>
                    <a:pt x="13297" y="1390"/>
                  </a:lnTo>
                  <a:lnTo>
                    <a:pt x="13391" y="1521"/>
                  </a:lnTo>
                  <a:lnTo>
                    <a:pt x="13475" y="1638"/>
                  </a:lnTo>
                  <a:lnTo>
                    <a:pt x="13546" y="1736"/>
                  </a:lnTo>
                  <a:lnTo>
                    <a:pt x="13600" y="1809"/>
                  </a:lnTo>
                </a:path>
              </a:pathLst>
            </a:custGeom>
            <a:noFill/>
            <a:ln w="17373" cap="rnd">
              <a:solidFill>
                <a:srgbClr val="E0E9F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6" name="02 螺旋带 y0"/>
            <p:cNvSpPr/>
            <p:nvPr/>
          </p:nvSpPr>
          <p:spPr>
            <a:xfrm>
              <a:off x="4595500" y="5300841"/>
              <a:ext cx="1237600" cy="164619"/>
            </a:xfrm>
            <a:custGeom>
              <a:avLst/>
              <a:gdLst/>
              <a:ahLst/>
              <a:cxnLst/>
              <a:rect l="l" t="t" r="r" b="b"/>
              <a:pathLst>
                <a:path w="13600" h="1809">
                  <a:moveTo>
                    <a:pt x="0" y="1409"/>
                  </a:moveTo>
                  <a:lnTo>
                    <a:pt x="53" y="1391"/>
                  </a:lnTo>
                  <a:lnTo>
                    <a:pt x="121" y="1371"/>
                  </a:lnTo>
                  <a:lnTo>
                    <a:pt x="202" y="1349"/>
                  </a:lnTo>
                  <a:lnTo>
                    <a:pt x="294" y="1321"/>
                  </a:lnTo>
                  <a:lnTo>
                    <a:pt x="392" y="1286"/>
                  </a:lnTo>
                  <a:lnTo>
                    <a:pt x="495" y="1240"/>
                  </a:lnTo>
                  <a:lnTo>
                    <a:pt x="598" y="1182"/>
                  </a:lnTo>
                  <a:lnTo>
                    <a:pt x="700" y="1109"/>
                  </a:lnTo>
                  <a:lnTo>
                    <a:pt x="793" y="1023"/>
                  </a:lnTo>
                  <a:lnTo>
                    <a:pt x="892" y="913"/>
                  </a:lnTo>
                  <a:lnTo>
                    <a:pt x="996" y="787"/>
                  </a:lnTo>
                  <a:lnTo>
                    <a:pt x="1103" y="652"/>
                  </a:lnTo>
                  <a:lnTo>
                    <a:pt x="1210" y="516"/>
                  </a:lnTo>
                  <a:lnTo>
                    <a:pt x="1315" y="387"/>
                  </a:lnTo>
                  <a:lnTo>
                    <a:pt x="1416" y="271"/>
                  </a:lnTo>
                  <a:lnTo>
                    <a:pt x="1512" y="176"/>
                  </a:lnTo>
                  <a:lnTo>
                    <a:pt x="1600" y="109"/>
                  </a:lnTo>
                  <a:lnTo>
                    <a:pt x="1687" y="61"/>
                  </a:lnTo>
                  <a:lnTo>
                    <a:pt x="1762" y="31"/>
                  </a:lnTo>
                  <a:lnTo>
                    <a:pt x="1829" y="18"/>
                  </a:lnTo>
                  <a:lnTo>
                    <a:pt x="1894" y="21"/>
                  </a:lnTo>
                  <a:lnTo>
                    <a:pt x="1959" y="43"/>
                  </a:lnTo>
                  <a:lnTo>
                    <a:pt x="2029" y="81"/>
                  </a:lnTo>
                  <a:lnTo>
                    <a:pt x="2108" y="136"/>
                  </a:lnTo>
                  <a:lnTo>
                    <a:pt x="2200" y="209"/>
                  </a:lnTo>
                  <a:lnTo>
                    <a:pt x="2277" y="282"/>
                  </a:lnTo>
                  <a:lnTo>
                    <a:pt x="2360" y="378"/>
                  </a:lnTo>
                  <a:lnTo>
                    <a:pt x="2449" y="492"/>
                  </a:lnTo>
                  <a:lnTo>
                    <a:pt x="2543" y="619"/>
                  </a:lnTo>
                  <a:lnTo>
                    <a:pt x="2639" y="753"/>
                  </a:lnTo>
                  <a:lnTo>
                    <a:pt x="2736" y="889"/>
                  </a:lnTo>
                  <a:lnTo>
                    <a:pt x="2834" y="1022"/>
                  </a:lnTo>
                  <a:lnTo>
                    <a:pt x="2931" y="1146"/>
                  </a:lnTo>
                  <a:lnTo>
                    <a:pt x="3025" y="1255"/>
                  </a:lnTo>
                  <a:lnTo>
                    <a:pt x="3115" y="1345"/>
                  </a:lnTo>
                  <a:lnTo>
                    <a:pt x="3200" y="1409"/>
                  </a:lnTo>
                  <a:lnTo>
                    <a:pt x="3308" y="1466"/>
                  </a:lnTo>
                  <a:lnTo>
                    <a:pt x="3409" y="1499"/>
                  </a:lnTo>
                  <a:lnTo>
                    <a:pt x="3506" y="1511"/>
                  </a:lnTo>
                  <a:lnTo>
                    <a:pt x="3600" y="1503"/>
                  </a:lnTo>
                  <a:lnTo>
                    <a:pt x="3694" y="1477"/>
                  </a:lnTo>
                  <a:lnTo>
                    <a:pt x="3791" y="1435"/>
                  </a:lnTo>
                  <a:lnTo>
                    <a:pt x="3892" y="1378"/>
                  </a:lnTo>
                  <a:lnTo>
                    <a:pt x="4000" y="1309"/>
                  </a:lnTo>
                  <a:lnTo>
                    <a:pt x="4094" y="1235"/>
                  </a:lnTo>
                  <a:lnTo>
                    <a:pt x="4194" y="1137"/>
                  </a:lnTo>
                  <a:lnTo>
                    <a:pt x="4298" y="1021"/>
                  </a:lnTo>
                  <a:lnTo>
                    <a:pt x="4405" y="893"/>
                  </a:lnTo>
                  <a:lnTo>
                    <a:pt x="4513" y="759"/>
                  </a:lnTo>
                  <a:lnTo>
                    <a:pt x="4619" y="625"/>
                  </a:lnTo>
                  <a:lnTo>
                    <a:pt x="4723" y="497"/>
                  </a:lnTo>
                  <a:lnTo>
                    <a:pt x="4822" y="381"/>
                  </a:lnTo>
                  <a:lnTo>
                    <a:pt x="4915" y="283"/>
                  </a:lnTo>
                  <a:lnTo>
                    <a:pt x="5000" y="209"/>
                  </a:lnTo>
                  <a:lnTo>
                    <a:pt x="5091" y="139"/>
                  </a:lnTo>
                  <a:lnTo>
                    <a:pt x="5169" y="81"/>
                  </a:lnTo>
                  <a:lnTo>
                    <a:pt x="5237" y="37"/>
                  </a:lnTo>
                  <a:lnTo>
                    <a:pt x="5300" y="9"/>
                  </a:lnTo>
                  <a:lnTo>
                    <a:pt x="5363" y="0"/>
                  </a:lnTo>
                  <a:lnTo>
                    <a:pt x="5431" y="12"/>
                  </a:lnTo>
                  <a:lnTo>
                    <a:pt x="5509" y="48"/>
                  </a:lnTo>
                  <a:lnTo>
                    <a:pt x="5600" y="109"/>
                  </a:lnTo>
                  <a:lnTo>
                    <a:pt x="5677" y="180"/>
                  </a:lnTo>
                  <a:lnTo>
                    <a:pt x="5762" y="279"/>
                  </a:lnTo>
                  <a:lnTo>
                    <a:pt x="5852" y="400"/>
                  </a:lnTo>
                  <a:lnTo>
                    <a:pt x="5947" y="538"/>
                  </a:lnTo>
                  <a:lnTo>
                    <a:pt x="6044" y="684"/>
                  </a:lnTo>
                  <a:lnTo>
                    <a:pt x="6143" y="834"/>
                  </a:lnTo>
                  <a:lnTo>
                    <a:pt x="6242" y="980"/>
                  </a:lnTo>
                  <a:lnTo>
                    <a:pt x="6338" y="1118"/>
                  </a:lnTo>
                  <a:lnTo>
                    <a:pt x="6431" y="1239"/>
                  </a:lnTo>
                  <a:lnTo>
                    <a:pt x="6519" y="1338"/>
                  </a:lnTo>
                  <a:lnTo>
                    <a:pt x="6600" y="1409"/>
                  </a:lnTo>
                  <a:lnTo>
                    <a:pt x="6699" y="1471"/>
                  </a:lnTo>
                  <a:lnTo>
                    <a:pt x="6787" y="1508"/>
                  </a:lnTo>
                  <a:lnTo>
                    <a:pt x="6867" y="1522"/>
                  </a:lnTo>
                  <a:lnTo>
                    <a:pt x="6944" y="1515"/>
                  </a:lnTo>
                  <a:lnTo>
                    <a:pt x="7021" y="1489"/>
                  </a:lnTo>
                  <a:lnTo>
                    <a:pt x="7104" y="1444"/>
                  </a:lnTo>
                  <a:lnTo>
                    <a:pt x="7195" y="1384"/>
                  </a:lnTo>
                  <a:lnTo>
                    <a:pt x="7300" y="1309"/>
                  </a:lnTo>
                  <a:lnTo>
                    <a:pt x="7386" y="1236"/>
                  </a:lnTo>
                  <a:lnTo>
                    <a:pt x="7481" y="1139"/>
                  </a:lnTo>
                  <a:lnTo>
                    <a:pt x="7582" y="1023"/>
                  </a:lnTo>
                  <a:lnTo>
                    <a:pt x="7687" y="895"/>
                  </a:lnTo>
                  <a:lnTo>
                    <a:pt x="7795" y="759"/>
                  </a:lnTo>
                  <a:lnTo>
                    <a:pt x="7905" y="622"/>
                  </a:lnTo>
                  <a:lnTo>
                    <a:pt x="8013" y="489"/>
                  </a:lnTo>
                  <a:lnTo>
                    <a:pt x="8118" y="365"/>
                  </a:lnTo>
                  <a:lnTo>
                    <a:pt x="8219" y="257"/>
                  </a:lnTo>
                  <a:lnTo>
                    <a:pt x="8314" y="170"/>
                  </a:lnTo>
                  <a:lnTo>
                    <a:pt x="8400" y="109"/>
                  </a:lnTo>
                  <a:lnTo>
                    <a:pt x="8505" y="60"/>
                  </a:lnTo>
                  <a:lnTo>
                    <a:pt x="8596" y="37"/>
                  </a:lnTo>
                  <a:lnTo>
                    <a:pt x="8679" y="38"/>
                  </a:lnTo>
                  <a:lnTo>
                    <a:pt x="8756" y="59"/>
                  </a:lnTo>
                  <a:lnTo>
                    <a:pt x="8833" y="99"/>
                  </a:lnTo>
                  <a:lnTo>
                    <a:pt x="8913" y="156"/>
                  </a:lnTo>
                  <a:lnTo>
                    <a:pt x="9001" y="227"/>
                  </a:lnTo>
                  <a:lnTo>
                    <a:pt x="9100" y="309"/>
                  </a:lnTo>
                  <a:lnTo>
                    <a:pt x="9181" y="386"/>
                  </a:lnTo>
                  <a:lnTo>
                    <a:pt x="9268" y="485"/>
                  </a:lnTo>
                  <a:lnTo>
                    <a:pt x="9359" y="602"/>
                  </a:lnTo>
                  <a:lnTo>
                    <a:pt x="9454" y="731"/>
                  </a:lnTo>
                  <a:lnTo>
                    <a:pt x="9551" y="866"/>
                  </a:lnTo>
                  <a:lnTo>
                    <a:pt x="9649" y="1002"/>
                  </a:lnTo>
                  <a:lnTo>
                    <a:pt x="9746" y="1134"/>
                  </a:lnTo>
                  <a:lnTo>
                    <a:pt x="9841" y="1256"/>
                  </a:lnTo>
                  <a:lnTo>
                    <a:pt x="9932" y="1362"/>
                  </a:lnTo>
                  <a:lnTo>
                    <a:pt x="10019" y="1449"/>
                  </a:lnTo>
                  <a:lnTo>
                    <a:pt x="10100" y="1509"/>
                  </a:lnTo>
                  <a:lnTo>
                    <a:pt x="10199" y="1557"/>
                  </a:lnTo>
                  <a:lnTo>
                    <a:pt x="10287" y="1579"/>
                  </a:lnTo>
                  <a:lnTo>
                    <a:pt x="10367" y="1576"/>
                  </a:lnTo>
                  <a:lnTo>
                    <a:pt x="10444" y="1553"/>
                  </a:lnTo>
                  <a:lnTo>
                    <a:pt x="10521" y="1511"/>
                  </a:lnTo>
                  <a:lnTo>
                    <a:pt x="10604" y="1455"/>
                  </a:lnTo>
                  <a:lnTo>
                    <a:pt x="10695" y="1387"/>
                  </a:lnTo>
                  <a:lnTo>
                    <a:pt x="10800" y="1309"/>
                  </a:lnTo>
                  <a:lnTo>
                    <a:pt x="10886" y="1238"/>
                  </a:lnTo>
                  <a:lnTo>
                    <a:pt x="10981" y="1145"/>
                  </a:lnTo>
                  <a:lnTo>
                    <a:pt x="11082" y="1036"/>
                  </a:lnTo>
                  <a:lnTo>
                    <a:pt x="11187" y="916"/>
                  </a:lnTo>
                  <a:lnTo>
                    <a:pt x="11295" y="791"/>
                  </a:lnTo>
                  <a:lnTo>
                    <a:pt x="11405" y="665"/>
                  </a:lnTo>
                  <a:lnTo>
                    <a:pt x="11513" y="544"/>
                  </a:lnTo>
                  <a:lnTo>
                    <a:pt x="11618" y="432"/>
                  </a:lnTo>
                  <a:lnTo>
                    <a:pt x="11719" y="336"/>
                  </a:lnTo>
                  <a:lnTo>
                    <a:pt x="11814" y="260"/>
                  </a:lnTo>
                  <a:lnTo>
                    <a:pt x="11900" y="209"/>
                  </a:lnTo>
                  <a:lnTo>
                    <a:pt x="12005" y="173"/>
                  </a:lnTo>
                  <a:lnTo>
                    <a:pt x="12096" y="162"/>
                  </a:lnTo>
                  <a:lnTo>
                    <a:pt x="12179" y="175"/>
                  </a:lnTo>
                  <a:lnTo>
                    <a:pt x="12256" y="209"/>
                  </a:lnTo>
                  <a:lnTo>
                    <a:pt x="12333" y="262"/>
                  </a:lnTo>
                  <a:lnTo>
                    <a:pt x="12413" y="331"/>
                  </a:lnTo>
                  <a:lnTo>
                    <a:pt x="12501" y="414"/>
                  </a:lnTo>
                  <a:lnTo>
                    <a:pt x="12600" y="509"/>
                  </a:lnTo>
                  <a:lnTo>
                    <a:pt x="12683" y="594"/>
                  </a:lnTo>
                  <a:lnTo>
                    <a:pt x="12777" y="702"/>
                  </a:lnTo>
                  <a:lnTo>
                    <a:pt x="12878" y="827"/>
                  </a:lnTo>
                  <a:lnTo>
                    <a:pt x="12984" y="963"/>
                  </a:lnTo>
                  <a:lnTo>
                    <a:pt x="13091" y="1106"/>
                  </a:lnTo>
                  <a:lnTo>
                    <a:pt x="13196" y="1250"/>
                  </a:lnTo>
                  <a:lnTo>
                    <a:pt x="13297" y="1390"/>
                  </a:lnTo>
                  <a:lnTo>
                    <a:pt x="13391" y="1521"/>
                  </a:lnTo>
                  <a:lnTo>
                    <a:pt x="13475" y="1638"/>
                  </a:lnTo>
                  <a:lnTo>
                    <a:pt x="13546" y="1736"/>
                  </a:lnTo>
                  <a:lnTo>
                    <a:pt x="13600" y="1809"/>
                  </a:lnTo>
                </a:path>
              </a:pathLst>
            </a:custGeom>
            <a:noFill/>
            <a:ln w="9601" cap="rnd">
              <a:solidFill>
                <a:srgbClr val="7D9AC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7" name="02 螺旋带 y0"/>
            <p:cNvSpPr/>
            <p:nvPr/>
          </p:nvSpPr>
          <p:spPr>
            <a:xfrm>
              <a:off x="4757623" y="5315407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8" name="02 螺旋带 y0"/>
            <p:cNvSpPr/>
            <p:nvPr/>
          </p:nvSpPr>
          <p:spPr>
            <a:xfrm>
              <a:off x="5077663" y="5315407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9" name="02 螺旋带 y0"/>
            <p:cNvSpPr/>
            <p:nvPr/>
          </p:nvSpPr>
          <p:spPr>
            <a:xfrm>
              <a:off x="5388559" y="5315407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0" name="02 螺旋带 y0"/>
            <p:cNvSpPr/>
            <p:nvPr/>
          </p:nvSpPr>
          <p:spPr>
            <a:xfrm>
              <a:off x="5708599" y="5324551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1" name="02 螺旋带 y0"/>
            <p:cNvSpPr/>
            <p:nvPr/>
          </p:nvSpPr>
          <p:spPr>
            <a:xfrm>
              <a:off x="4757623" y="5516575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2" name="02 螺旋带 y0"/>
            <p:cNvSpPr/>
            <p:nvPr/>
          </p:nvSpPr>
          <p:spPr>
            <a:xfrm>
              <a:off x="5077663" y="5516575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3" name="02 螺旋带 y0"/>
            <p:cNvSpPr/>
            <p:nvPr/>
          </p:nvSpPr>
          <p:spPr>
            <a:xfrm>
              <a:off x="5379415" y="5525719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4" name="02 螺旋带 y0"/>
            <p:cNvSpPr/>
            <p:nvPr/>
          </p:nvSpPr>
          <p:spPr>
            <a:xfrm>
              <a:off x="5699455" y="5516575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5" name="02 螺旋带 y58"/>
            <p:cNvSpPr/>
            <p:nvPr/>
          </p:nvSpPr>
          <p:spPr>
            <a:xfrm>
              <a:off x="4595500" y="5887700"/>
              <a:ext cx="1237600" cy="169169"/>
            </a:xfrm>
            <a:custGeom>
              <a:avLst/>
              <a:gdLst/>
              <a:ahLst/>
              <a:cxnLst/>
              <a:rect l="l" t="t" r="r" b="b"/>
              <a:pathLst>
                <a:path w="13600" h="1859">
                  <a:moveTo>
                    <a:pt x="0" y="0"/>
                  </a:moveTo>
                  <a:lnTo>
                    <a:pt x="61" y="43"/>
                  </a:lnTo>
                  <a:lnTo>
                    <a:pt x="141" y="96"/>
                  </a:lnTo>
                  <a:lnTo>
                    <a:pt x="237" y="159"/>
                  </a:lnTo>
                  <a:lnTo>
                    <a:pt x="344" y="231"/>
                  </a:lnTo>
                  <a:lnTo>
                    <a:pt x="458" y="312"/>
                  </a:lnTo>
                  <a:lnTo>
                    <a:pt x="574" y="401"/>
                  </a:lnTo>
                  <a:lnTo>
                    <a:pt x="690" y="497"/>
                  </a:lnTo>
                  <a:lnTo>
                    <a:pt x="800" y="600"/>
                  </a:lnTo>
                  <a:lnTo>
                    <a:pt x="887" y="695"/>
                  </a:lnTo>
                  <a:lnTo>
                    <a:pt x="977" y="807"/>
                  </a:lnTo>
                  <a:lnTo>
                    <a:pt x="1069" y="931"/>
                  </a:lnTo>
                  <a:lnTo>
                    <a:pt x="1162" y="1062"/>
                  </a:lnTo>
                  <a:lnTo>
                    <a:pt x="1256" y="1194"/>
                  </a:lnTo>
                  <a:lnTo>
                    <a:pt x="1350" y="1322"/>
                  </a:lnTo>
                  <a:lnTo>
                    <a:pt x="1442" y="1442"/>
                  </a:lnTo>
                  <a:lnTo>
                    <a:pt x="1531" y="1549"/>
                  </a:lnTo>
                  <a:lnTo>
                    <a:pt x="1618" y="1636"/>
                  </a:lnTo>
                  <a:lnTo>
                    <a:pt x="1700" y="1700"/>
                  </a:lnTo>
                  <a:lnTo>
                    <a:pt x="1796" y="1753"/>
                  </a:lnTo>
                  <a:lnTo>
                    <a:pt x="1884" y="1788"/>
                  </a:lnTo>
                  <a:lnTo>
                    <a:pt x="1968" y="1803"/>
                  </a:lnTo>
                  <a:lnTo>
                    <a:pt x="2050" y="1800"/>
                  </a:lnTo>
                  <a:lnTo>
                    <a:pt x="2132" y="1778"/>
                  </a:lnTo>
                  <a:lnTo>
                    <a:pt x="2216" y="1738"/>
                  </a:lnTo>
                  <a:lnTo>
                    <a:pt x="2304" y="1678"/>
                  </a:lnTo>
                  <a:lnTo>
                    <a:pt x="2400" y="1600"/>
                  </a:lnTo>
                  <a:lnTo>
                    <a:pt x="2475" y="1521"/>
                  </a:lnTo>
                  <a:lnTo>
                    <a:pt x="2553" y="1415"/>
                  </a:lnTo>
                  <a:lnTo>
                    <a:pt x="2634" y="1289"/>
                  </a:lnTo>
                  <a:lnTo>
                    <a:pt x="2717" y="1148"/>
                  </a:lnTo>
                  <a:lnTo>
                    <a:pt x="2801" y="1000"/>
                  </a:lnTo>
                  <a:lnTo>
                    <a:pt x="2886" y="850"/>
                  </a:lnTo>
                  <a:lnTo>
                    <a:pt x="2972" y="705"/>
                  </a:lnTo>
                  <a:lnTo>
                    <a:pt x="3056" y="572"/>
                  </a:lnTo>
                  <a:lnTo>
                    <a:pt x="3140" y="455"/>
                  </a:lnTo>
                  <a:lnTo>
                    <a:pt x="3221" y="363"/>
                  </a:lnTo>
                  <a:lnTo>
                    <a:pt x="3300" y="300"/>
                  </a:lnTo>
                  <a:lnTo>
                    <a:pt x="3404" y="255"/>
                  </a:lnTo>
                  <a:lnTo>
                    <a:pt x="3505" y="244"/>
                  </a:lnTo>
                  <a:lnTo>
                    <a:pt x="3603" y="260"/>
                  </a:lnTo>
                  <a:lnTo>
                    <a:pt x="3700" y="300"/>
                  </a:lnTo>
                  <a:lnTo>
                    <a:pt x="3797" y="359"/>
                  </a:lnTo>
                  <a:lnTo>
                    <a:pt x="3895" y="431"/>
                  </a:lnTo>
                  <a:lnTo>
                    <a:pt x="3996" y="513"/>
                  </a:lnTo>
                  <a:lnTo>
                    <a:pt x="4100" y="600"/>
                  </a:lnTo>
                  <a:lnTo>
                    <a:pt x="4187" y="683"/>
                  </a:lnTo>
                  <a:lnTo>
                    <a:pt x="4277" y="790"/>
                  </a:lnTo>
                  <a:lnTo>
                    <a:pt x="4369" y="912"/>
                  </a:lnTo>
                  <a:lnTo>
                    <a:pt x="4462" y="1045"/>
                  </a:lnTo>
                  <a:lnTo>
                    <a:pt x="4556" y="1181"/>
                  </a:lnTo>
                  <a:lnTo>
                    <a:pt x="4650" y="1315"/>
                  </a:lnTo>
                  <a:lnTo>
                    <a:pt x="4742" y="1440"/>
                  </a:lnTo>
                  <a:lnTo>
                    <a:pt x="4831" y="1550"/>
                  </a:lnTo>
                  <a:lnTo>
                    <a:pt x="4918" y="1639"/>
                  </a:lnTo>
                  <a:lnTo>
                    <a:pt x="5000" y="1700"/>
                  </a:lnTo>
                  <a:lnTo>
                    <a:pt x="5096" y="1745"/>
                  </a:lnTo>
                  <a:lnTo>
                    <a:pt x="5184" y="1767"/>
                  </a:lnTo>
                  <a:lnTo>
                    <a:pt x="5268" y="1769"/>
                  </a:lnTo>
                  <a:lnTo>
                    <a:pt x="5350" y="1750"/>
                  </a:lnTo>
                  <a:lnTo>
                    <a:pt x="5432" y="1713"/>
                  </a:lnTo>
                  <a:lnTo>
                    <a:pt x="5516" y="1658"/>
                  </a:lnTo>
                  <a:lnTo>
                    <a:pt x="5604" y="1587"/>
                  </a:lnTo>
                  <a:lnTo>
                    <a:pt x="5700" y="1500"/>
                  </a:lnTo>
                  <a:lnTo>
                    <a:pt x="5775" y="1417"/>
                  </a:lnTo>
                  <a:lnTo>
                    <a:pt x="5853" y="1309"/>
                  </a:lnTo>
                  <a:lnTo>
                    <a:pt x="5934" y="1182"/>
                  </a:lnTo>
                  <a:lnTo>
                    <a:pt x="6017" y="1041"/>
                  </a:lnTo>
                  <a:lnTo>
                    <a:pt x="6101" y="893"/>
                  </a:lnTo>
                  <a:lnTo>
                    <a:pt x="6186" y="745"/>
                  </a:lnTo>
                  <a:lnTo>
                    <a:pt x="6272" y="601"/>
                  </a:lnTo>
                  <a:lnTo>
                    <a:pt x="6356" y="469"/>
                  </a:lnTo>
                  <a:lnTo>
                    <a:pt x="6440" y="354"/>
                  </a:lnTo>
                  <a:lnTo>
                    <a:pt x="6521" y="262"/>
                  </a:lnTo>
                  <a:lnTo>
                    <a:pt x="6600" y="200"/>
                  </a:lnTo>
                  <a:lnTo>
                    <a:pt x="6703" y="154"/>
                  </a:lnTo>
                  <a:lnTo>
                    <a:pt x="6800" y="139"/>
                  </a:lnTo>
                  <a:lnTo>
                    <a:pt x="6894" y="151"/>
                  </a:lnTo>
                  <a:lnTo>
                    <a:pt x="6988" y="188"/>
                  </a:lnTo>
                  <a:lnTo>
                    <a:pt x="7082" y="244"/>
                  </a:lnTo>
                  <a:lnTo>
                    <a:pt x="7181" y="317"/>
                  </a:lnTo>
                  <a:lnTo>
                    <a:pt x="7286" y="404"/>
                  </a:lnTo>
                  <a:lnTo>
                    <a:pt x="7400" y="500"/>
                  </a:lnTo>
                  <a:lnTo>
                    <a:pt x="7482" y="578"/>
                  </a:lnTo>
                  <a:lnTo>
                    <a:pt x="7571" y="677"/>
                  </a:lnTo>
                  <a:lnTo>
                    <a:pt x="7663" y="792"/>
                  </a:lnTo>
                  <a:lnTo>
                    <a:pt x="7759" y="919"/>
                  </a:lnTo>
                  <a:lnTo>
                    <a:pt x="7857" y="1052"/>
                  </a:lnTo>
                  <a:lnTo>
                    <a:pt x="7956" y="1188"/>
                  </a:lnTo>
                  <a:lnTo>
                    <a:pt x="8055" y="1321"/>
                  </a:lnTo>
                  <a:lnTo>
                    <a:pt x="8152" y="1448"/>
                  </a:lnTo>
                  <a:lnTo>
                    <a:pt x="8246" y="1564"/>
                  </a:lnTo>
                  <a:lnTo>
                    <a:pt x="8336" y="1664"/>
                  </a:lnTo>
                  <a:lnTo>
                    <a:pt x="8421" y="1745"/>
                  </a:lnTo>
                  <a:lnTo>
                    <a:pt x="8500" y="1800"/>
                  </a:lnTo>
                  <a:lnTo>
                    <a:pt x="8606" y="1845"/>
                  </a:lnTo>
                  <a:lnTo>
                    <a:pt x="8701" y="1859"/>
                  </a:lnTo>
                  <a:lnTo>
                    <a:pt x="8787" y="1844"/>
                  </a:lnTo>
                  <a:lnTo>
                    <a:pt x="8869" y="1806"/>
                  </a:lnTo>
                  <a:lnTo>
                    <a:pt x="8948" y="1749"/>
                  </a:lnTo>
                  <a:lnTo>
                    <a:pt x="9027" y="1676"/>
                  </a:lnTo>
                  <a:lnTo>
                    <a:pt x="9110" y="1592"/>
                  </a:lnTo>
                  <a:lnTo>
                    <a:pt x="9200" y="1500"/>
                  </a:lnTo>
                  <a:lnTo>
                    <a:pt x="9276" y="1410"/>
                  </a:lnTo>
                  <a:lnTo>
                    <a:pt x="9352" y="1294"/>
                  </a:lnTo>
                  <a:lnTo>
                    <a:pt x="9429" y="1159"/>
                  </a:lnTo>
                  <a:lnTo>
                    <a:pt x="9508" y="1013"/>
                  </a:lnTo>
                  <a:lnTo>
                    <a:pt x="9587" y="862"/>
                  </a:lnTo>
                  <a:lnTo>
                    <a:pt x="9668" y="715"/>
                  </a:lnTo>
                  <a:lnTo>
                    <a:pt x="9749" y="578"/>
                  </a:lnTo>
                  <a:lnTo>
                    <a:pt x="9832" y="458"/>
                  </a:lnTo>
                  <a:lnTo>
                    <a:pt x="9915" y="363"/>
                  </a:lnTo>
                  <a:lnTo>
                    <a:pt x="10000" y="300"/>
                  </a:lnTo>
                  <a:lnTo>
                    <a:pt x="10107" y="260"/>
                  </a:lnTo>
                  <a:lnTo>
                    <a:pt x="10216" y="251"/>
                  </a:lnTo>
                  <a:lnTo>
                    <a:pt x="10326" y="267"/>
                  </a:lnTo>
                  <a:lnTo>
                    <a:pt x="10438" y="306"/>
                  </a:lnTo>
                  <a:lnTo>
                    <a:pt x="10551" y="363"/>
                  </a:lnTo>
                  <a:lnTo>
                    <a:pt x="10666" y="434"/>
                  </a:lnTo>
                  <a:lnTo>
                    <a:pt x="10782" y="514"/>
                  </a:lnTo>
                  <a:lnTo>
                    <a:pt x="10900" y="600"/>
                  </a:lnTo>
                  <a:lnTo>
                    <a:pt x="10997" y="684"/>
                  </a:lnTo>
                  <a:lnTo>
                    <a:pt x="11098" y="791"/>
                  </a:lnTo>
                  <a:lnTo>
                    <a:pt x="11202" y="915"/>
                  </a:lnTo>
                  <a:lnTo>
                    <a:pt x="11307" y="1050"/>
                  </a:lnTo>
                  <a:lnTo>
                    <a:pt x="11412" y="1188"/>
                  </a:lnTo>
                  <a:lnTo>
                    <a:pt x="11517" y="1322"/>
                  </a:lnTo>
                  <a:lnTo>
                    <a:pt x="11619" y="1448"/>
                  </a:lnTo>
                  <a:lnTo>
                    <a:pt x="11718" y="1557"/>
                  </a:lnTo>
                  <a:lnTo>
                    <a:pt x="11812" y="1643"/>
                  </a:lnTo>
                  <a:lnTo>
                    <a:pt x="11900" y="1700"/>
                  </a:lnTo>
                  <a:lnTo>
                    <a:pt x="12000" y="1736"/>
                  </a:lnTo>
                  <a:lnTo>
                    <a:pt x="12089" y="1745"/>
                  </a:lnTo>
                  <a:lnTo>
                    <a:pt x="12171" y="1730"/>
                  </a:lnTo>
                  <a:lnTo>
                    <a:pt x="12250" y="1694"/>
                  </a:lnTo>
                  <a:lnTo>
                    <a:pt x="12329" y="1640"/>
                  </a:lnTo>
                  <a:lnTo>
                    <a:pt x="12411" y="1571"/>
                  </a:lnTo>
                  <a:lnTo>
                    <a:pt x="12500" y="1490"/>
                  </a:lnTo>
                  <a:lnTo>
                    <a:pt x="12600" y="1400"/>
                  </a:lnTo>
                  <a:lnTo>
                    <a:pt x="12683" y="1320"/>
                  </a:lnTo>
                  <a:lnTo>
                    <a:pt x="12777" y="1220"/>
                  </a:lnTo>
                  <a:lnTo>
                    <a:pt x="12878" y="1105"/>
                  </a:lnTo>
                  <a:lnTo>
                    <a:pt x="12984" y="979"/>
                  </a:lnTo>
                  <a:lnTo>
                    <a:pt x="13091" y="848"/>
                  </a:lnTo>
                  <a:lnTo>
                    <a:pt x="13196" y="715"/>
                  </a:lnTo>
                  <a:lnTo>
                    <a:pt x="13297" y="586"/>
                  </a:lnTo>
                  <a:lnTo>
                    <a:pt x="13391" y="465"/>
                  </a:lnTo>
                  <a:lnTo>
                    <a:pt x="13475" y="357"/>
                  </a:lnTo>
                  <a:lnTo>
                    <a:pt x="13546" y="267"/>
                  </a:lnTo>
                  <a:lnTo>
                    <a:pt x="13600" y="200"/>
                  </a:lnTo>
                </a:path>
              </a:pathLst>
            </a:custGeom>
            <a:noFill/>
            <a:ln w="64008" cap="rnd">
              <a:solidFill>
                <a:srgbClr val="2A4D8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6" name="02 螺旋带 y58"/>
            <p:cNvSpPr/>
            <p:nvPr/>
          </p:nvSpPr>
          <p:spPr>
            <a:xfrm>
              <a:off x="4595500" y="5887700"/>
              <a:ext cx="1237600" cy="169169"/>
            </a:xfrm>
            <a:custGeom>
              <a:avLst/>
              <a:gdLst/>
              <a:ahLst/>
              <a:cxnLst/>
              <a:rect l="l" t="t" r="r" b="b"/>
              <a:pathLst>
                <a:path w="13600" h="1859">
                  <a:moveTo>
                    <a:pt x="0" y="0"/>
                  </a:moveTo>
                  <a:lnTo>
                    <a:pt x="61" y="43"/>
                  </a:lnTo>
                  <a:lnTo>
                    <a:pt x="141" y="96"/>
                  </a:lnTo>
                  <a:lnTo>
                    <a:pt x="237" y="159"/>
                  </a:lnTo>
                  <a:lnTo>
                    <a:pt x="344" y="231"/>
                  </a:lnTo>
                  <a:lnTo>
                    <a:pt x="458" y="312"/>
                  </a:lnTo>
                  <a:lnTo>
                    <a:pt x="574" y="401"/>
                  </a:lnTo>
                  <a:lnTo>
                    <a:pt x="690" y="497"/>
                  </a:lnTo>
                  <a:lnTo>
                    <a:pt x="800" y="600"/>
                  </a:lnTo>
                  <a:lnTo>
                    <a:pt x="887" y="695"/>
                  </a:lnTo>
                  <a:lnTo>
                    <a:pt x="977" y="807"/>
                  </a:lnTo>
                  <a:lnTo>
                    <a:pt x="1069" y="931"/>
                  </a:lnTo>
                  <a:lnTo>
                    <a:pt x="1162" y="1062"/>
                  </a:lnTo>
                  <a:lnTo>
                    <a:pt x="1256" y="1194"/>
                  </a:lnTo>
                  <a:lnTo>
                    <a:pt x="1350" y="1322"/>
                  </a:lnTo>
                  <a:lnTo>
                    <a:pt x="1442" y="1442"/>
                  </a:lnTo>
                  <a:lnTo>
                    <a:pt x="1531" y="1549"/>
                  </a:lnTo>
                  <a:lnTo>
                    <a:pt x="1618" y="1636"/>
                  </a:lnTo>
                  <a:lnTo>
                    <a:pt x="1700" y="1700"/>
                  </a:lnTo>
                  <a:lnTo>
                    <a:pt x="1796" y="1753"/>
                  </a:lnTo>
                  <a:lnTo>
                    <a:pt x="1884" y="1788"/>
                  </a:lnTo>
                  <a:lnTo>
                    <a:pt x="1968" y="1803"/>
                  </a:lnTo>
                  <a:lnTo>
                    <a:pt x="2050" y="1800"/>
                  </a:lnTo>
                  <a:lnTo>
                    <a:pt x="2132" y="1778"/>
                  </a:lnTo>
                  <a:lnTo>
                    <a:pt x="2216" y="1738"/>
                  </a:lnTo>
                  <a:lnTo>
                    <a:pt x="2304" y="1678"/>
                  </a:lnTo>
                  <a:lnTo>
                    <a:pt x="2400" y="1600"/>
                  </a:lnTo>
                  <a:lnTo>
                    <a:pt x="2475" y="1521"/>
                  </a:lnTo>
                  <a:lnTo>
                    <a:pt x="2553" y="1415"/>
                  </a:lnTo>
                  <a:lnTo>
                    <a:pt x="2634" y="1289"/>
                  </a:lnTo>
                  <a:lnTo>
                    <a:pt x="2717" y="1148"/>
                  </a:lnTo>
                  <a:lnTo>
                    <a:pt x="2801" y="1000"/>
                  </a:lnTo>
                  <a:lnTo>
                    <a:pt x="2886" y="850"/>
                  </a:lnTo>
                  <a:lnTo>
                    <a:pt x="2972" y="705"/>
                  </a:lnTo>
                  <a:lnTo>
                    <a:pt x="3056" y="572"/>
                  </a:lnTo>
                  <a:lnTo>
                    <a:pt x="3140" y="455"/>
                  </a:lnTo>
                  <a:lnTo>
                    <a:pt x="3221" y="363"/>
                  </a:lnTo>
                  <a:lnTo>
                    <a:pt x="3300" y="300"/>
                  </a:lnTo>
                  <a:lnTo>
                    <a:pt x="3404" y="255"/>
                  </a:lnTo>
                  <a:lnTo>
                    <a:pt x="3505" y="244"/>
                  </a:lnTo>
                  <a:lnTo>
                    <a:pt x="3603" y="260"/>
                  </a:lnTo>
                  <a:lnTo>
                    <a:pt x="3700" y="300"/>
                  </a:lnTo>
                  <a:lnTo>
                    <a:pt x="3797" y="359"/>
                  </a:lnTo>
                  <a:lnTo>
                    <a:pt x="3895" y="431"/>
                  </a:lnTo>
                  <a:lnTo>
                    <a:pt x="3996" y="513"/>
                  </a:lnTo>
                  <a:lnTo>
                    <a:pt x="4100" y="600"/>
                  </a:lnTo>
                  <a:lnTo>
                    <a:pt x="4187" y="683"/>
                  </a:lnTo>
                  <a:lnTo>
                    <a:pt x="4277" y="790"/>
                  </a:lnTo>
                  <a:lnTo>
                    <a:pt x="4369" y="912"/>
                  </a:lnTo>
                  <a:lnTo>
                    <a:pt x="4462" y="1045"/>
                  </a:lnTo>
                  <a:lnTo>
                    <a:pt x="4556" y="1181"/>
                  </a:lnTo>
                  <a:lnTo>
                    <a:pt x="4650" y="1315"/>
                  </a:lnTo>
                  <a:lnTo>
                    <a:pt x="4742" y="1440"/>
                  </a:lnTo>
                  <a:lnTo>
                    <a:pt x="4831" y="1550"/>
                  </a:lnTo>
                  <a:lnTo>
                    <a:pt x="4918" y="1639"/>
                  </a:lnTo>
                  <a:lnTo>
                    <a:pt x="5000" y="1700"/>
                  </a:lnTo>
                  <a:lnTo>
                    <a:pt x="5096" y="1745"/>
                  </a:lnTo>
                  <a:lnTo>
                    <a:pt x="5184" y="1767"/>
                  </a:lnTo>
                  <a:lnTo>
                    <a:pt x="5268" y="1769"/>
                  </a:lnTo>
                  <a:lnTo>
                    <a:pt x="5350" y="1750"/>
                  </a:lnTo>
                  <a:lnTo>
                    <a:pt x="5432" y="1713"/>
                  </a:lnTo>
                  <a:lnTo>
                    <a:pt x="5516" y="1658"/>
                  </a:lnTo>
                  <a:lnTo>
                    <a:pt x="5604" y="1587"/>
                  </a:lnTo>
                  <a:lnTo>
                    <a:pt x="5700" y="1500"/>
                  </a:lnTo>
                  <a:lnTo>
                    <a:pt x="5775" y="1417"/>
                  </a:lnTo>
                  <a:lnTo>
                    <a:pt x="5853" y="1309"/>
                  </a:lnTo>
                  <a:lnTo>
                    <a:pt x="5934" y="1182"/>
                  </a:lnTo>
                  <a:lnTo>
                    <a:pt x="6017" y="1041"/>
                  </a:lnTo>
                  <a:lnTo>
                    <a:pt x="6101" y="893"/>
                  </a:lnTo>
                  <a:lnTo>
                    <a:pt x="6186" y="745"/>
                  </a:lnTo>
                  <a:lnTo>
                    <a:pt x="6272" y="601"/>
                  </a:lnTo>
                  <a:lnTo>
                    <a:pt x="6356" y="469"/>
                  </a:lnTo>
                  <a:lnTo>
                    <a:pt x="6440" y="354"/>
                  </a:lnTo>
                  <a:lnTo>
                    <a:pt x="6521" y="262"/>
                  </a:lnTo>
                  <a:lnTo>
                    <a:pt x="6600" y="200"/>
                  </a:lnTo>
                  <a:lnTo>
                    <a:pt x="6703" y="154"/>
                  </a:lnTo>
                  <a:lnTo>
                    <a:pt x="6800" y="139"/>
                  </a:lnTo>
                  <a:lnTo>
                    <a:pt x="6894" y="151"/>
                  </a:lnTo>
                  <a:lnTo>
                    <a:pt x="6988" y="188"/>
                  </a:lnTo>
                  <a:lnTo>
                    <a:pt x="7082" y="244"/>
                  </a:lnTo>
                  <a:lnTo>
                    <a:pt x="7181" y="317"/>
                  </a:lnTo>
                  <a:lnTo>
                    <a:pt x="7286" y="404"/>
                  </a:lnTo>
                  <a:lnTo>
                    <a:pt x="7400" y="500"/>
                  </a:lnTo>
                  <a:lnTo>
                    <a:pt x="7482" y="578"/>
                  </a:lnTo>
                  <a:lnTo>
                    <a:pt x="7571" y="677"/>
                  </a:lnTo>
                  <a:lnTo>
                    <a:pt x="7663" y="792"/>
                  </a:lnTo>
                  <a:lnTo>
                    <a:pt x="7759" y="919"/>
                  </a:lnTo>
                  <a:lnTo>
                    <a:pt x="7857" y="1052"/>
                  </a:lnTo>
                  <a:lnTo>
                    <a:pt x="7956" y="1188"/>
                  </a:lnTo>
                  <a:lnTo>
                    <a:pt x="8055" y="1321"/>
                  </a:lnTo>
                  <a:lnTo>
                    <a:pt x="8152" y="1448"/>
                  </a:lnTo>
                  <a:lnTo>
                    <a:pt x="8246" y="1564"/>
                  </a:lnTo>
                  <a:lnTo>
                    <a:pt x="8336" y="1664"/>
                  </a:lnTo>
                  <a:lnTo>
                    <a:pt x="8421" y="1745"/>
                  </a:lnTo>
                  <a:lnTo>
                    <a:pt x="8500" y="1800"/>
                  </a:lnTo>
                  <a:lnTo>
                    <a:pt x="8606" y="1845"/>
                  </a:lnTo>
                  <a:lnTo>
                    <a:pt x="8701" y="1859"/>
                  </a:lnTo>
                  <a:lnTo>
                    <a:pt x="8787" y="1844"/>
                  </a:lnTo>
                  <a:lnTo>
                    <a:pt x="8869" y="1806"/>
                  </a:lnTo>
                  <a:lnTo>
                    <a:pt x="8948" y="1749"/>
                  </a:lnTo>
                  <a:lnTo>
                    <a:pt x="9027" y="1676"/>
                  </a:lnTo>
                  <a:lnTo>
                    <a:pt x="9110" y="1592"/>
                  </a:lnTo>
                  <a:lnTo>
                    <a:pt x="9200" y="1500"/>
                  </a:lnTo>
                  <a:lnTo>
                    <a:pt x="9276" y="1410"/>
                  </a:lnTo>
                  <a:lnTo>
                    <a:pt x="9352" y="1294"/>
                  </a:lnTo>
                  <a:lnTo>
                    <a:pt x="9429" y="1159"/>
                  </a:lnTo>
                  <a:lnTo>
                    <a:pt x="9508" y="1013"/>
                  </a:lnTo>
                  <a:lnTo>
                    <a:pt x="9587" y="862"/>
                  </a:lnTo>
                  <a:lnTo>
                    <a:pt x="9668" y="715"/>
                  </a:lnTo>
                  <a:lnTo>
                    <a:pt x="9749" y="578"/>
                  </a:lnTo>
                  <a:lnTo>
                    <a:pt x="9832" y="458"/>
                  </a:lnTo>
                  <a:lnTo>
                    <a:pt x="9915" y="363"/>
                  </a:lnTo>
                  <a:lnTo>
                    <a:pt x="10000" y="300"/>
                  </a:lnTo>
                  <a:lnTo>
                    <a:pt x="10107" y="260"/>
                  </a:lnTo>
                  <a:lnTo>
                    <a:pt x="10216" y="251"/>
                  </a:lnTo>
                  <a:lnTo>
                    <a:pt x="10326" y="267"/>
                  </a:lnTo>
                  <a:lnTo>
                    <a:pt x="10438" y="306"/>
                  </a:lnTo>
                  <a:lnTo>
                    <a:pt x="10551" y="363"/>
                  </a:lnTo>
                  <a:lnTo>
                    <a:pt x="10666" y="434"/>
                  </a:lnTo>
                  <a:lnTo>
                    <a:pt x="10782" y="514"/>
                  </a:lnTo>
                  <a:lnTo>
                    <a:pt x="10900" y="600"/>
                  </a:lnTo>
                  <a:lnTo>
                    <a:pt x="10997" y="684"/>
                  </a:lnTo>
                  <a:lnTo>
                    <a:pt x="11098" y="791"/>
                  </a:lnTo>
                  <a:lnTo>
                    <a:pt x="11202" y="915"/>
                  </a:lnTo>
                  <a:lnTo>
                    <a:pt x="11307" y="1050"/>
                  </a:lnTo>
                  <a:lnTo>
                    <a:pt x="11412" y="1188"/>
                  </a:lnTo>
                  <a:lnTo>
                    <a:pt x="11517" y="1322"/>
                  </a:lnTo>
                  <a:lnTo>
                    <a:pt x="11619" y="1448"/>
                  </a:lnTo>
                  <a:lnTo>
                    <a:pt x="11718" y="1557"/>
                  </a:lnTo>
                  <a:lnTo>
                    <a:pt x="11812" y="1643"/>
                  </a:lnTo>
                  <a:lnTo>
                    <a:pt x="11900" y="1700"/>
                  </a:lnTo>
                  <a:lnTo>
                    <a:pt x="12000" y="1736"/>
                  </a:lnTo>
                  <a:lnTo>
                    <a:pt x="12089" y="1745"/>
                  </a:lnTo>
                  <a:lnTo>
                    <a:pt x="12171" y="1730"/>
                  </a:lnTo>
                  <a:lnTo>
                    <a:pt x="12250" y="1694"/>
                  </a:lnTo>
                  <a:lnTo>
                    <a:pt x="12329" y="1640"/>
                  </a:lnTo>
                  <a:lnTo>
                    <a:pt x="12411" y="1571"/>
                  </a:lnTo>
                  <a:lnTo>
                    <a:pt x="12500" y="1490"/>
                  </a:lnTo>
                  <a:lnTo>
                    <a:pt x="12600" y="1400"/>
                  </a:lnTo>
                  <a:lnTo>
                    <a:pt x="12683" y="1320"/>
                  </a:lnTo>
                  <a:lnTo>
                    <a:pt x="12777" y="1220"/>
                  </a:lnTo>
                  <a:lnTo>
                    <a:pt x="12878" y="1105"/>
                  </a:lnTo>
                  <a:lnTo>
                    <a:pt x="12984" y="979"/>
                  </a:lnTo>
                  <a:lnTo>
                    <a:pt x="13091" y="848"/>
                  </a:lnTo>
                  <a:lnTo>
                    <a:pt x="13196" y="715"/>
                  </a:lnTo>
                  <a:lnTo>
                    <a:pt x="13297" y="586"/>
                  </a:lnTo>
                  <a:lnTo>
                    <a:pt x="13391" y="465"/>
                  </a:lnTo>
                  <a:lnTo>
                    <a:pt x="13475" y="357"/>
                  </a:lnTo>
                  <a:lnTo>
                    <a:pt x="13546" y="267"/>
                  </a:lnTo>
                  <a:lnTo>
                    <a:pt x="13600" y="200"/>
                  </a:lnTo>
                </a:path>
              </a:pathLst>
            </a:custGeom>
            <a:noFill/>
            <a:ln w="50292" cap="rnd">
              <a:solidFill>
                <a:srgbClr val="AFC5E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7" name="02 螺旋带 y58"/>
            <p:cNvSpPr/>
            <p:nvPr/>
          </p:nvSpPr>
          <p:spPr>
            <a:xfrm>
              <a:off x="4595500" y="5881785"/>
              <a:ext cx="1237600" cy="169169"/>
            </a:xfrm>
            <a:custGeom>
              <a:avLst/>
              <a:gdLst/>
              <a:ahLst/>
              <a:cxnLst/>
              <a:rect l="l" t="t" r="r" b="b"/>
              <a:pathLst>
                <a:path w="13600" h="1859">
                  <a:moveTo>
                    <a:pt x="0" y="0"/>
                  </a:moveTo>
                  <a:lnTo>
                    <a:pt x="61" y="43"/>
                  </a:lnTo>
                  <a:lnTo>
                    <a:pt x="141" y="96"/>
                  </a:lnTo>
                  <a:lnTo>
                    <a:pt x="237" y="159"/>
                  </a:lnTo>
                  <a:lnTo>
                    <a:pt x="344" y="231"/>
                  </a:lnTo>
                  <a:lnTo>
                    <a:pt x="458" y="312"/>
                  </a:lnTo>
                  <a:lnTo>
                    <a:pt x="574" y="401"/>
                  </a:lnTo>
                  <a:lnTo>
                    <a:pt x="690" y="497"/>
                  </a:lnTo>
                  <a:lnTo>
                    <a:pt x="800" y="600"/>
                  </a:lnTo>
                  <a:lnTo>
                    <a:pt x="887" y="695"/>
                  </a:lnTo>
                  <a:lnTo>
                    <a:pt x="977" y="807"/>
                  </a:lnTo>
                  <a:lnTo>
                    <a:pt x="1069" y="931"/>
                  </a:lnTo>
                  <a:lnTo>
                    <a:pt x="1162" y="1062"/>
                  </a:lnTo>
                  <a:lnTo>
                    <a:pt x="1256" y="1194"/>
                  </a:lnTo>
                  <a:lnTo>
                    <a:pt x="1350" y="1322"/>
                  </a:lnTo>
                  <a:lnTo>
                    <a:pt x="1442" y="1442"/>
                  </a:lnTo>
                  <a:lnTo>
                    <a:pt x="1531" y="1549"/>
                  </a:lnTo>
                  <a:lnTo>
                    <a:pt x="1618" y="1636"/>
                  </a:lnTo>
                  <a:lnTo>
                    <a:pt x="1700" y="1700"/>
                  </a:lnTo>
                  <a:lnTo>
                    <a:pt x="1796" y="1753"/>
                  </a:lnTo>
                  <a:lnTo>
                    <a:pt x="1884" y="1787"/>
                  </a:lnTo>
                  <a:lnTo>
                    <a:pt x="1968" y="1803"/>
                  </a:lnTo>
                  <a:lnTo>
                    <a:pt x="2050" y="1800"/>
                  </a:lnTo>
                  <a:lnTo>
                    <a:pt x="2132" y="1778"/>
                  </a:lnTo>
                  <a:lnTo>
                    <a:pt x="2216" y="1737"/>
                  </a:lnTo>
                  <a:lnTo>
                    <a:pt x="2304" y="1678"/>
                  </a:lnTo>
                  <a:lnTo>
                    <a:pt x="2400" y="1600"/>
                  </a:lnTo>
                  <a:lnTo>
                    <a:pt x="2475" y="1521"/>
                  </a:lnTo>
                  <a:lnTo>
                    <a:pt x="2553" y="1415"/>
                  </a:lnTo>
                  <a:lnTo>
                    <a:pt x="2634" y="1289"/>
                  </a:lnTo>
                  <a:lnTo>
                    <a:pt x="2717" y="1148"/>
                  </a:lnTo>
                  <a:lnTo>
                    <a:pt x="2801" y="1000"/>
                  </a:lnTo>
                  <a:lnTo>
                    <a:pt x="2886" y="850"/>
                  </a:lnTo>
                  <a:lnTo>
                    <a:pt x="2972" y="705"/>
                  </a:lnTo>
                  <a:lnTo>
                    <a:pt x="3056" y="572"/>
                  </a:lnTo>
                  <a:lnTo>
                    <a:pt x="3140" y="455"/>
                  </a:lnTo>
                  <a:lnTo>
                    <a:pt x="3221" y="363"/>
                  </a:lnTo>
                  <a:lnTo>
                    <a:pt x="3300" y="300"/>
                  </a:lnTo>
                  <a:lnTo>
                    <a:pt x="3404" y="255"/>
                  </a:lnTo>
                  <a:lnTo>
                    <a:pt x="3505" y="244"/>
                  </a:lnTo>
                  <a:lnTo>
                    <a:pt x="3603" y="260"/>
                  </a:lnTo>
                  <a:lnTo>
                    <a:pt x="3700" y="300"/>
                  </a:lnTo>
                  <a:lnTo>
                    <a:pt x="3797" y="359"/>
                  </a:lnTo>
                  <a:lnTo>
                    <a:pt x="3895" y="431"/>
                  </a:lnTo>
                  <a:lnTo>
                    <a:pt x="3996" y="513"/>
                  </a:lnTo>
                  <a:lnTo>
                    <a:pt x="4100" y="600"/>
                  </a:lnTo>
                  <a:lnTo>
                    <a:pt x="4187" y="683"/>
                  </a:lnTo>
                  <a:lnTo>
                    <a:pt x="4277" y="790"/>
                  </a:lnTo>
                  <a:lnTo>
                    <a:pt x="4369" y="912"/>
                  </a:lnTo>
                  <a:lnTo>
                    <a:pt x="4462" y="1045"/>
                  </a:lnTo>
                  <a:lnTo>
                    <a:pt x="4556" y="1181"/>
                  </a:lnTo>
                  <a:lnTo>
                    <a:pt x="4650" y="1315"/>
                  </a:lnTo>
                  <a:lnTo>
                    <a:pt x="4742" y="1440"/>
                  </a:lnTo>
                  <a:lnTo>
                    <a:pt x="4831" y="1550"/>
                  </a:lnTo>
                  <a:lnTo>
                    <a:pt x="4918" y="1639"/>
                  </a:lnTo>
                  <a:lnTo>
                    <a:pt x="5000" y="1700"/>
                  </a:lnTo>
                  <a:lnTo>
                    <a:pt x="5096" y="1745"/>
                  </a:lnTo>
                  <a:lnTo>
                    <a:pt x="5184" y="1767"/>
                  </a:lnTo>
                  <a:lnTo>
                    <a:pt x="5268" y="1769"/>
                  </a:lnTo>
                  <a:lnTo>
                    <a:pt x="5350" y="1750"/>
                  </a:lnTo>
                  <a:lnTo>
                    <a:pt x="5432" y="1713"/>
                  </a:lnTo>
                  <a:lnTo>
                    <a:pt x="5516" y="1658"/>
                  </a:lnTo>
                  <a:lnTo>
                    <a:pt x="5604" y="1587"/>
                  </a:lnTo>
                  <a:lnTo>
                    <a:pt x="5700" y="1500"/>
                  </a:lnTo>
                  <a:lnTo>
                    <a:pt x="5775" y="1417"/>
                  </a:lnTo>
                  <a:lnTo>
                    <a:pt x="5853" y="1309"/>
                  </a:lnTo>
                  <a:lnTo>
                    <a:pt x="5934" y="1182"/>
                  </a:lnTo>
                  <a:lnTo>
                    <a:pt x="6017" y="1041"/>
                  </a:lnTo>
                  <a:lnTo>
                    <a:pt x="6101" y="893"/>
                  </a:lnTo>
                  <a:lnTo>
                    <a:pt x="6186" y="745"/>
                  </a:lnTo>
                  <a:lnTo>
                    <a:pt x="6272" y="601"/>
                  </a:lnTo>
                  <a:lnTo>
                    <a:pt x="6356" y="469"/>
                  </a:lnTo>
                  <a:lnTo>
                    <a:pt x="6440" y="354"/>
                  </a:lnTo>
                  <a:lnTo>
                    <a:pt x="6521" y="262"/>
                  </a:lnTo>
                  <a:lnTo>
                    <a:pt x="6600" y="200"/>
                  </a:lnTo>
                  <a:lnTo>
                    <a:pt x="6703" y="154"/>
                  </a:lnTo>
                  <a:lnTo>
                    <a:pt x="6800" y="139"/>
                  </a:lnTo>
                  <a:lnTo>
                    <a:pt x="6894" y="151"/>
                  </a:lnTo>
                  <a:lnTo>
                    <a:pt x="6988" y="187"/>
                  </a:lnTo>
                  <a:lnTo>
                    <a:pt x="7082" y="244"/>
                  </a:lnTo>
                  <a:lnTo>
                    <a:pt x="7181" y="317"/>
                  </a:lnTo>
                  <a:lnTo>
                    <a:pt x="7286" y="404"/>
                  </a:lnTo>
                  <a:lnTo>
                    <a:pt x="7400" y="500"/>
                  </a:lnTo>
                  <a:lnTo>
                    <a:pt x="7482" y="578"/>
                  </a:lnTo>
                  <a:lnTo>
                    <a:pt x="7571" y="677"/>
                  </a:lnTo>
                  <a:lnTo>
                    <a:pt x="7663" y="792"/>
                  </a:lnTo>
                  <a:lnTo>
                    <a:pt x="7759" y="919"/>
                  </a:lnTo>
                  <a:lnTo>
                    <a:pt x="7857" y="1052"/>
                  </a:lnTo>
                  <a:lnTo>
                    <a:pt x="7956" y="1187"/>
                  </a:lnTo>
                  <a:lnTo>
                    <a:pt x="8055" y="1321"/>
                  </a:lnTo>
                  <a:lnTo>
                    <a:pt x="8152" y="1448"/>
                  </a:lnTo>
                  <a:lnTo>
                    <a:pt x="8246" y="1564"/>
                  </a:lnTo>
                  <a:lnTo>
                    <a:pt x="8336" y="1664"/>
                  </a:lnTo>
                  <a:lnTo>
                    <a:pt x="8421" y="1745"/>
                  </a:lnTo>
                  <a:lnTo>
                    <a:pt x="8500" y="1800"/>
                  </a:lnTo>
                  <a:lnTo>
                    <a:pt x="8606" y="1845"/>
                  </a:lnTo>
                  <a:lnTo>
                    <a:pt x="8701" y="1859"/>
                  </a:lnTo>
                  <a:lnTo>
                    <a:pt x="8787" y="1844"/>
                  </a:lnTo>
                  <a:lnTo>
                    <a:pt x="8869" y="1806"/>
                  </a:lnTo>
                  <a:lnTo>
                    <a:pt x="8948" y="1749"/>
                  </a:lnTo>
                  <a:lnTo>
                    <a:pt x="9027" y="1676"/>
                  </a:lnTo>
                  <a:lnTo>
                    <a:pt x="9110" y="1592"/>
                  </a:lnTo>
                  <a:lnTo>
                    <a:pt x="9200" y="1500"/>
                  </a:lnTo>
                  <a:lnTo>
                    <a:pt x="9276" y="1410"/>
                  </a:lnTo>
                  <a:lnTo>
                    <a:pt x="9352" y="1294"/>
                  </a:lnTo>
                  <a:lnTo>
                    <a:pt x="9429" y="1159"/>
                  </a:lnTo>
                  <a:lnTo>
                    <a:pt x="9508" y="1013"/>
                  </a:lnTo>
                  <a:lnTo>
                    <a:pt x="9587" y="863"/>
                  </a:lnTo>
                  <a:lnTo>
                    <a:pt x="9668" y="715"/>
                  </a:lnTo>
                  <a:lnTo>
                    <a:pt x="9749" y="578"/>
                  </a:lnTo>
                  <a:lnTo>
                    <a:pt x="9832" y="458"/>
                  </a:lnTo>
                  <a:lnTo>
                    <a:pt x="9915" y="363"/>
                  </a:lnTo>
                  <a:lnTo>
                    <a:pt x="10000" y="300"/>
                  </a:lnTo>
                  <a:lnTo>
                    <a:pt x="10107" y="260"/>
                  </a:lnTo>
                  <a:lnTo>
                    <a:pt x="10216" y="251"/>
                  </a:lnTo>
                  <a:lnTo>
                    <a:pt x="10326" y="267"/>
                  </a:lnTo>
                  <a:lnTo>
                    <a:pt x="10438" y="306"/>
                  </a:lnTo>
                  <a:lnTo>
                    <a:pt x="10551" y="363"/>
                  </a:lnTo>
                  <a:lnTo>
                    <a:pt x="10666" y="434"/>
                  </a:lnTo>
                  <a:lnTo>
                    <a:pt x="10782" y="514"/>
                  </a:lnTo>
                  <a:lnTo>
                    <a:pt x="10900" y="600"/>
                  </a:lnTo>
                  <a:lnTo>
                    <a:pt x="10997" y="684"/>
                  </a:lnTo>
                  <a:lnTo>
                    <a:pt x="11098" y="791"/>
                  </a:lnTo>
                  <a:lnTo>
                    <a:pt x="11202" y="915"/>
                  </a:lnTo>
                  <a:lnTo>
                    <a:pt x="11307" y="1050"/>
                  </a:lnTo>
                  <a:lnTo>
                    <a:pt x="11412" y="1188"/>
                  </a:lnTo>
                  <a:lnTo>
                    <a:pt x="11517" y="1322"/>
                  </a:lnTo>
                  <a:lnTo>
                    <a:pt x="11619" y="1448"/>
                  </a:lnTo>
                  <a:lnTo>
                    <a:pt x="11718" y="1557"/>
                  </a:lnTo>
                  <a:lnTo>
                    <a:pt x="11812" y="1643"/>
                  </a:lnTo>
                  <a:lnTo>
                    <a:pt x="11900" y="1700"/>
                  </a:lnTo>
                  <a:lnTo>
                    <a:pt x="12000" y="1736"/>
                  </a:lnTo>
                  <a:lnTo>
                    <a:pt x="12089" y="1745"/>
                  </a:lnTo>
                  <a:lnTo>
                    <a:pt x="12171" y="1730"/>
                  </a:lnTo>
                  <a:lnTo>
                    <a:pt x="12250" y="1694"/>
                  </a:lnTo>
                  <a:lnTo>
                    <a:pt x="12329" y="1640"/>
                  </a:lnTo>
                  <a:lnTo>
                    <a:pt x="12411" y="1571"/>
                  </a:lnTo>
                  <a:lnTo>
                    <a:pt x="12500" y="1490"/>
                  </a:lnTo>
                  <a:lnTo>
                    <a:pt x="12600" y="1400"/>
                  </a:lnTo>
                  <a:lnTo>
                    <a:pt x="12683" y="1320"/>
                  </a:lnTo>
                  <a:lnTo>
                    <a:pt x="12777" y="1220"/>
                  </a:lnTo>
                  <a:lnTo>
                    <a:pt x="12878" y="1105"/>
                  </a:lnTo>
                  <a:lnTo>
                    <a:pt x="12984" y="979"/>
                  </a:lnTo>
                  <a:lnTo>
                    <a:pt x="13091" y="848"/>
                  </a:lnTo>
                  <a:lnTo>
                    <a:pt x="13196" y="715"/>
                  </a:lnTo>
                  <a:lnTo>
                    <a:pt x="13297" y="586"/>
                  </a:lnTo>
                  <a:lnTo>
                    <a:pt x="13391" y="465"/>
                  </a:lnTo>
                  <a:lnTo>
                    <a:pt x="13475" y="357"/>
                  </a:lnTo>
                  <a:lnTo>
                    <a:pt x="13546" y="267"/>
                  </a:lnTo>
                  <a:lnTo>
                    <a:pt x="13600" y="200"/>
                  </a:lnTo>
                </a:path>
              </a:pathLst>
            </a:custGeom>
            <a:noFill/>
            <a:ln w="17373" cap="rnd">
              <a:solidFill>
                <a:srgbClr val="E0E9F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8" name="02 螺旋带 y58"/>
            <p:cNvSpPr/>
            <p:nvPr/>
          </p:nvSpPr>
          <p:spPr>
            <a:xfrm>
              <a:off x="4595500" y="5902260"/>
              <a:ext cx="1237600" cy="169169"/>
            </a:xfrm>
            <a:custGeom>
              <a:avLst/>
              <a:gdLst/>
              <a:ahLst/>
              <a:cxnLst/>
              <a:rect l="l" t="t" r="r" b="b"/>
              <a:pathLst>
                <a:path w="13600" h="1859">
                  <a:moveTo>
                    <a:pt x="0" y="0"/>
                  </a:moveTo>
                  <a:lnTo>
                    <a:pt x="61" y="43"/>
                  </a:lnTo>
                  <a:lnTo>
                    <a:pt x="141" y="96"/>
                  </a:lnTo>
                  <a:lnTo>
                    <a:pt x="237" y="159"/>
                  </a:lnTo>
                  <a:lnTo>
                    <a:pt x="344" y="231"/>
                  </a:lnTo>
                  <a:lnTo>
                    <a:pt x="458" y="312"/>
                  </a:lnTo>
                  <a:lnTo>
                    <a:pt x="574" y="401"/>
                  </a:lnTo>
                  <a:lnTo>
                    <a:pt x="690" y="497"/>
                  </a:lnTo>
                  <a:lnTo>
                    <a:pt x="800" y="600"/>
                  </a:lnTo>
                  <a:lnTo>
                    <a:pt x="887" y="695"/>
                  </a:lnTo>
                  <a:lnTo>
                    <a:pt x="977" y="807"/>
                  </a:lnTo>
                  <a:lnTo>
                    <a:pt x="1069" y="931"/>
                  </a:lnTo>
                  <a:lnTo>
                    <a:pt x="1162" y="1062"/>
                  </a:lnTo>
                  <a:lnTo>
                    <a:pt x="1256" y="1194"/>
                  </a:lnTo>
                  <a:lnTo>
                    <a:pt x="1350" y="1322"/>
                  </a:lnTo>
                  <a:lnTo>
                    <a:pt x="1442" y="1442"/>
                  </a:lnTo>
                  <a:lnTo>
                    <a:pt x="1531" y="1549"/>
                  </a:lnTo>
                  <a:lnTo>
                    <a:pt x="1618" y="1636"/>
                  </a:lnTo>
                  <a:lnTo>
                    <a:pt x="1700" y="1700"/>
                  </a:lnTo>
                  <a:lnTo>
                    <a:pt x="1796" y="1753"/>
                  </a:lnTo>
                  <a:lnTo>
                    <a:pt x="1884" y="1788"/>
                  </a:lnTo>
                  <a:lnTo>
                    <a:pt x="1968" y="1803"/>
                  </a:lnTo>
                  <a:lnTo>
                    <a:pt x="2050" y="1800"/>
                  </a:lnTo>
                  <a:lnTo>
                    <a:pt x="2132" y="1778"/>
                  </a:lnTo>
                  <a:lnTo>
                    <a:pt x="2216" y="1737"/>
                  </a:lnTo>
                  <a:lnTo>
                    <a:pt x="2304" y="1678"/>
                  </a:lnTo>
                  <a:lnTo>
                    <a:pt x="2400" y="1600"/>
                  </a:lnTo>
                  <a:lnTo>
                    <a:pt x="2475" y="1521"/>
                  </a:lnTo>
                  <a:lnTo>
                    <a:pt x="2553" y="1415"/>
                  </a:lnTo>
                  <a:lnTo>
                    <a:pt x="2634" y="1289"/>
                  </a:lnTo>
                  <a:lnTo>
                    <a:pt x="2717" y="1148"/>
                  </a:lnTo>
                  <a:lnTo>
                    <a:pt x="2801" y="1000"/>
                  </a:lnTo>
                  <a:lnTo>
                    <a:pt x="2886" y="850"/>
                  </a:lnTo>
                  <a:lnTo>
                    <a:pt x="2972" y="705"/>
                  </a:lnTo>
                  <a:lnTo>
                    <a:pt x="3056" y="572"/>
                  </a:lnTo>
                  <a:lnTo>
                    <a:pt x="3140" y="455"/>
                  </a:lnTo>
                  <a:lnTo>
                    <a:pt x="3221" y="363"/>
                  </a:lnTo>
                  <a:lnTo>
                    <a:pt x="3300" y="300"/>
                  </a:lnTo>
                  <a:lnTo>
                    <a:pt x="3404" y="255"/>
                  </a:lnTo>
                  <a:lnTo>
                    <a:pt x="3505" y="244"/>
                  </a:lnTo>
                  <a:lnTo>
                    <a:pt x="3603" y="260"/>
                  </a:lnTo>
                  <a:lnTo>
                    <a:pt x="3700" y="300"/>
                  </a:lnTo>
                  <a:lnTo>
                    <a:pt x="3797" y="359"/>
                  </a:lnTo>
                  <a:lnTo>
                    <a:pt x="3895" y="431"/>
                  </a:lnTo>
                  <a:lnTo>
                    <a:pt x="3996" y="513"/>
                  </a:lnTo>
                  <a:lnTo>
                    <a:pt x="4100" y="600"/>
                  </a:lnTo>
                  <a:lnTo>
                    <a:pt x="4187" y="683"/>
                  </a:lnTo>
                  <a:lnTo>
                    <a:pt x="4277" y="790"/>
                  </a:lnTo>
                  <a:lnTo>
                    <a:pt x="4369" y="912"/>
                  </a:lnTo>
                  <a:lnTo>
                    <a:pt x="4462" y="1045"/>
                  </a:lnTo>
                  <a:lnTo>
                    <a:pt x="4556" y="1181"/>
                  </a:lnTo>
                  <a:lnTo>
                    <a:pt x="4650" y="1315"/>
                  </a:lnTo>
                  <a:lnTo>
                    <a:pt x="4742" y="1440"/>
                  </a:lnTo>
                  <a:lnTo>
                    <a:pt x="4831" y="1550"/>
                  </a:lnTo>
                  <a:lnTo>
                    <a:pt x="4918" y="1639"/>
                  </a:lnTo>
                  <a:lnTo>
                    <a:pt x="5000" y="1700"/>
                  </a:lnTo>
                  <a:lnTo>
                    <a:pt x="5096" y="1745"/>
                  </a:lnTo>
                  <a:lnTo>
                    <a:pt x="5184" y="1767"/>
                  </a:lnTo>
                  <a:lnTo>
                    <a:pt x="5268" y="1769"/>
                  </a:lnTo>
                  <a:lnTo>
                    <a:pt x="5350" y="1750"/>
                  </a:lnTo>
                  <a:lnTo>
                    <a:pt x="5432" y="1713"/>
                  </a:lnTo>
                  <a:lnTo>
                    <a:pt x="5516" y="1658"/>
                  </a:lnTo>
                  <a:lnTo>
                    <a:pt x="5604" y="1587"/>
                  </a:lnTo>
                  <a:lnTo>
                    <a:pt x="5700" y="1500"/>
                  </a:lnTo>
                  <a:lnTo>
                    <a:pt x="5775" y="1417"/>
                  </a:lnTo>
                  <a:lnTo>
                    <a:pt x="5853" y="1309"/>
                  </a:lnTo>
                  <a:lnTo>
                    <a:pt x="5934" y="1182"/>
                  </a:lnTo>
                  <a:lnTo>
                    <a:pt x="6017" y="1041"/>
                  </a:lnTo>
                  <a:lnTo>
                    <a:pt x="6101" y="893"/>
                  </a:lnTo>
                  <a:lnTo>
                    <a:pt x="6186" y="745"/>
                  </a:lnTo>
                  <a:lnTo>
                    <a:pt x="6272" y="601"/>
                  </a:lnTo>
                  <a:lnTo>
                    <a:pt x="6356" y="469"/>
                  </a:lnTo>
                  <a:lnTo>
                    <a:pt x="6440" y="354"/>
                  </a:lnTo>
                  <a:lnTo>
                    <a:pt x="6521" y="262"/>
                  </a:lnTo>
                  <a:lnTo>
                    <a:pt x="6600" y="200"/>
                  </a:lnTo>
                  <a:lnTo>
                    <a:pt x="6703" y="154"/>
                  </a:lnTo>
                  <a:lnTo>
                    <a:pt x="6800" y="139"/>
                  </a:lnTo>
                  <a:lnTo>
                    <a:pt x="6894" y="151"/>
                  </a:lnTo>
                  <a:lnTo>
                    <a:pt x="6988" y="187"/>
                  </a:lnTo>
                  <a:lnTo>
                    <a:pt x="7082" y="244"/>
                  </a:lnTo>
                  <a:lnTo>
                    <a:pt x="7181" y="317"/>
                  </a:lnTo>
                  <a:lnTo>
                    <a:pt x="7286" y="404"/>
                  </a:lnTo>
                  <a:lnTo>
                    <a:pt x="7400" y="500"/>
                  </a:lnTo>
                  <a:lnTo>
                    <a:pt x="7482" y="578"/>
                  </a:lnTo>
                  <a:lnTo>
                    <a:pt x="7571" y="677"/>
                  </a:lnTo>
                  <a:lnTo>
                    <a:pt x="7663" y="792"/>
                  </a:lnTo>
                  <a:lnTo>
                    <a:pt x="7759" y="919"/>
                  </a:lnTo>
                  <a:lnTo>
                    <a:pt x="7857" y="1052"/>
                  </a:lnTo>
                  <a:lnTo>
                    <a:pt x="7956" y="1187"/>
                  </a:lnTo>
                  <a:lnTo>
                    <a:pt x="8055" y="1321"/>
                  </a:lnTo>
                  <a:lnTo>
                    <a:pt x="8152" y="1448"/>
                  </a:lnTo>
                  <a:lnTo>
                    <a:pt x="8246" y="1564"/>
                  </a:lnTo>
                  <a:lnTo>
                    <a:pt x="8336" y="1664"/>
                  </a:lnTo>
                  <a:lnTo>
                    <a:pt x="8421" y="1745"/>
                  </a:lnTo>
                  <a:lnTo>
                    <a:pt x="8500" y="1800"/>
                  </a:lnTo>
                  <a:lnTo>
                    <a:pt x="8606" y="1845"/>
                  </a:lnTo>
                  <a:lnTo>
                    <a:pt x="8701" y="1859"/>
                  </a:lnTo>
                  <a:lnTo>
                    <a:pt x="8787" y="1844"/>
                  </a:lnTo>
                  <a:lnTo>
                    <a:pt x="8869" y="1806"/>
                  </a:lnTo>
                  <a:lnTo>
                    <a:pt x="8948" y="1749"/>
                  </a:lnTo>
                  <a:lnTo>
                    <a:pt x="9027" y="1676"/>
                  </a:lnTo>
                  <a:lnTo>
                    <a:pt x="9110" y="1592"/>
                  </a:lnTo>
                  <a:lnTo>
                    <a:pt x="9200" y="1500"/>
                  </a:lnTo>
                  <a:lnTo>
                    <a:pt x="9276" y="1410"/>
                  </a:lnTo>
                  <a:lnTo>
                    <a:pt x="9352" y="1294"/>
                  </a:lnTo>
                  <a:lnTo>
                    <a:pt x="9429" y="1159"/>
                  </a:lnTo>
                  <a:lnTo>
                    <a:pt x="9508" y="1013"/>
                  </a:lnTo>
                  <a:lnTo>
                    <a:pt x="9587" y="862"/>
                  </a:lnTo>
                  <a:lnTo>
                    <a:pt x="9668" y="715"/>
                  </a:lnTo>
                  <a:lnTo>
                    <a:pt x="9749" y="578"/>
                  </a:lnTo>
                  <a:lnTo>
                    <a:pt x="9832" y="458"/>
                  </a:lnTo>
                  <a:lnTo>
                    <a:pt x="9915" y="363"/>
                  </a:lnTo>
                  <a:lnTo>
                    <a:pt x="10000" y="300"/>
                  </a:lnTo>
                  <a:lnTo>
                    <a:pt x="10107" y="260"/>
                  </a:lnTo>
                  <a:lnTo>
                    <a:pt x="10216" y="251"/>
                  </a:lnTo>
                  <a:lnTo>
                    <a:pt x="10326" y="267"/>
                  </a:lnTo>
                  <a:lnTo>
                    <a:pt x="10438" y="306"/>
                  </a:lnTo>
                  <a:lnTo>
                    <a:pt x="10551" y="363"/>
                  </a:lnTo>
                  <a:lnTo>
                    <a:pt x="10666" y="434"/>
                  </a:lnTo>
                  <a:lnTo>
                    <a:pt x="10782" y="514"/>
                  </a:lnTo>
                  <a:lnTo>
                    <a:pt x="10900" y="600"/>
                  </a:lnTo>
                  <a:lnTo>
                    <a:pt x="10997" y="684"/>
                  </a:lnTo>
                  <a:lnTo>
                    <a:pt x="11098" y="791"/>
                  </a:lnTo>
                  <a:lnTo>
                    <a:pt x="11202" y="915"/>
                  </a:lnTo>
                  <a:lnTo>
                    <a:pt x="11307" y="1050"/>
                  </a:lnTo>
                  <a:lnTo>
                    <a:pt x="11412" y="1188"/>
                  </a:lnTo>
                  <a:lnTo>
                    <a:pt x="11517" y="1322"/>
                  </a:lnTo>
                  <a:lnTo>
                    <a:pt x="11619" y="1448"/>
                  </a:lnTo>
                  <a:lnTo>
                    <a:pt x="11718" y="1557"/>
                  </a:lnTo>
                  <a:lnTo>
                    <a:pt x="11812" y="1643"/>
                  </a:lnTo>
                  <a:lnTo>
                    <a:pt x="11900" y="1700"/>
                  </a:lnTo>
                  <a:lnTo>
                    <a:pt x="12000" y="1736"/>
                  </a:lnTo>
                  <a:lnTo>
                    <a:pt x="12089" y="1745"/>
                  </a:lnTo>
                  <a:lnTo>
                    <a:pt x="12171" y="1730"/>
                  </a:lnTo>
                  <a:lnTo>
                    <a:pt x="12250" y="1694"/>
                  </a:lnTo>
                  <a:lnTo>
                    <a:pt x="12329" y="1640"/>
                  </a:lnTo>
                  <a:lnTo>
                    <a:pt x="12411" y="1571"/>
                  </a:lnTo>
                  <a:lnTo>
                    <a:pt x="12500" y="1490"/>
                  </a:lnTo>
                  <a:lnTo>
                    <a:pt x="12600" y="1400"/>
                  </a:lnTo>
                  <a:lnTo>
                    <a:pt x="12683" y="1320"/>
                  </a:lnTo>
                  <a:lnTo>
                    <a:pt x="12777" y="1220"/>
                  </a:lnTo>
                  <a:lnTo>
                    <a:pt x="12878" y="1105"/>
                  </a:lnTo>
                  <a:lnTo>
                    <a:pt x="12984" y="979"/>
                  </a:lnTo>
                  <a:lnTo>
                    <a:pt x="13091" y="848"/>
                  </a:lnTo>
                  <a:lnTo>
                    <a:pt x="13196" y="715"/>
                  </a:lnTo>
                  <a:lnTo>
                    <a:pt x="13297" y="586"/>
                  </a:lnTo>
                  <a:lnTo>
                    <a:pt x="13391" y="465"/>
                  </a:lnTo>
                  <a:lnTo>
                    <a:pt x="13475" y="357"/>
                  </a:lnTo>
                  <a:lnTo>
                    <a:pt x="13546" y="267"/>
                  </a:lnTo>
                  <a:lnTo>
                    <a:pt x="13600" y="200"/>
                  </a:lnTo>
                </a:path>
              </a:pathLst>
            </a:custGeom>
            <a:noFill/>
            <a:ln w="9601" cap="rnd">
              <a:solidFill>
                <a:srgbClr val="7D9AC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9" name="02 螺旋带 y58"/>
            <p:cNvSpPr/>
            <p:nvPr/>
          </p:nvSpPr>
          <p:spPr>
            <a:xfrm>
              <a:off x="4595500" y="5814081"/>
              <a:ext cx="1237600" cy="164619"/>
            </a:xfrm>
            <a:custGeom>
              <a:avLst/>
              <a:gdLst/>
              <a:ahLst/>
              <a:cxnLst/>
              <a:rect l="l" t="t" r="r" b="b"/>
              <a:pathLst>
                <a:path w="13600" h="1809">
                  <a:moveTo>
                    <a:pt x="0" y="1409"/>
                  </a:moveTo>
                  <a:lnTo>
                    <a:pt x="53" y="1391"/>
                  </a:lnTo>
                  <a:lnTo>
                    <a:pt x="121" y="1371"/>
                  </a:lnTo>
                  <a:lnTo>
                    <a:pt x="202" y="1349"/>
                  </a:lnTo>
                  <a:lnTo>
                    <a:pt x="294" y="1321"/>
                  </a:lnTo>
                  <a:lnTo>
                    <a:pt x="392" y="1286"/>
                  </a:lnTo>
                  <a:lnTo>
                    <a:pt x="495" y="1240"/>
                  </a:lnTo>
                  <a:lnTo>
                    <a:pt x="598" y="1182"/>
                  </a:lnTo>
                  <a:lnTo>
                    <a:pt x="700" y="1109"/>
                  </a:lnTo>
                  <a:lnTo>
                    <a:pt x="793" y="1023"/>
                  </a:lnTo>
                  <a:lnTo>
                    <a:pt x="892" y="913"/>
                  </a:lnTo>
                  <a:lnTo>
                    <a:pt x="996" y="787"/>
                  </a:lnTo>
                  <a:lnTo>
                    <a:pt x="1103" y="652"/>
                  </a:lnTo>
                  <a:lnTo>
                    <a:pt x="1210" y="516"/>
                  </a:lnTo>
                  <a:lnTo>
                    <a:pt x="1315" y="387"/>
                  </a:lnTo>
                  <a:lnTo>
                    <a:pt x="1416" y="271"/>
                  </a:lnTo>
                  <a:lnTo>
                    <a:pt x="1512" y="176"/>
                  </a:lnTo>
                  <a:lnTo>
                    <a:pt x="1600" y="109"/>
                  </a:lnTo>
                  <a:lnTo>
                    <a:pt x="1687" y="61"/>
                  </a:lnTo>
                  <a:lnTo>
                    <a:pt x="1762" y="31"/>
                  </a:lnTo>
                  <a:lnTo>
                    <a:pt x="1829" y="18"/>
                  </a:lnTo>
                  <a:lnTo>
                    <a:pt x="1894" y="22"/>
                  </a:lnTo>
                  <a:lnTo>
                    <a:pt x="1959" y="43"/>
                  </a:lnTo>
                  <a:lnTo>
                    <a:pt x="2029" y="81"/>
                  </a:lnTo>
                  <a:lnTo>
                    <a:pt x="2108" y="136"/>
                  </a:lnTo>
                  <a:lnTo>
                    <a:pt x="2200" y="209"/>
                  </a:lnTo>
                  <a:lnTo>
                    <a:pt x="2277" y="282"/>
                  </a:lnTo>
                  <a:lnTo>
                    <a:pt x="2360" y="378"/>
                  </a:lnTo>
                  <a:lnTo>
                    <a:pt x="2449" y="492"/>
                  </a:lnTo>
                  <a:lnTo>
                    <a:pt x="2543" y="619"/>
                  </a:lnTo>
                  <a:lnTo>
                    <a:pt x="2639" y="753"/>
                  </a:lnTo>
                  <a:lnTo>
                    <a:pt x="2736" y="889"/>
                  </a:lnTo>
                  <a:lnTo>
                    <a:pt x="2834" y="1022"/>
                  </a:lnTo>
                  <a:lnTo>
                    <a:pt x="2931" y="1146"/>
                  </a:lnTo>
                  <a:lnTo>
                    <a:pt x="3025" y="1255"/>
                  </a:lnTo>
                  <a:lnTo>
                    <a:pt x="3115" y="1345"/>
                  </a:lnTo>
                  <a:lnTo>
                    <a:pt x="3200" y="1409"/>
                  </a:lnTo>
                  <a:lnTo>
                    <a:pt x="3308" y="1466"/>
                  </a:lnTo>
                  <a:lnTo>
                    <a:pt x="3409" y="1499"/>
                  </a:lnTo>
                  <a:lnTo>
                    <a:pt x="3506" y="1511"/>
                  </a:lnTo>
                  <a:lnTo>
                    <a:pt x="3600" y="1503"/>
                  </a:lnTo>
                  <a:lnTo>
                    <a:pt x="3694" y="1477"/>
                  </a:lnTo>
                  <a:lnTo>
                    <a:pt x="3791" y="1435"/>
                  </a:lnTo>
                  <a:lnTo>
                    <a:pt x="3892" y="1378"/>
                  </a:lnTo>
                  <a:lnTo>
                    <a:pt x="4000" y="1309"/>
                  </a:lnTo>
                  <a:lnTo>
                    <a:pt x="4094" y="1235"/>
                  </a:lnTo>
                  <a:lnTo>
                    <a:pt x="4194" y="1137"/>
                  </a:lnTo>
                  <a:lnTo>
                    <a:pt x="4298" y="1021"/>
                  </a:lnTo>
                  <a:lnTo>
                    <a:pt x="4405" y="893"/>
                  </a:lnTo>
                  <a:lnTo>
                    <a:pt x="4513" y="759"/>
                  </a:lnTo>
                  <a:lnTo>
                    <a:pt x="4619" y="625"/>
                  </a:lnTo>
                  <a:lnTo>
                    <a:pt x="4723" y="497"/>
                  </a:lnTo>
                  <a:lnTo>
                    <a:pt x="4822" y="381"/>
                  </a:lnTo>
                  <a:lnTo>
                    <a:pt x="4915" y="283"/>
                  </a:lnTo>
                  <a:lnTo>
                    <a:pt x="5000" y="209"/>
                  </a:lnTo>
                  <a:lnTo>
                    <a:pt x="5091" y="139"/>
                  </a:lnTo>
                  <a:lnTo>
                    <a:pt x="5169" y="81"/>
                  </a:lnTo>
                  <a:lnTo>
                    <a:pt x="5237" y="37"/>
                  </a:lnTo>
                  <a:lnTo>
                    <a:pt x="5300" y="9"/>
                  </a:lnTo>
                  <a:lnTo>
                    <a:pt x="5363" y="0"/>
                  </a:lnTo>
                  <a:lnTo>
                    <a:pt x="5431" y="12"/>
                  </a:lnTo>
                  <a:lnTo>
                    <a:pt x="5509" y="48"/>
                  </a:lnTo>
                  <a:lnTo>
                    <a:pt x="5600" y="109"/>
                  </a:lnTo>
                  <a:lnTo>
                    <a:pt x="5677" y="180"/>
                  </a:lnTo>
                  <a:lnTo>
                    <a:pt x="5762" y="279"/>
                  </a:lnTo>
                  <a:lnTo>
                    <a:pt x="5852" y="400"/>
                  </a:lnTo>
                  <a:lnTo>
                    <a:pt x="5947" y="538"/>
                  </a:lnTo>
                  <a:lnTo>
                    <a:pt x="6044" y="684"/>
                  </a:lnTo>
                  <a:lnTo>
                    <a:pt x="6143" y="834"/>
                  </a:lnTo>
                  <a:lnTo>
                    <a:pt x="6242" y="980"/>
                  </a:lnTo>
                  <a:lnTo>
                    <a:pt x="6338" y="1118"/>
                  </a:lnTo>
                  <a:lnTo>
                    <a:pt x="6431" y="1239"/>
                  </a:lnTo>
                  <a:lnTo>
                    <a:pt x="6519" y="1338"/>
                  </a:lnTo>
                  <a:lnTo>
                    <a:pt x="6600" y="1409"/>
                  </a:lnTo>
                  <a:lnTo>
                    <a:pt x="6699" y="1471"/>
                  </a:lnTo>
                  <a:lnTo>
                    <a:pt x="6787" y="1508"/>
                  </a:lnTo>
                  <a:lnTo>
                    <a:pt x="6867" y="1522"/>
                  </a:lnTo>
                  <a:lnTo>
                    <a:pt x="6944" y="1515"/>
                  </a:lnTo>
                  <a:lnTo>
                    <a:pt x="7021" y="1489"/>
                  </a:lnTo>
                  <a:lnTo>
                    <a:pt x="7104" y="1444"/>
                  </a:lnTo>
                  <a:lnTo>
                    <a:pt x="7195" y="1384"/>
                  </a:lnTo>
                  <a:lnTo>
                    <a:pt x="7300" y="1309"/>
                  </a:lnTo>
                  <a:lnTo>
                    <a:pt x="7386" y="1236"/>
                  </a:lnTo>
                  <a:lnTo>
                    <a:pt x="7481" y="1139"/>
                  </a:lnTo>
                  <a:lnTo>
                    <a:pt x="7582" y="1023"/>
                  </a:lnTo>
                  <a:lnTo>
                    <a:pt x="7687" y="895"/>
                  </a:lnTo>
                  <a:lnTo>
                    <a:pt x="7795" y="759"/>
                  </a:lnTo>
                  <a:lnTo>
                    <a:pt x="7905" y="622"/>
                  </a:lnTo>
                  <a:lnTo>
                    <a:pt x="8013" y="489"/>
                  </a:lnTo>
                  <a:lnTo>
                    <a:pt x="8118" y="365"/>
                  </a:lnTo>
                  <a:lnTo>
                    <a:pt x="8219" y="257"/>
                  </a:lnTo>
                  <a:lnTo>
                    <a:pt x="8314" y="170"/>
                  </a:lnTo>
                  <a:lnTo>
                    <a:pt x="8400" y="109"/>
                  </a:lnTo>
                  <a:lnTo>
                    <a:pt x="8505" y="60"/>
                  </a:lnTo>
                  <a:lnTo>
                    <a:pt x="8596" y="37"/>
                  </a:lnTo>
                  <a:lnTo>
                    <a:pt x="8679" y="38"/>
                  </a:lnTo>
                  <a:lnTo>
                    <a:pt x="8756" y="59"/>
                  </a:lnTo>
                  <a:lnTo>
                    <a:pt x="8833" y="99"/>
                  </a:lnTo>
                  <a:lnTo>
                    <a:pt x="8913" y="156"/>
                  </a:lnTo>
                  <a:lnTo>
                    <a:pt x="9001" y="227"/>
                  </a:lnTo>
                  <a:lnTo>
                    <a:pt x="9100" y="309"/>
                  </a:lnTo>
                  <a:lnTo>
                    <a:pt x="9181" y="386"/>
                  </a:lnTo>
                  <a:lnTo>
                    <a:pt x="9268" y="485"/>
                  </a:lnTo>
                  <a:lnTo>
                    <a:pt x="9359" y="602"/>
                  </a:lnTo>
                  <a:lnTo>
                    <a:pt x="9454" y="731"/>
                  </a:lnTo>
                  <a:lnTo>
                    <a:pt x="9551" y="866"/>
                  </a:lnTo>
                  <a:lnTo>
                    <a:pt x="9649" y="1002"/>
                  </a:lnTo>
                  <a:lnTo>
                    <a:pt x="9746" y="1134"/>
                  </a:lnTo>
                  <a:lnTo>
                    <a:pt x="9841" y="1256"/>
                  </a:lnTo>
                  <a:lnTo>
                    <a:pt x="9932" y="1362"/>
                  </a:lnTo>
                  <a:lnTo>
                    <a:pt x="10019" y="1449"/>
                  </a:lnTo>
                  <a:lnTo>
                    <a:pt x="10100" y="1509"/>
                  </a:lnTo>
                  <a:lnTo>
                    <a:pt x="10199" y="1557"/>
                  </a:lnTo>
                  <a:lnTo>
                    <a:pt x="10287" y="1579"/>
                  </a:lnTo>
                  <a:lnTo>
                    <a:pt x="10367" y="1576"/>
                  </a:lnTo>
                  <a:lnTo>
                    <a:pt x="10444" y="1553"/>
                  </a:lnTo>
                  <a:lnTo>
                    <a:pt x="10521" y="1511"/>
                  </a:lnTo>
                  <a:lnTo>
                    <a:pt x="10604" y="1455"/>
                  </a:lnTo>
                  <a:lnTo>
                    <a:pt x="10695" y="1387"/>
                  </a:lnTo>
                  <a:lnTo>
                    <a:pt x="10800" y="1309"/>
                  </a:lnTo>
                  <a:lnTo>
                    <a:pt x="10886" y="1238"/>
                  </a:lnTo>
                  <a:lnTo>
                    <a:pt x="10981" y="1145"/>
                  </a:lnTo>
                  <a:lnTo>
                    <a:pt x="11082" y="1036"/>
                  </a:lnTo>
                  <a:lnTo>
                    <a:pt x="11187" y="916"/>
                  </a:lnTo>
                  <a:lnTo>
                    <a:pt x="11295" y="791"/>
                  </a:lnTo>
                  <a:lnTo>
                    <a:pt x="11405" y="665"/>
                  </a:lnTo>
                  <a:lnTo>
                    <a:pt x="11513" y="544"/>
                  </a:lnTo>
                  <a:lnTo>
                    <a:pt x="11618" y="432"/>
                  </a:lnTo>
                  <a:lnTo>
                    <a:pt x="11719" y="336"/>
                  </a:lnTo>
                  <a:lnTo>
                    <a:pt x="11814" y="260"/>
                  </a:lnTo>
                  <a:lnTo>
                    <a:pt x="11900" y="209"/>
                  </a:lnTo>
                  <a:lnTo>
                    <a:pt x="12005" y="173"/>
                  </a:lnTo>
                  <a:lnTo>
                    <a:pt x="12096" y="162"/>
                  </a:lnTo>
                  <a:lnTo>
                    <a:pt x="12179" y="175"/>
                  </a:lnTo>
                  <a:lnTo>
                    <a:pt x="12256" y="209"/>
                  </a:lnTo>
                  <a:lnTo>
                    <a:pt x="12333" y="262"/>
                  </a:lnTo>
                  <a:lnTo>
                    <a:pt x="12413" y="331"/>
                  </a:lnTo>
                  <a:lnTo>
                    <a:pt x="12501" y="414"/>
                  </a:lnTo>
                  <a:lnTo>
                    <a:pt x="12600" y="509"/>
                  </a:lnTo>
                  <a:lnTo>
                    <a:pt x="12683" y="594"/>
                  </a:lnTo>
                  <a:lnTo>
                    <a:pt x="12777" y="702"/>
                  </a:lnTo>
                  <a:lnTo>
                    <a:pt x="12878" y="827"/>
                  </a:lnTo>
                  <a:lnTo>
                    <a:pt x="12984" y="963"/>
                  </a:lnTo>
                  <a:lnTo>
                    <a:pt x="13091" y="1106"/>
                  </a:lnTo>
                  <a:lnTo>
                    <a:pt x="13196" y="1250"/>
                  </a:lnTo>
                  <a:lnTo>
                    <a:pt x="13297" y="1390"/>
                  </a:lnTo>
                  <a:lnTo>
                    <a:pt x="13391" y="1521"/>
                  </a:lnTo>
                  <a:lnTo>
                    <a:pt x="13475" y="1638"/>
                  </a:lnTo>
                  <a:lnTo>
                    <a:pt x="13546" y="1736"/>
                  </a:lnTo>
                  <a:lnTo>
                    <a:pt x="13600" y="1809"/>
                  </a:lnTo>
                </a:path>
              </a:pathLst>
            </a:custGeom>
            <a:noFill/>
            <a:ln w="64008" cap="rnd">
              <a:solidFill>
                <a:srgbClr val="2A4D8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0" name="02 螺旋带 y58"/>
            <p:cNvSpPr/>
            <p:nvPr/>
          </p:nvSpPr>
          <p:spPr>
            <a:xfrm>
              <a:off x="4595500" y="5814081"/>
              <a:ext cx="1237600" cy="164619"/>
            </a:xfrm>
            <a:custGeom>
              <a:avLst/>
              <a:gdLst/>
              <a:ahLst/>
              <a:cxnLst/>
              <a:rect l="l" t="t" r="r" b="b"/>
              <a:pathLst>
                <a:path w="13600" h="1809">
                  <a:moveTo>
                    <a:pt x="0" y="1409"/>
                  </a:moveTo>
                  <a:lnTo>
                    <a:pt x="53" y="1391"/>
                  </a:lnTo>
                  <a:lnTo>
                    <a:pt x="121" y="1371"/>
                  </a:lnTo>
                  <a:lnTo>
                    <a:pt x="202" y="1349"/>
                  </a:lnTo>
                  <a:lnTo>
                    <a:pt x="294" y="1321"/>
                  </a:lnTo>
                  <a:lnTo>
                    <a:pt x="392" y="1286"/>
                  </a:lnTo>
                  <a:lnTo>
                    <a:pt x="495" y="1240"/>
                  </a:lnTo>
                  <a:lnTo>
                    <a:pt x="598" y="1182"/>
                  </a:lnTo>
                  <a:lnTo>
                    <a:pt x="700" y="1109"/>
                  </a:lnTo>
                  <a:lnTo>
                    <a:pt x="793" y="1023"/>
                  </a:lnTo>
                  <a:lnTo>
                    <a:pt x="892" y="913"/>
                  </a:lnTo>
                  <a:lnTo>
                    <a:pt x="996" y="787"/>
                  </a:lnTo>
                  <a:lnTo>
                    <a:pt x="1103" y="652"/>
                  </a:lnTo>
                  <a:lnTo>
                    <a:pt x="1210" y="516"/>
                  </a:lnTo>
                  <a:lnTo>
                    <a:pt x="1315" y="387"/>
                  </a:lnTo>
                  <a:lnTo>
                    <a:pt x="1416" y="271"/>
                  </a:lnTo>
                  <a:lnTo>
                    <a:pt x="1512" y="176"/>
                  </a:lnTo>
                  <a:lnTo>
                    <a:pt x="1600" y="109"/>
                  </a:lnTo>
                  <a:lnTo>
                    <a:pt x="1687" y="61"/>
                  </a:lnTo>
                  <a:lnTo>
                    <a:pt x="1762" y="31"/>
                  </a:lnTo>
                  <a:lnTo>
                    <a:pt x="1829" y="18"/>
                  </a:lnTo>
                  <a:lnTo>
                    <a:pt x="1894" y="22"/>
                  </a:lnTo>
                  <a:lnTo>
                    <a:pt x="1959" y="43"/>
                  </a:lnTo>
                  <a:lnTo>
                    <a:pt x="2029" y="81"/>
                  </a:lnTo>
                  <a:lnTo>
                    <a:pt x="2108" y="136"/>
                  </a:lnTo>
                  <a:lnTo>
                    <a:pt x="2200" y="209"/>
                  </a:lnTo>
                  <a:lnTo>
                    <a:pt x="2277" y="282"/>
                  </a:lnTo>
                  <a:lnTo>
                    <a:pt x="2360" y="378"/>
                  </a:lnTo>
                  <a:lnTo>
                    <a:pt x="2449" y="492"/>
                  </a:lnTo>
                  <a:lnTo>
                    <a:pt x="2543" y="619"/>
                  </a:lnTo>
                  <a:lnTo>
                    <a:pt x="2639" y="753"/>
                  </a:lnTo>
                  <a:lnTo>
                    <a:pt x="2736" y="889"/>
                  </a:lnTo>
                  <a:lnTo>
                    <a:pt x="2834" y="1022"/>
                  </a:lnTo>
                  <a:lnTo>
                    <a:pt x="2931" y="1146"/>
                  </a:lnTo>
                  <a:lnTo>
                    <a:pt x="3025" y="1255"/>
                  </a:lnTo>
                  <a:lnTo>
                    <a:pt x="3115" y="1345"/>
                  </a:lnTo>
                  <a:lnTo>
                    <a:pt x="3200" y="1409"/>
                  </a:lnTo>
                  <a:lnTo>
                    <a:pt x="3308" y="1466"/>
                  </a:lnTo>
                  <a:lnTo>
                    <a:pt x="3409" y="1499"/>
                  </a:lnTo>
                  <a:lnTo>
                    <a:pt x="3506" y="1511"/>
                  </a:lnTo>
                  <a:lnTo>
                    <a:pt x="3600" y="1503"/>
                  </a:lnTo>
                  <a:lnTo>
                    <a:pt x="3694" y="1477"/>
                  </a:lnTo>
                  <a:lnTo>
                    <a:pt x="3791" y="1435"/>
                  </a:lnTo>
                  <a:lnTo>
                    <a:pt x="3892" y="1378"/>
                  </a:lnTo>
                  <a:lnTo>
                    <a:pt x="4000" y="1309"/>
                  </a:lnTo>
                  <a:lnTo>
                    <a:pt x="4094" y="1235"/>
                  </a:lnTo>
                  <a:lnTo>
                    <a:pt x="4194" y="1137"/>
                  </a:lnTo>
                  <a:lnTo>
                    <a:pt x="4298" y="1021"/>
                  </a:lnTo>
                  <a:lnTo>
                    <a:pt x="4405" y="893"/>
                  </a:lnTo>
                  <a:lnTo>
                    <a:pt x="4513" y="759"/>
                  </a:lnTo>
                  <a:lnTo>
                    <a:pt x="4619" y="625"/>
                  </a:lnTo>
                  <a:lnTo>
                    <a:pt x="4723" y="497"/>
                  </a:lnTo>
                  <a:lnTo>
                    <a:pt x="4822" y="381"/>
                  </a:lnTo>
                  <a:lnTo>
                    <a:pt x="4915" y="283"/>
                  </a:lnTo>
                  <a:lnTo>
                    <a:pt x="5000" y="209"/>
                  </a:lnTo>
                  <a:lnTo>
                    <a:pt x="5091" y="139"/>
                  </a:lnTo>
                  <a:lnTo>
                    <a:pt x="5169" y="81"/>
                  </a:lnTo>
                  <a:lnTo>
                    <a:pt x="5237" y="37"/>
                  </a:lnTo>
                  <a:lnTo>
                    <a:pt x="5300" y="9"/>
                  </a:lnTo>
                  <a:lnTo>
                    <a:pt x="5363" y="0"/>
                  </a:lnTo>
                  <a:lnTo>
                    <a:pt x="5431" y="12"/>
                  </a:lnTo>
                  <a:lnTo>
                    <a:pt x="5509" y="48"/>
                  </a:lnTo>
                  <a:lnTo>
                    <a:pt x="5600" y="109"/>
                  </a:lnTo>
                  <a:lnTo>
                    <a:pt x="5677" y="180"/>
                  </a:lnTo>
                  <a:lnTo>
                    <a:pt x="5762" y="279"/>
                  </a:lnTo>
                  <a:lnTo>
                    <a:pt x="5852" y="400"/>
                  </a:lnTo>
                  <a:lnTo>
                    <a:pt x="5947" y="538"/>
                  </a:lnTo>
                  <a:lnTo>
                    <a:pt x="6044" y="684"/>
                  </a:lnTo>
                  <a:lnTo>
                    <a:pt x="6143" y="834"/>
                  </a:lnTo>
                  <a:lnTo>
                    <a:pt x="6242" y="980"/>
                  </a:lnTo>
                  <a:lnTo>
                    <a:pt x="6338" y="1118"/>
                  </a:lnTo>
                  <a:lnTo>
                    <a:pt x="6431" y="1239"/>
                  </a:lnTo>
                  <a:lnTo>
                    <a:pt x="6519" y="1338"/>
                  </a:lnTo>
                  <a:lnTo>
                    <a:pt x="6600" y="1409"/>
                  </a:lnTo>
                  <a:lnTo>
                    <a:pt x="6699" y="1471"/>
                  </a:lnTo>
                  <a:lnTo>
                    <a:pt x="6787" y="1508"/>
                  </a:lnTo>
                  <a:lnTo>
                    <a:pt x="6867" y="1522"/>
                  </a:lnTo>
                  <a:lnTo>
                    <a:pt x="6944" y="1515"/>
                  </a:lnTo>
                  <a:lnTo>
                    <a:pt x="7021" y="1489"/>
                  </a:lnTo>
                  <a:lnTo>
                    <a:pt x="7104" y="1444"/>
                  </a:lnTo>
                  <a:lnTo>
                    <a:pt x="7195" y="1384"/>
                  </a:lnTo>
                  <a:lnTo>
                    <a:pt x="7300" y="1309"/>
                  </a:lnTo>
                  <a:lnTo>
                    <a:pt x="7386" y="1236"/>
                  </a:lnTo>
                  <a:lnTo>
                    <a:pt x="7481" y="1139"/>
                  </a:lnTo>
                  <a:lnTo>
                    <a:pt x="7582" y="1023"/>
                  </a:lnTo>
                  <a:lnTo>
                    <a:pt x="7687" y="895"/>
                  </a:lnTo>
                  <a:lnTo>
                    <a:pt x="7795" y="759"/>
                  </a:lnTo>
                  <a:lnTo>
                    <a:pt x="7905" y="622"/>
                  </a:lnTo>
                  <a:lnTo>
                    <a:pt x="8013" y="489"/>
                  </a:lnTo>
                  <a:lnTo>
                    <a:pt x="8118" y="365"/>
                  </a:lnTo>
                  <a:lnTo>
                    <a:pt x="8219" y="257"/>
                  </a:lnTo>
                  <a:lnTo>
                    <a:pt x="8314" y="170"/>
                  </a:lnTo>
                  <a:lnTo>
                    <a:pt x="8400" y="109"/>
                  </a:lnTo>
                  <a:lnTo>
                    <a:pt x="8505" y="60"/>
                  </a:lnTo>
                  <a:lnTo>
                    <a:pt x="8596" y="37"/>
                  </a:lnTo>
                  <a:lnTo>
                    <a:pt x="8679" y="38"/>
                  </a:lnTo>
                  <a:lnTo>
                    <a:pt x="8756" y="59"/>
                  </a:lnTo>
                  <a:lnTo>
                    <a:pt x="8833" y="99"/>
                  </a:lnTo>
                  <a:lnTo>
                    <a:pt x="8913" y="156"/>
                  </a:lnTo>
                  <a:lnTo>
                    <a:pt x="9001" y="227"/>
                  </a:lnTo>
                  <a:lnTo>
                    <a:pt x="9100" y="309"/>
                  </a:lnTo>
                  <a:lnTo>
                    <a:pt x="9181" y="386"/>
                  </a:lnTo>
                  <a:lnTo>
                    <a:pt x="9268" y="485"/>
                  </a:lnTo>
                  <a:lnTo>
                    <a:pt x="9359" y="602"/>
                  </a:lnTo>
                  <a:lnTo>
                    <a:pt x="9454" y="731"/>
                  </a:lnTo>
                  <a:lnTo>
                    <a:pt x="9551" y="866"/>
                  </a:lnTo>
                  <a:lnTo>
                    <a:pt x="9649" y="1002"/>
                  </a:lnTo>
                  <a:lnTo>
                    <a:pt x="9746" y="1134"/>
                  </a:lnTo>
                  <a:lnTo>
                    <a:pt x="9841" y="1256"/>
                  </a:lnTo>
                  <a:lnTo>
                    <a:pt x="9932" y="1362"/>
                  </a:lnTo>
                  <a:lnTo>
                    <a:pt x="10019" y="1449"/>
                  </a:lnTo>
                  <a:lnTo>
                    <a:pt x="10100" y="1509"/>
                  </a:lnTo>
                  <a:lnTo>
                    <a:pt x="10199" y="1557"/>
                  </a:lnTo>
                  <a:lnTo>
                    <a:pt x="10287" y="1579"/>
                  </a:lnTo>
                  <a:lnTo>
                    <a:pt x="10367" y="1576"/>
                  </a:lnTo>
                  <a:lnTo>
                    <a:pt x="10444" y="1553"/>
                  </a:lnTo>
                  <a:lnTo>
                    <a:pt x="10521" y="1511"/>
                  </a:lnTo>
                  <a:lnTo>
                    <a:pt x="10604" y="1455"/>
                  </a:lnTo>
                  <a:lnTo>
                    <a:pt x="10695" y="1387"/>
                  </a:lnTo>
                  <a:lnTo>
                    <a:pt x="10800" y="1309"/>
                  </a:lnTo>
                  <a:lnTo>
                    <a:pt x="10886" y="1238"/>
                  </a:lnTo>
                  <a:lnTo>
                    <a:pt x="10981" y="1145"/>
                  </a:lnTo>
                  <a:lnTo>
                    <a:pt x="11082" y="1036"/>
                  </a:lnTo>
                  <a:lnTo>
                    <a:pt x="11187" y="916"/>
                  </a:lnTo>
                  <a:lnTo>
                    <a:pt x="11295" y="791"/>
                  </a:lnTo>
                  <a:lnTo>
                    <a:pt x="11405" y="665"/>
                  </a:lnTo>
                  <a:lnTo>
                    <a:pt x="11513" y="544"/>
                  </a:lnTo>
                  <a:lnTo>
                    <a:pt x="11618" y="432"/>
                  </a:lnTo>
                  <a:lnTo>
                    <a:pt x="11719" y="336"/>
                  </a:lnTo>
                  <a:lnTo>
                    <a:pt x="11814" y="260"/>
                  </a:lnTo>
                  <a:lnTo>
                    <a:pt x="11900" y="209"/>
                  </a:lnTo>
                  <a:lnTo>
                    <a:pt x="12005" y="173"/>
                  </a:lnTo>
                  <a:lnTo>
                    <a:pt x="12096" y="162"/>
                  </a:lnTo>
                  <a:lnTo>
                    <a:pt x="12179" y="175"/>
                  </a:lnTo>
                  <a:lnTo>
                    <a:pt x="12256" y="209"/>
                  </a:lnTo>
                  <a:lnTo>
                    <a:pt x="12333" y="262"/>
                  </a:lnTo>
                  <a:lnTo>
                    <a:pt x="12413" y="331"/>
                  </a:lnTo>
                  <a:lnTo>
                    <a:pt x="12501" y="414"/>
                  </a:lnTo>
                  <a:lnTo>
                    <a:pt x="12600" y="509"/>
                  </a:lnTo>
                  <a:lnTo>
                    <a:pt x="12683" y="594"/>
                  </a:lnTo>
                  <a:lnTo>
                    <a:pt x="12777" y="702"/>
                  </a:lnTo>
                  <a:lnTo>
                    <a:pt x="12878" y="827"/>
                  </a:lnTo>
                  <a:lnTo>
                    <a:pt x="12984" y="963"/>
                  </a:lnTo>
                  <a:lnTo>
                    <a:pt x="13091" y="1106"/>
                  </a:lnTo>
                  <a:lnTo>
                    <a:pt x="13196" y="1250"/>
                  </a:lnTo>
                  <a:lnTo>
                    <a:pt x="13297" y="1390"/>
                  </a:lnTo>
                  <a:lnTo>
                    <a:pt x="13391" y="1521"/>
                  </a:lnTo>
                  <a:lnTo>
                    <a:pt x="13475" y="1638"/>
                  </a:lnTo>
                  <a:lnTo>
                    <a:pt x="13546" y="1736"/>
                  </a:lnTo>
                  <a:lnTo>
                    <a:pt x="13600" y="1809"/>
                  </a:lnTo>
                </a:path>
              </a:pathLst>
            </a:custGeom>
            <a:noFill/>
            <a:ln w="50292" cap="rnd">
              <a:solidFill>
                <a:srgbClr val="AFC5E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1" name="02 螺旋带 y58"/>
            <p:cNvSpPr/>
            <p:nvPr/>
          </p:nvSpPr>
          <p:spPr>
            <a:xfrm>
              <a:off x="4595500" y="5808166"/>
              <a:ext cx="1237600" cy="164619"/>
            </a:xfrm>
            <a:custGeom>
              <a:avLst/>
              <a:gdLst/>
              <a:ahLst/>
              <a:cxnLst/>
              <a:rect l="l" t="t" r="r" b="b"/>
              <a:pathLst>
                <a:path w="13600" h="1809">
                  <a:moveTo>
                    <a:pt x="0" y="1409"/>
                  </a:moveTo>
                  <a:lnTo>
                    <a:pt x="53" y="1391"/>
                  </a:lnTo>
                  <a:lnTo>
                    <a:pt x="121" y="1372"/>
                  </a:lnTo>
                  <a:lnTo>
                    <a:pt x="202" y="1349"/>
                  </a:lnTo>
                  <a:lnTo>
                    <a:pt x="294" y="1322"/>
                  </a:lnTo>
                  <a:lnTo>
                    <a:pt x="392" y="1286"/>
                  </a:lnTo>
                  <a:lnTo>
                    <a:pt x="495" y="1240"/>
                  </a:lnTo>
                  <a:lnTo>
                    <a:pt x="598" y="1182"/>
                  </a:lnTo>
                  <a:lnTo>
                    <a:pt x="700" y="1109"/>
                  </a:lnTo>
                  <a:lnTo>
                    <a:pt x="793" y="1023"/>
                  </a:lnTo>
                  <a:lnTo>
                    <a:pt x="892" y="913"/>
                  </a:lnTo>
                  <a:lnTo>
                    <a:pt x="996" y="787"/>
                  </a:lnTo>
                  <a:lnTo>
                    <a:pt x="1103" y="652"/>
                  </a:lnTo>
                  <a:lnTo>
                    <a:pt x="1210" y="516"/>
                  </a:lnTo>
                  <a:lnTo>
                    <a:pt x="1315" y="387"/>
                  </a:lnTo>
                  <a:lnTo>
                    <a:pt x="1416" y="271"/>
                  </a:lnTo>
                  <a:lnTo>
                    <a:pt x="1512" y="176"/>
                  </a:lnTo>
                  <a:lnTo>
                    <a:pt x="1600" y="109"/>
                  </a:lnTo>
                  <a:lnTo>
                    <a:pt x="1687" y="61"/>
                  </a:lnTo>
                  <a:lnTo>
                    <a:pt x="1762" y="31"/>
                  </a:lnTo>
                  <a:lnTo>
                    <a:pt x="1829" y="18"/>
                  </a:lnTo>
                  <a:lnTo>
                    <a:pt x="1894" y="21"/>
                  </a:lnTo>
                  <a:lnTo>
                    <a:pt x="1959" y="43"/>
                  </a:lnTo>
                  <a:lnTo>
                    <a:pt x="2029" y="81"/>
                  </a:lnTo>
                  <a:lnTo>
                    <a:pt x="2108" y="136"/>
                  </a:lnTo>
                  <a:lnTo>
                    <a:pt x="2200" y="209"/>
                  </a:lnTo>
                  <a:lnTo>
                    <a:pt x="2277" y="282"/>
                  </a:lnTo>
                  <a:lnTo>
                    <a:pt x="2360" y="378"/>
                  </a:lnTo>
                  <a:lnTo>
                    <a:pt x="2449" y="492"/>
                  </a:lnTo>
                  <a:lnTo>
                    <a:pt x="2543" y="619"/>
                  </a:lnTo>
                  <a:lnTo>
                    <a:pt x="2639" y="753"/>
                  </a:lnTo>
                  <a:lnTo>
                    <a:pt x="2736" y="889"/>
                  </a:lnTo>
                  <a:lnTo>
                    <a:pt x="2834" y="1022"/>
                  </a:lnTo>
                  <a:lnTo>
                    <a:pt x="2931" y="1146"/>
                  </a:lnTo>
                  <a:lnTo>
                    <a:pt x="3025" y="1255"/>
                  </a:lnTo>
                  <a:lnTo>
                    <a:pt x="3115" y="1345"/>
                  </a:lnTo>
                  <a:lnTo>
                    <a:pt x="3200" y="1409"/>
                  </a:lnTo>
                  <a:lnTo>
                    <a:pt x="3308" y="1466"/>
                  </a:lnTo>
                  <a:lnTo>
                    <a:pt x="3409" y="1499"/>
                  </a:lnTo>
                  <a:lnTo>
                    <a:pt x="3506" y="1511"/>
                  </a:lnTo>
                  <a:lnTo>
                    <a:pt x="3600" y="1503"/>
                  </a:lnTo>
                  <a:lnTo>
                    <a:pt x="3694" y="1477"/>
                  </a:lnTo>
                  <a:lnTo>
                    <a:pt x="3791" y="1435"/>
                  </a:lnTo>
                  <a:lnTo>
                    <a:pt x="3892" y="1378"/>
                  </a:lnTo>
                  <a:lnTo>
                    <a:pt x="4000" y="1309"/>
                  </a:lnTo>
                  <a:lnTo>
                    <a:pt x="4094" y="1235"/>
                  </a:lnTo>
                  <a:lnTo>
                    <a:pt x="4194" y="1137"/>
                  </a:lnTo>
                  <a:lnTo>
                    <a:pt x="4298" y="1021"/>
                  </a:lnTo>
                  <a:lnTo>
                    <a:pt x="4405" y="893"/>
                  </a:lnTo>
                  <a:lnTo>
                    <a:pt x="4513" y="759"/>
                  </a:lnTo>
                  <a:lnTo>
                    <a:pt x="4619" y="625"/>
                  </a:lnTo>
                  <a:lnTo>
                    <a:pt x="4723" y="497"/>
                  </a:lnTo>
                  <a:lnTo>
                    <a:pt x="4822" y="381"/>
                  </a:lnTo>
                  <a:lnTo>
                    <a:pt x="4915" y="283"/>
                  </a:lnTo>
                  <a:lnTo>
                    <a:pt x="5000" y="209"/>
                  </a:lnTo>
                  <a:lnTo>
                    <a:pt x="5091" y="139"/>
                  </a:lnTo>
                  <a:lnTo>
                    <a:pt x="5169" y="81"/>
                  </a:lnTo>
                  <a:lnTo>
                    <a:pt x="5237" y="37"/>
                  </a:lnTo>
                  <a:lnTo>
                    <a:pt x="5300" y="9"/>
                  </a:lnTo>
                  <a:lnTo>
                    <a:pt x="5363" y="0"/>
                  </a:lnTo>
                  <a:lnTo>
                    <a:pt x="5431" y="12"/>
                  </a:lnTo>
                  <a:lnTo>
                    <a:pt x="5509" y="48"/>
                  </a:lnTo>
                  <a:lnTo>
                    <a:pt x="5600" y="109"/>
                  </a:lnTo>
                  <a:lnTo>
                    <a:pt x="5677" y="180"/>
                  </a:lnTo>
                  <a:lnTo>
                    <a:pt x="5762" y="279"/>
                  </a:lnTo>
                  <a:lnTo>
                    <a:pt x="5852" y="400"/>
                  </a:lnTo>
                  <a:lnTo>
                    <a:pt x="5947" y="538"/>
                  </a:lnTo>
                  <a:lnTo>
                    <a:pt x="6044" y="684"/>
                  </a:lnTo>
                  <a:lnTo>
                    <a:pt x="6143" y="834"/>
                  </a:lnTo>
                  <a:lnTo>
                    <a:pt x="6242" y="980"/>
                  </a:lnTo>
                  <a:lnTo>
                    <a:pt x="6338" y="1118"/>
                  </a:lnTo>
                  <a:lnTo>
                    <a:pt x="6431" y="1239"/>
                  </a:lnTo>
                  <a:lnTo>
                    <a:pt x="6519" y="1338"/>
                  </a:lnTo>
                  <a:lnTo>
                    <a:pt x="6600" y="1409"/>
                  </a:lnTo>
                  <a:lnTo>
                    <a:pt x="6699" y="1471"/>
                  </a:lnTo>
                  <a:lnTo>
                    <a:pt x="6787" y="1508"/>
                  </a:lnTo>
                  <a:lnTo>
                    <a:pt x="6867" y="1522"/>
                  </a:lnTo>
                  <a:lnTo>
                    <a:pt x="6944" y="1515"/>
                  </a:lnTo>
                  <a:lnTo>
                    <a:pt x="7021" y="1489"/>
                  </a:lnTo>
                  <a:lnTo>
                    <a:pt x="7104" y="1444"/>
                  </a:lnTo>
                  <a:lnTo>
                    <a:pt x="7195" y="1384"/>
                  </a:lnTo>
                  <a:lnTo>
                    <a:pt x="7300" y="1309"/>
                  </a:lnTo>
                  <a:lnTo>
                    <a:pt x="7386" y="1236"/>
                  </a:lnTo>
                  <a:lnTo>
                    <a:pt x="7481" y="1139"/>
                  </a:lnTo>
                  <a:lnTo>
                    <a:pt x="7582" y="1023"/>
                  </a:lnTo>
                  <a:lnTo>
                    <a:pt x="7687" y="895"/>
                  </a:lnTo>
                  <a:lnTo>
                    <a:pt x="7795" y="759"/>
                  </a:lnTo>
                  <a:lnTo>
                    <a:pt x="7905" y="622"/>
                  </a:lnTo>
                  <a:lnTo>
                    <a:pt x="8013" y="489"/>
                  </a:lnTo>
                  <a:lnTo>
                    <a:pt x="8118" y="365"/>
                  </a:lnTo>
                  <a:lnTo>
                    <a:pt x="8219" y="257"/>
                  </a:lnTo>
                  <a:lnTo>
                    <a:pt x="8314" y="170"/>
                  </a:lnTo>
                  <a:lnTo>
                    <a:pt x="8400" y="109"/>
                  </a:lnTo>
                  <a:lnTo>
                    <a:pt x="8505" y="60"/>
                  </a:lnTo>
                  <a:lnTo>
                    <a:pt x="8596" y="37"/>
                  </a:lnTo>
                  <a:lnTo>
                    <a:pt x="8679" y="38"/>
                  </a:lnTo>
                  <a:lnTo>
                    <a:pt x="8756" y="59"/>
                  </a:lnTo>
                  <a:lnTo>
                    <a:pt x="8833" y="99"/>
                  </a:lnTo>
                  <a:lnTo>
                    <a:pt x="8913" y="156"/>
                  </a:lnTo>
                  <a:lnTo>
                    <a:pt x="9001" y="227"/>
                  </a:lnTo>
                  <a:lnTo>
                    <a:pt x="9100" y="309"/>
                  </a:lnTo>
                  <a:lnTo>
                    <a:pt x="9181" y="386"/>
                  </a:lnTo>
                  <a:lnTo>
                    <a:pt x="9268" y="485"/>
                  </a:lnTo>
                  <a:lnTo>
                    <a:pt x="9359" y="602"/>
                  </a:lnTo>
                  <a:lnTo>
                    <a:pt x="9454" y="731"/>
                  </a:lnTo>
                  <a:lnTo>
                    <a:pt x="9551" y="866"/>
                  </a:lnTo>
                  <a:lnTo>
                    <a:pt x="9649" y="1002"/>
                  </a:lnTo>
                  <a:lnTo>
                    <a:pt x="9746" y="1134"/>
                  </a:lnTo>
                  <a:lnTo>
                    <a:pt x="9841" y="1256"/>
                  </a:lnTo>
                  <a:lnTo>
                    <a:pt x="9932" y="1362"/>
                  </a:lnTo>
                  <a:lnTo>
                    <a:pt x="10019" y="1449"/>
                  </a:lnTo>
                  <a:lnTo>
                    <a:pt x="10100" y="1509"/>
                  </a:lnTo>
                  <a:lnTo>
                    <a:pt x="10199" y="1557"/>
                  </a:lnTo>
                  <a:lnTo>
                    <a:pt x="10287" y="1579"/>
                  </a:lnTo>
                  <a:lnTo>
                    <a:pt x="10367" y="1576"/>
                  </a:lnTo>
                  <a:lnTo>
                    <a:pt x="10444" y="1553"/>
                  </a:lnTo>
                  <a:lnTo>
                    <a:pt x="10521" y="1511"/>
                  </a:lnTo>
                  <a:lnTo>
                    <a:pt x="10604" y="1455"/>
                  </a:lnTo>
                  <a:lnTo>
                    <a:pt x="10695" y="1387"/>
                  </a:lnTo>
                  <a:lnTo>
                    <a:pt x="10800" y="1309"/>
                  </a:lnTo>
                  <a:lnTo>
                    <a:pt x="10886" y="1238"/>
                  </a:lnTo>
                  <a:lnTo>
                    <a:pt x="10981" y="1145"/>
                  </a:lnTo>
                  <a:lnTo>
                    <a:pt x="11082" y="1036"/>
                  </a:lnTo>
                  <a:lnTo>
                    <a:pt x="11187" y="916"/>
                  </a:lnTo>
                  <a:lnTo>
                    <a:pt x="11295" y="791"/>
                  </a:lnTo>
                  <a:lnTo>
                    <a:pt x="11405" y="665"/>
                  </a:lnTo>
                  <a:lnTo>
                    <a:pt x="11513" y="544"/>
                  </a:lnTo>
                  <a:lnTo>
                    <a:pt x="11618" y="432"/>
                  </a:lnTo>
                  <a:lnTo>
                    <a:pt x="11719" y="336"/>
                  </a:lnTo>
                  <a:lnTo>
                    <a:pt x="11814" y="260"/>
                  </a:lnTo>
                  <a:lnTo>
                    <a:pt x="11900" y="209"/>
                  </a:lnTo>
                  <a:lnTo>
                    <a:pt x="12005" y="173"/>
                  </a:lnTo>
                  <a:lnTo>
                    <a:pt x="12096" y="162"/>
                  </a:lnTo>
                  <a:lnTo>
                    <a:pt x="12179" y="175"/>
                  </a:lnTo>
                  <a:lnTo>
                    <a:pt x="12256" y="209"/>
                  </a:lnTo>
                  <a:lnTo>
                    <a:pt x="12333" y="262"/>
                  </a:lnTo>
                  <a:lnTo>
                    <a:pt x="12413" y="331"/>
                  </a:lnTo>
                  <a:lnTo>
                    <a:pt x="12501" y="414"/>
                  </a:lnTo>
                  <a:lnTo>
                    <a:pt x="12600" y="509"/>
                  </a:lnTo>
                  <a:lnTo>
                    <a:pt x="12683" y="594"/>
                  </a:lnTo>
                  <a:lnTo>
                    <a:pt x="12777" y="702"/>
                  </a:lnTo>
                  <a:lnTo>
                    <a:pt x="12878" y="827"/>
                  </a:lnTo>
                  <a:lnTo>
                    <a:pt x="12984" y="963"/>
                  </a:lnTo>
                  <a:lnTo>
                    <a:pt x="13091" y="1106"/>
                  </a:lnTo>
                  <a:lnTo>
                    <a:pt x="13196" y="1250"/>
                  </a:lnTo>
                  <a:lnTo>
                    <a:pt x="13297" y="1390"/>
                  </a:lnTo>
                  <a:lnTo>
                    <a:pt x="13391" y="1521"/>
                  </a:lnTo>
                  <a:lnTo>
                    <a:pt x="13475" y="1638"/>
                  </a:lnTo>
                  <a:lnTo>
                    <a:pt x="13546" y="1736"/>
                  </a:lnTo>
                  <a:lnTo>
                    <a:pt x="13600" y="1809"/>
                  </a:lnTo>
                </a:path>
              </a:pathLst>
            </a:custGeom>
            <a:noFill/>
            <a:ln w="17373" cap="rnd">
              <a:solidFill>
                <a:srgbClr val="E0E9F7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2" name="02 螺旋带 y58"/>
            <p:cNvSpPr/>
            <p:nvPr/>
          </p:nvSpPr>
          <p:spPr>
            <a:xfrm>
              <a:off x="4595500" y="5828641"/>
              <a:ext cx="1237600" cy="164619"/>
            </a:xfrm>
            <a:custGeom>
              <a:avLst/>
              <a:gdLst/>
              <a:ahLst/>
              <a:cxnLst/>
              <a:rect l="l" t="t" r="r" b="b"/>
              <a:pathLst>
                <a:path w="13600" h="1809">
                  <a:moveTo>
                    <a:pt x="0" y="1409"/>
                  </a:moveTo>
                  <a:lnTo>
                    <a:pt x="53" y="1391"/>
                  </a:lnTo>
                  <a:lnTo>
                    <a:pt x="121" y="1371"/>
                  </a:lnTo>
                  <a:lnTo>
                    <a:pt x="202" y="1349"/>
                  </a:lnTo>
                  <a:lnTo>
                    <a:pt x="294" y="1321"/>
                  </a:lnTo>
                  <a:lnTo>
                    <a:pt x="392" y="1286"/>
                  </a:lnTo>
                  <a:lnTo>
                    <a:pt x="495" y="1240"/>
                  </a:lnTo>
                  <a:lnTo>
                    <a:pt x="598" y="1182"/>
                  </a:lnTo>
                  <a:lnTo>
                    <a:pt x="700" y="1109"/>
                  </a:lnTo>
                  <a:lnTo>
                    <a:pt x="793" y="1023"/>
                  </a:lnTo>
                  <a:lnTo>
                    <a:pt x="892" y="913"/>
                  </a:lnTo>
                  <a:lnTo>
                    <a:pt x="996" y="787"/>
                  </a:lnTo>
                  <a:lnTo>
                    <a:pt x="1103" y="652"/>
                  </a:lnTo>
                  <a:lnTo>
                    <a:pt x="1210" y="516"/>
                  </a:lnTo>
                  <a:lnTo>
                    <a:pt x="1315" y="387"/>
                  </a:lnTo>
                  <a:lnTo>
                    <a:pt x="1416" y="271"/>
                  </a:lnTo>
                  <a:lnTo>
                    <a:pt x="1512" y="176"/>
                  </a:lnTo>
                  <a:lnTo>
                    <a:pt x="1600" y="109"/>
                  </a:lnTo>
                  <a:lnTo>
                    <a:pt x="1687" y="61"/>
                  </a:lnTo>
                  <a:lnTo>
                    <a:pt x="1762" y="31"/>
                  </a:lnTo>
                  <a:lnTo>
                    <a:pt x="1829" y="18"/>
                  </a:lnTo>
                  <a:lnTo>
                    <a:pt x="1894" y="21"/>
                  </a:lnTo>
                  <a:lnTo>
                    <a:pt x="1959" y="43"/>
                  </a:lnTo>
                  <a:lnTo>
                    <a:pt x="2029" y="81"/>
                  </a:lnTo>
                  <a:lnTo>
                    <a:pt x="2108" y="136"/>
                  </a:lnTo>
                  <a:lnTo>
                    <a:pt x="2200" y="209"/>
                  </a:lnTo>
                  <a:lnTo>
                    <a:pt x="2277" y="282"/>
                  </a:lnTo>
                  <a:lnTo>
                    <a:pt x="2360" y="378"/>
                  </a:lnTo>
                  <a:lnTo>
                    <a:pt x="2449" y="492"/>
                  </a:lnTo>
                  <a:lnTo>
                    <a:pt x="2543" y="619"/>
                  </a:lnTo>
                  <a:lnTo>
                    <a:pt x="2639" y="753"/>
                  </a:lnTo>
                  <a:lnTo>
                    <a:pt x="2736" y="889"/>
                  </a:lnTo>
                  <a:lnTo>
                    <a:pt x="2834" y="1022"/>
                  </a:lnTo>
                  <a:lnTo>
                    <a:pt x="2931" y="1146"/>
                  </a:lnTo>
                  <a:lnTo>
                    <a:pt x="3025" y="1255"/>
                  </a:lnTo>
                  <a:lnTo>
                    <a:pt x="3115" y="1345"/>
                  </a:lnTo>
                  <a:lnTo>
                    <a:pt x="3200" y="1409"/>
                  </a:lnTo>
                  <a:lnTo>
                    <a:pt x="3308" y="1466"/>
                  </a:lnTo>
                  <a:lnTo>
                    <a:pt x="3409" y="1499"/>
                  </a:lnTo>
                  <a:lnTo>
                    <a:pt x="3506" y="1511"/>
                  </a:lnTo>
                  <a:lnTo>
                    <a:pt x="3600" y="1503"/>
                  </a:lnTo>
                  <a:lnTo>
                    <a:pt x="3694" y="1477"/>
                  </a:lnTo>
                  <a:lnTo>
                    <a:pt x="3791" y="1435"/>
                  </a:lnTo>
                  <a:lnTo>
                    <a:pt x="3892" y="1378"/>
                  </a:lnTo>
                  <a:lnTo>
                    <a:pt x="4000" y="1309"/>
                  </a:lnTo>
                  <a:lnTo>
                    <a:pt x="4094" y="1235"/>
                  </a:lnTo>
                  <a:lnTo>
                    <a:pt x="4194" y="1137"/>
                  </a:lnTo>
                  <a:lnTo>
                    <a:pt x="4298" y="1021"/>
                  </a:lnTo>
                  <a:lnTo>
                    <a:pt x="4405" y="893"/>
                  </a:lnTo>
                  <a:lnTo>
                    <a:pt x="4513" y="759"/>
                  </a:lnTo>
                  <a:lnTo>
                    <a:pt x="4619" y="625"/>
                  </a:lnTo>
                  <a:lnTo>
                    <a:pt x="4723" y="497"/>
                  </a:lnTo>
                  <a:lnTo>
                    <a:pt x="4822" y="381"/>
                  </a:lnTo>
                  <a:lnTo>
                    <a:pt x="4915" y="283"/>
                  </a:lnTo>
                  <a:lnTo>
                    <a:pt x="5000" y="209"/>
                  </a:lnTo>
                  <a:lnTo>
                    <a:pt x="5091" y="139"/>
                  </a:lnTo>
                  <a:lnTo>
                    <a:pt x="5169" y="81"/>
                  </a:lnTo>
                  <a:lnTo>
                    <a:pt x="5237" y="37"/>
                  </a:lnTo>
                  <a:lnTo>
                    <a:pt x="5300" y="9"/>
                  </a:lnTo>
                  <a:lnTo>
                    <a:pt x="5363" y="0"/>
                  </a:lnTo>
                  <a:lnTo>
                    <a:pt x="5431" y="12"/>
                  </a:lnTo>
                  <a:lnTo>
                    <a:pt x="5509" y="48"/>
                  </a:lnTo>
                  <a:lnTo>
                    <a:pt x="5600" y="109"/>
                  </a:lnTo>
                  <a:lnTo>
                    <a:pt x="5677" y="180"/>
                  </a:lnTo>
                  <a:lnTo>
                    <a:pt x="5762" y="279"/>
                  </a:lnTo>
                  <a:lnTo>
                    <a:pt x="5852" y="400"/>
                  </a:lnTo>
                  <a:lnTo>
                    <a:pt x="5947" y="538"/>
                  </a:lnTo>
                  <a:lnTo>
                    <a:pt x="6044" y="684"/>
                  </a:lnTo>
                  <a:lnTo>
                    <a:pt x="6143" y="834"/>
                  </a:lnTo>
                  <a:lnTo>
                    <a:pt x="6242" y="980"/>
                  </a:lnTo>
                  <a:lnTo>
                    <a:pt x="6338" y="1118"/>
                  </a:lnTo>
                  <a:lnTo>
                    <a:pt x="6431" y="1239"/>
                  </a:lnTo>
                  <a:lnTo>
                    <a:pt x="6519" y="1338"/>
                  </a:lnTo>
                  <a:lnTo>
                    <a:pt x="6600" y="1409"/>
                  </a:lnTo>
                  <a:lnTo>
                    <a:pt x="6699" y="1471"/>
                  </a:lnTo>
                  <a:lnTo>
                    <a:pt x="6787" y="1508"/>
                  </a:lnTo>
                  <a:lnTo>
                    <a:pt x="6867" y="1522"/>
                  </a:lnTo>
                  <a:lnTo>
                    <a:pt x="6944" y="1515"/>
                  </a:lnTo>
                  <a:lnTo>
                    <a:pt x="7021" y="1489"/>
                  </a:lnTo>
                  <a:lnTo>
                    <a:pt x="7104" y="1444"/>
                  </a:lnTo>
                  <a:lnTo>
                    <a:pt x="7195" y="1384"/>
                  </a:lnTo>
                  <a:lnTo>
                    <a:pt x="7300" y="1309"/>
                  </a:lnTo>
                  <a:lnTo>
                    <a:pt x="7386" y="1236"/>
                  </a:lnTo>
                  <a:lnTo>
                    <a:pt x="7481" y="1139"/>
                  </a:lnTo>
                  <a:lnTo>
                    <a:pt x="7582" y="1023"/>
                  </a:lnTo>
                  <a:lnTo>
                    <a:pt x="7687" y="895"/>
                  </a:lnTo>
                  <a:lnTo>
                    <a:pt x="7795" y="759"/>
                  </a:lnTo>
                  <a:lnTo>
                    <a:pt x="7905" y="622"/>
                  </a:lnTo>
                  <a:lnTo>
                    <a:pt x="8013" y="489"/>
                  </a:lnTo>
                  <a:lnTo>
                    <a:pt x="8118" y="365"/>
                  </a:lnTo>
                  <a:lnTo>
                    <a:pt x="8219" y="257"/>
                  </a:lnTo>
                  <a:lnTo>
                    <a:pt x="8314" y="170"/>
                  </a:lnTo>
                  <a:lnTo>
                    <a:pt x="8400" y="109"/>
                  </a:lnTo>
                  <a:lnTo>
                    <a:pt x="8505" y="60"/>
                  </a:lnTo>
                  <a:lnTo>
                    <a:pt x="8596" y="37"/>
                  </a:lnTo>
                  <a:lnTo>
                    <a:pt x="8679" y="38"/>
                  </a:lnTo>
                  <a:lnTo>
                    <a:pt x="8756" y="59"/>
                  </a:lnTo>
                  <a:lnTo>
                    <a:pt x="8833" y="99"/>
                  </a:lnTo>
                  <a:lnTo>
                    <a:pt x="8913" y="156"/>
                  </a:lnTo>
                  <a:lnTo>
                    <a:pt x="9001" y="227"/>
                  </a:lnTo>
                  <a:lnTo>
                    <a:pt x="9100" y="309"/>
                  </a:lnTo>
                  <a:lnTo>
                    <a:pt x="9181" y="386"/>
                  </a:lnTo>
                  <a:lnTo>
                    <a:pt x="9268" y="485"/>
                  </a:lnTo>
                  <a:lnTo>
                    <a:pt x="9359" y="602"/>
                  </a:lnTo>
                  <a:lnTo>
                    <a:pt x="9454" y="731"/>
                  </a:lnTo>
                  <a:lnTo>
                    <a:pt x="9551" y="866"/>
                  </a:lnTo>
                  <a:lnTo>
                    <a:pt x="9649" y="1002"/>
                  </a:lnTo>
                  <a:lnTo>
                    <a:pt x="9746" y="1134"/>
                  </a:lnTo>
                  <a:lnTo>
                    <a:pt x="9841" y="1256"/>
                  </a:lnTo>
                  <a:lnTo>
                    <a:pt x="9932" y="1362"/>
                  </a:lnTo>
                  <a:lnTo>
                    <a:pt x="10019" y="1449"/>
                  </a:lnTo>
                  <a:lnTo>
                    <a:pt x="10100" y="1509"/>
                  </a:lnTo>
                  <a:lnTo>
                    <a:pt x="10199" y="1557"/>
                  </a:lnTo>
                  <a:lnTo>
                    <a:pt x="10287" y="1579"/>
                  </a:lnTo>
                  <a:lnTo>
                    <a:pt x="10367" y="1576"/>
                  </a:lnTo>
                  <a:lnTo>
                    <a:pt x="10444" y="1553"/>
                  </a:lnTo>
                  <a:lnTo>
                    <a:pt x="10521" y="1511"/>
                  </a:lnTo>
                  <a:lnTo>
                    <a:pt x="10604" y="1455"/>
                  </a:lnTo>
                  <a:lnTo>
                    <a:pt x="10695" y="1387"/>
                  </a:lnTo>
                  <a:lnTo>
                    <a:pt x="10800" y="1309"/>
                  </a:lnTo>
                  <a:lnTo>
                    <a:pt x="10886" y="1238"/>
                  </a:lnTo>
                  <a:lnTo>
                    <a:pt x="10981" y="1145"/>
                  </a:lnTo>
                  <a:lnTo>
                    <a:pt x="11082" y="1036"/>
                  </a:lnTo>
                  <a:lnTo>
                    <a:pt x="11187" y="916"/>
                  </a:lnTo>
                  <a:lnTo>
                    <a:pt x="11295" y="791"/>
                  </a:lnTo>
                  <a:lnTo>
                    <a:pt x="11405" y="665"/>
                  </a:lnTo>
                  <a:lnTo>
                    <a:pt x="11513" y="544"/>
                  </a:lnTo>
                  <a:lnTo>
                    <a:pt x="11618" y="432"/>
                  </a:lnTo>
                  <a:lnTo>
                    <a:pt x="11719" y="336"/>
                  </a:lnTo>
                  <a:lnTo>
                    <a:pt x="11814" y="260"/>
                  </a:lnTo>
                  <a:lnTo>
                    <a:pt x="11900" y="209"/>
                  </a:lnTo>
                  <a:lnTo>
                    <a:pt x="12005" y="173"/>
                  </a:lnTo>
                  <a:lnTo>
                    <a:pt x="12096" y="162"/>
                  </a:lnTo>
                  <a:lnTo>
                    <a:pt x="12179" y="175"/>
                  </a:lnTo>
                  <a:lnTo>
                    <a:pt x="12256" y="209"/>
                  </a:lnTo>
                  <a:lnTo>
                    <a:pt x="12333" y="262"/>
                  </a:lnTo>
                  <a:lnTo>
                    <a:pt x="12413" y="331"/>
                  </a:lnTo>
                  <a:lnTo>
                    <a:pt x="12501" y="414"/>
                  </a:lnTo>
                  <a:lnTo>
                    <a:pt x="12600" y="509"/>
                  </a:lnTo>
                  <a:lnTo>
                    <a:pt x="12683" y="594"/>
                  </a:lnTo>
                  <a:lnTo>
                    <a:pt x="12777" y="702"/>
                  </a:lnTo>
                  <a:lnTo>
                    <a:pt x="12878" y="827"/>
                  </a:lnTo>
                  <a:lnTo>
                    <a:pt x="12984" y="963"/>
                  </a:lnTo>
                  <a:lnTo>
                    <a:pt x="13091" y="1106"/>
                  </a:lnTo>
                  <a:lnTo>
                    <a:pt x="13196" y="1250"/>
                  </a:lnTo>
                  <a:lnTo>
                    <a:pt x="13297" y="1390"/>
                  </a:lnTo>
                  <a:lnTo>
                    <a:pt x="13391" y="1521"/>
                  </a:lnTo>
                  <a:lnTo>
                    <a:pt x="13475" y="1638"/>
                  </a:lnTo>
                  <a:lnTo>
                    <a:pt x="13546" y="1736"/>
                  </a:lnTo>
                  <a:lnTo>
                    <a:pt x="13600" y="1809"/>
                  </a:lnTo>
                </a:path>
              </a:pathLst>
            </a:custGeom>
            <a:noFill/>
            <a:ln w="9601" cap="rnd">
              <a:solidFill>
                <a:srgbClr val="7D9AC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3" name="02 螺旋带 y58"/>
            <p:cNvSpPr/>
            <p:nvPr/>
          </p:nvSpPr>
          <p:spPr>
            <a:xfrm>
              <a:off x="4757623" y="5845759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4" name="02 螺旋带 y58"/>
            <p:cNvSpPr/>
            <p:nvPr/>
          </p:nvSpPr>
          <p:spPr>
            <a:xfrm>
              <a:off x="5077663" y="5845759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5" name="02 螺旋带 y58"/>
            <p:cNvSpPr/>
            <p:nvPr/>
          </p:nvSpPr>
          <p:spPr>
            <a:xfrm>
              <a:off x="5388559" y="5845759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6" name="02 螺旋带 y58"/>
            <p:cNvSpPr/>
            <p:nvPr/>
          </p:nvSpPr>
          <p:spPr>
            <a:xfrm>
              <a:off x="5708599" y="5854903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7" name="02 螺旋带 y58"/>
            <p:cNvSpPr/>
            <p:nvPr/>
          </p:nvSpPr>
          <p:spPr>
            <a:xfrm>
              <a:off x="4757623" y="6046927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8" name="02 螺旋带 y58"/>
            <p:cNvSpPr/>
            <p:nvPr/>
          </p:nvSpPr>
          <p:spPr>
            <a:xfrm>
              <a:off x="5077663" y="6046927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9" name="02 螺旋带 y58"/>
            <p:cNvSpPr/>
            <p:nvPr/>
          </p:nvSpPr>
          <p:spPr>
            <a:xfrm>
              <a:off x="5379415" y="6056071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0" name="02 螺旋带 y58"/>
            <p:cNvSpPr/>
            <p:nvPr/>
          </p:nvSpPr>
          <p:spPr>
            <a:xfrm>
              <a:off x="5699455" y="6046927"/>
              <a:ext cx="31089" cy="31089"/>
            </a:xfrm>
            <a:prstGeom prst="ellipse">
              <a:avLst/>
            </a:prstGeom>
            <a:solidFill>
              <a:srgbClr val="E7EFFB"/>
            </a:solidFill>
            <a:ln w="4114" cap="rnd">
              <a:solidFill>
                <a:srgbClr val="4E70A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9" name="Oval 168"/>
          <p:cNvSpPr/>
          <p:nvPr/>
        </p:nvSpPr>
        <p:spPr>
          <a:xfrm>
            <a:off x="4334256" y="5084064"/>
            <a:ext cx="1801368" cy="1307592"/>
          </a:xfrm>
          <a:prstGeom prst="ellipse">
            <a:avLst/>
          </a:prstGeom>
          <a:noFill/>
          <a:ln w="7620" cap="rnd">
            <a:solidFill>
              <a:srgbClr val="253E66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16" name="04_无序链离子作用_按参考图描线 — 手动路径描摹"/>
          <p:cNvGrpSpPr/>
          <p:nvPr/>
        </p:nvGrpSpPr>
        <p:grpSpPr>
          <a:xfrm>
            <a:off x="7289100" y="5068700"/>
            <a:ext cx="1838200" cy="1119300"/>
            <a:chOff x="7289100" y="5068700"/>
            <a:chExt cx="1838200" cy="1119300"/>
          </a:xfrm>
        </p:grpSpPr>
        <p:sp>
          <p:nvSpPr>
            <p:cNvPr id="170" name="01 不规则链与蓝色轮廓"/>
            <p:cNvSpPr/>
            <p:nvPr/>
          </p:nvSpPr>
          <p:spPr>
            <a:xfrm>
              <a:off x="7543900" y="5224674"/>
              <a:ext cx="1355900" cy="139776"/>
            </a:xfrm>
            <a:custGeom>
              <a:avLst/>
              <a:gdLst/>
              <a:ahLst/>
              <a:cxnLst/>
              <a:rect l="l" t="t" r="r" b="b"/>
              <a:pathLst>
                <a:path w="14900" h="1536">
                  <a:moveTo>
                    <a:pt x="0" y="786"/>
                  </a:moveTo>
                  <a:lnTo>
                    <a:pt x="86" y="808"/>
                  </a:lnTo>
                  <a:lnTo>
                    <a:pt x="198" y="836"/>
                  </a:lnTo>
                  <a:lnTo>
                    <a:pt x="329" y="869"/>
                  </a:lnTo>
                  <a:lnTo>
                    <a:pt x="477" y="906"/>
                  </a:lnTo>
                  <a:lnTo>
                    <a:pt x="636" y="946"/>
                  </a:lnTo>
                  <a:lnTo>
                    <a:pt x="803" y="988"/>
                  </a:lnTo>
                  <a:lnTo>
                    <a:pt x="973" y="1031"/>
                  </a:lnTo>
                  <a:lnTo>
                    <a:pt x="1142" y="1073"/>
                  </a:lnTo>
                  <a:lnTo>
                    <a:pt x="1306" y="1114"/>
                  </a:lnTo>
                  <a:lnTo>
                    <a:pt x="1460" y="1152"/>
                  </a:lnTo>
                  <a:lnTo>
                    <a:pt x="1600" y="1186"/>
                  </a:lnTo>
                  <a:lnTo>
                    <a:pt x="1759" y="1233"/>
                  </a:lnTo>
                  <a:lnTo>
                    <a:pt x="1913" y="1292"/>
                  </a:lnTo>
                  <a:lnTo>
                    <a:pt x="2063" y="1356"/>
                  </a:lnTo>
                  <a:lnTo>
                    <a:pt x="2209" y="1419"/>
                  </a:lnTo>
                  <a:lnTo>
                    <a:pt x="2352" y="1475"/>
                  </a:lnTo>
                  <a:lnTo>
                    <a:pt x="2493" y="1516"/>
                  </a:lnTo>
                  <a:lnTo>
                    <a:pt x="2630" y="1536"/>
                  </a:lnTo>
                  <a:lnTo>
                    <a:pt x="2766" y="1528"/>
                  </a:lnTo>
                  <a:lnTo>
                    <a:pt x="2900" y="1486"/>
                  </a:lnTo>
                  <a:lnTo>
                    <a:pt x="2996" y="1424"/>
                  </a:lnTo>
                  <a:lnTo>
                    <a:pt x="3087" y="1333"/>
                  </a:lnTo>
                  <a:lnTo>
                    <a:pt x="3173" y="1218"/>
                  </a:lnTo>
                  <a:lnTo>
                    <a:pt x="3256" y="1086"/>
                  </a:lnTo>
                  <a:lnTo>
                    <a:pt x="3337" y="942"/>
                  </a:lnTo>
                  <a:lnTo>
                    <a:pt x="3419" y="792"/>
                  </a:lnTo>
                  <a:lnTo>
                    <a:pt x="3502" y="642"/>
                  </a:lnTo>
                  <a:lnTo>
                    <a:pt x="3589" y="497"/>
                  </a:lnTo>
                  <a:lnTo>
                    <a:pt x="3680" y="363"/>
                  </a:lnTo>
                  <a:lnTo>
                    <a:pt x="3778" y="246"/>
                  </a:lnTo>
                  <a:lnTo>
                    <a:pt x="3884" y="152"/>
                  </a:lnTo>
                  <a:lnTo>
                    <a:pt x="4000" y="86"/>
                  </a:lnTo>
                  <a:lnTo>
                    <a:pt x="4116" y="46"/>
                  </a:lnTo>
                  <a:lnTo>
                    <a:pt x="4240" y="20"/>
                  </a:lnTo>
                  <a:lnTo>
                    <a:pt x="4372" y="4"/>
                  </a:lnTo>
                  <a:lnTo>
                    <a:pt x="4509" y="0"/>
                  </a:lnTo>
                  <a:lnTo>
                    <a:pt x="4650" y="5"/>
                  </a:lnTo>
                  <a:lnTo>
                    <a:pt x="4795" y="20"/>
                  </a:lnTo>
                  <a:lnTo>
                    <a:pt x="4942" y="42"/>
                  </a:lnTo>
                  <a:lnTo>
                    <a:pt x="5090" y="71"/>
                  </a:lnTo>
                  <a:lnTo>
                    <a:pt x="5238" y="106"/>
                  </a:lnTo>
                  <a:lnTo>
                    <a:pt x="5384" y="146"/>
                  </a:lnTo>
                  <a:lnTo>
                    <a:pt x="5527" y="190"/>
                  </a:lnTo>
                  <a:lnTo>
                    <a:pt x="5666" y="237"/>
                  </a:lnTo>
                  <a:lnTo>
                    <a:pt x="5800" y="286"/>
                  </a:lnTo>
                  <a:lnTo>
                    <a:pt x="5930" y="345"/>
                  </a:lnTo>
                  <a:lnTo>
                    <a:pt x="6057" y="419"/>
                  </a:lnTo>
                  <a:lnTo>
                    <a:pt x="6183" y="505"/>
                  </a:lnTo>
                  <a:lnTo>
                    <a:pt x="6307" y="601"/>
                  </a:lnTo>
                  <a:lnTo>
                    <a:pt x="6430" y="703"/>
                  </a:lnTo>
                  <a:lnTo>
                    <a:pt x="6552" y="808"/>
                  </a:lnTo>
                  <a:lnTo>
                    <a:pt x="6673" y="914"/>
                  </a:lnTo>
                  <a:lnTo>
                    <a:pt x="6794" y="1017"/>
                  </a:lnTo>
                  <a:lnTo>
                    <a:pt x="6914" y="1114"/>
                  </a:lnTo>
                  <a:lnTo>
                    <a:pt x="7035" y="1202"/>
                  </a:lnTo>
                  <a:lnTo>
                    <a:pt x="7156" y="1279"/>
                  </a:lnTo>
                  <a:lnTo>
                    <a:pt x="7277" y="1342"/>
                  </a:lnTo>
                  <a:lnTo>
                    <a:pt x="7400" y="1386"/>
                  </a:lnTo>
                  <a:lnTo>
                    <a:pt x="7545" y="1420"/>
                  </a:lnTo>
                  <a:lnTo>
                    <a:pt x="7690" y="1441"/>
                  </a:lnTo>
                  <a:lnTo>
                    <a:pt x="7834" y="1450"/>
                  </a:lnTo>
                  <a:lnTo>
                    <a:pt x="7978" y="1447"/>
                  </a:lnTo>
                  <a:lnTo>
                    <a:pt x="8122" y="1434"/>
                  </a:lnTo>
                  <a:lnTo>
                    <a:pt x="8266" y="1411"/>
                  </a:lnTo>
                  <a:lnTo>
                    <a:pt x="8411" y="1380"/>
                  </a:lnTo>
                  <a:lnTo>
                    <a:pt x="8556" y="1341"/>
                  </a:lnTo>
                  <a:lnTo>
                    <a:pt x="8703" y="1295"/>
                  </a:lnTo>
                  <a:lnTo>
                    <a:pt x="8851" y="1243"/>
                  </a:lnTo>
                  <a:lnTo>
                    <a:pt x="9000" y="1186"/>
                  </a:lnTo>
                  <a:lnTo>
                    <a:pt x="9118" y="1132"/>
                  </a:lnTo>
                  <a:lnTo>
                    <a:pt x="9238" y="1065"/>
                  </a:lnTo>
                  <a:lnTo>
                    <a:pt x="9358" y="986"/>
                  </a:lnTo>
                  <a:lnTo>
                    <a:pt x="9478" y="899"/>
                  </a:lnTo>
                  <a:lnTo>
                    <a:pt x="9600" y="806"/>
                  </a:lnTo>
                  <a:lnTo>
                    <a:pt x="9722" y="709"/>
                  </a:lnTo>
                  <a:lnTo>
                    <a:pt x="9844" y="611"/>
                  </a:lnTo>
                  <a:lnTo>
                    <a:pt x="9966" y="514"/>
                  </a:lnTo>
                  <a:lnTo>
                    <a:pt x="10089" y="420"/>
                  </a:lnTo>
                  <a:lnTo>
                    <a:pt x="10211" y="332"/>
                  </a:lnTo>
                  <a:lnTo>
                    <a:pt x="10334" y="252"/>
                  </a:lnTo>
                  <a:lnTo>
                    <a:pt x="10456" y="183"/>
                  </a:lnTo>
                  <a:lnTo>
                    <a:pt x="10578" y="127"/>
                  </a:lnTo>
                  <a:lnTo>
                    <a:pt x="10700" y="86"/>
                  </a:lnTo>
                  <a:lnTo>
                    <a:pt x="10839" y="56"/>
                  </a:lnTo>
                  <a:lnTo>
                    <a:pt x="10974" y="41"/>
                  </a:lnTo>
                  <a:lnTo>
                    <a:pt x="11106" y="38"/>
                  </a:lnTo>
                  <a:lnTo>
                    <a:pt x="11237" y="45"/>
                  </a:lnTo>
                  <a:lnTo>
                    <a:pt x="11368" y="62"/>
                  </a:lnTo>
                  <a:lnTo>
                    <a:pt x="11500" y="86"/>
                  </a:lnTo>
                  <a:lnTo>
                    <a:pt x="11635" y="116"/>
                  </a:lnTo>
                  <a:lnTo>
                    <a:pt x="11774" y="149"/>
                  </a:lnTo>
                  <a:lnTo>
                    <a:pt x="11919" y="184"/>
                  </a:lnTo>
                  <a:lnTo>
                    <a:pt x="12070" y="220"/>
                  </a:lnTo>
                  <a:lnTo>
                    <a:pt x="12230" y="255"/>
                  </a:lnTo>
                  <a:lnTo>
                    <a:pt x="12400" y="286"/>
                  </a:lnTo>
                  <a:lnTo>
                    <a:pt x="12523" y="307"/>
                  </a:lnTo>
                  <a:lnTo>
                    <a:pt x="12656" y="331"/>
                  </a:lnTo>
                  <a:lnTo>
                    <a:pt x="12799" y="358"/>
                  </a:lnTo>
                  <a:lnTo>
                    <a:pt x="12950" y="387"/>
                  </a:lnTo>
                  <a:lnTo>
                    <a:pt x="13106" y="417"/>
                  </a:lnTo>
                  <a:lnTo>
                    <a:pt x="13267" y="449"/>
                  </a:lnTo>
                  <a:lnTo>
                    <a:pt x="13430" y="482"/>
                  </a:lnTo>
                  <a:lnTo>
                    <a:pt x="13593" y="515"/>
                  </a:lnTo>
                  <a:lnTo>
                    <a:pt x="13756" y="548"/>
                  </a:lnTo>
                  <a:lnTo>
                    <a:pt x="13916" y="582"/>
                  </a:lnTo>
                  <a:lnTo>
                    <a:pt x="14072" y="614"/>
                  </a:lnTo>
                  <a:lnTo>
                    <a:pt x="14222" y="645"/>
                  </a:lnTo>
                  <a:lnTo>
                    <a:pt x="14364" y="675"/>
                  </a:lnTo>
                  <a:lnTo>
                    <a:pt x="14497" y="703"/>
                  </a:lnTo>
                  <a:lnTo>
                    <a:pt x="14619" y="728"/>
                  </a:lnTo>
                  <a:lnTo>
                    <a:pt x="14728" y="751"/>
                  </a:lnTo>
                  <a:lnTo>
                    <a:pt x="14822" y="770"/>
                  </a:lnTo>
                  <a:lnTo>
                    <a:pt x="14900" y="786"/>
                  </a:lnTo>
                </a:path>
              </a:pathLst>
            </a:custGeom>
            <a:noFill/>
            <a:ln w="28346" cap="rnd">
              <a:solidFill>
                <a:srgbClr val="294B7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2" name="01 不规则链与蓝色轮廓"/>
            <p:cNvSpPr/>
            <p:nvPr/>
          </p:nvSpPr>
          <p:spPr>
            <a:xfrm>
              <a:off x="7543900" y="5221489"/>
              <a:ext cx="1355900" cy="139776"/>
            </a:xfrm>
            <a:custGeom>
              <a:avLst/>
              <a:gdLst/>
              <a:ahLst/>
              <a:cxnLst/>
              <a:rect l="l" t="t" r="r" b="b"/>
              <a:pathLst>
                <a:path w="14900" h="1536">
                  <a:moveTo>
                    <a:pt x="0" y="786"/>
                  </a:moveTo>
                  <a:lnTo>
                    <a:pt x="86" y="808"/>
                  </a:lnTo>
                  <a:lnTo>
                    <a:pt x="198" y="836"/>
                  </a:lnTo>
                  <a:lnTo>
                    <a:pt x="329" y="869"/>
                  </a:lnTo>
                  <a:lnTo>
                    <a:pt x="477" y="906"/>
                  </a:lnTo>
                  <a:lnTo>
                    <a:pt x="636" y="946"/>
                  </a:lnTo>
                  <a:lnTo>
                    <a:pt x="803" y="988"/>
                  </a:lnTo>
                  <a:lnTo>
                    <a:pt x="973" y="1031"/>
                  </a:lnTo>
                  <a:lnTo>
                    <a:pt x="1142" y="1073"/>
                  </a:lnTo>
                  <a:lnTo>
                    <a:pt x="1306" y="1114"/>
                  </a:lnTo>
                  <a:lnTo>
                    <a:pt x="1460" y="1152"/>
                  </a:lnTo>
                  <a:lnTo>
                    <a:pt x="1600" y="1186"/>
                  </a:lnTo>
                  <a:lnTo>
                    <a:pt x="1759" y="1233"/>
                  </a:lnTo>
                  <a:lnTo>
                    <a:pt x="1913" y="1292"/>
                  </a:lnTo>
                  <a:lnTo>
                    <a:pt x="2063" y="1356"/>
                  </a:lnTo>
                  <a:lnTo>
                    <a:pt x="2209" y="1419"/>
                  </a:lnTo>
                  <a:lnTo>
                    <a:pt x="2352" y="1475"/>
                  </a:lnTo>
                  <a:lnTo>
                    <a:pt x="2493" y="1516"/>
                  </a:lnTo>
                  <a:lnTo>
                    <a:pt x="2630" y="1536"/>
                  </a:lnTo>
                  <a:lnTo>
                    <a:pt x="2766" y="1528"/>
                  </a:lnTo>
                  <a:lnTo>
                    <a:pt x="2900" y="1486"/>
                  </a:lnTo>
                  <a:lnTo>
                    <a:pt x="2996" y="1424"/>
                  </a:lnTo>
                  <a:lnTo>
                    <a:pt x="3087" y="1333"/>
                  </a:lnTo>
                  <a:lnTo>
                    <a:pt x="3173" y="1218"/>
                  </a:lnTo>
                  <a:lnTo>
                    <a:pt x="3256" y="1086"/>
                  </a:lnTo>
                  <a:lnTo>
                    <a:pt x="3337" y="942"/>
                  </a:lnTo>
                  <a:lnTo>
                    <a:pt x="3419" y="792"/>
                  </a:lnTo>
                  <a:lnTo>
                    <a:pt x="3502" y="642"/>
                  </a:lnTo>
                  <a:lnTo>
                    <a:pt x="3589" y="497"/>
                  </a:lnTo>
                  <a:lnTo>
                    <a:pt x="3680" y="363"/>
                  </a:lnTo>
                  <a:lnTo>
                    <a:pt x="3778" y="246"/>
                  </a:lnTo>
                  <a:lnTo>
                    <a:pt x="3884" y="152"/>
                  </a:lnTo>
                  <a:lnTo>
                    <a:pt x="4000" y="86"/>
                  </a:lnTo>
                  <a:lnTo>
                    <a:pt x="4116" y="46"/>
                  </a:lnTo>
                  <a:lnTo>
                    <a:pt x="4240" y="20"/>
                  </a:lnTo>
                  <a:lnTo>
                    <a:pt x="4372" y="4"/>
                  </a:lnTo>
                  <a:lnTo>
                    <a:pt x="4509" y="0"/>
                  </a:lnTo>
                  <a:lnTo>
                    <a:pt x="4650" y="5"/>
                  </a:lnTo>
                  <a:lnTo>
                    <a:pt x="4795" y="20"/>
                  </a:lnTo>
                  <a:lnTo>
                    <a:pt x="4942" y="42"/>
                  </a:lnTo>
                  <a:lnTo>
                    <a:pt x="5090" y="71"/>
                  </a:lnTo>
                  <a:lnTo>
                    <a:pt x="5238" y="106"/>
                  </a:lnTo>
                  <a:lnTo>
                    <a:pt x="5384" y="146"/>
                  </a:lnTo>
                  <a:lnTo>
                    <a:pt x="5527" y="190"/>
                  </a:lnTo>
                  <a:lnTo>
                    <a:pt x="5666" y="237"/>
                  </a:lnTo>
                  <a:lnTo>
                    <a:pt x="5800" y="286"/>
                  </a:lnTo>
                  <a:lnTo>
                    <a:pt x="5930" y="345"/>
                  </a:lnTo>
                  <a:lnTo>
                    <a:pt x="6057" y="419"/>
                  </a:lnTo>
                  <a:lnTo>
                    <a:pt x="6183" y="505"/>
                  </a:lnTo>
                  <a:lnTo>
                    <a:pt x="6307" y="601"/>
                  </a:lnTo>
                  <a:lnTo>
                    <a:pt x="6430" y="703"/>
                  </a:lnTo>
                  <a:lnTo>
                    <a:pt x="6552" y="808"/>
                  </a:lnTo>
                  <a:lnTo>
                    <a:pt x="6673" y="914"/>
                  </a:lnTo>
                  <a:lnTo>
                    <a:pt x="6794" y="1017"/>
                  </a:lnTo>
                  <a:lnTo>
                    <a:pt x="6914" y="1114"/>
                  </a:lnTo>
                  <a:lnTo>
                    <a:pt x="7035" y="1202"/>
                  </a:lnTo>
                  <a:lnTo>
                    <a:pt x="7156" y="1279"/>
                  </a:lnTo>
                  <a:lnTo>
                    <a:pt x="7277" y="1342"/>
                  </a:lnTo>
                  <a:lnTo>
                    <a:pt x="7400" y="1386"/>
                  </a:lnTo>
                  <a:lnTo>
                    <a:pt x="7545" y="1420"/>
                  </a:lnTo>
                  <a:lnTo>
                    <a:pt x="7690" y="1441"/>
                  </a:lnTo>
                  <a:lnTo>
                    <a:pt x="7834" y="1450"/>
                  </a:lnTo>
                  <a:lnTo>
                    <a:pt x="7978" y="1447"/>
                  </a:lnTo>
                  <a:lnTo>
                    <a:pt x="8122" y="1434"/>
                  </a:lnTo>
                  <a:lnTo>
                    <a:pt x="8266" y="1411"/>
                  </a:lnTo>
                  <a:lnTo>
                    <a:pt x="8411" y="1380"/>
                  </a:lnTo>
                  <a:lnTo>
                    <a:pt x="8556" y="1341"/>
                  </a:lnTo>
                  <a:lnTo>
                    <a:pt x="8703" y="1295"/>
                  </a:lnTo>
                  <a:lnTo>
                    <a:pt x="8851" y="1243"/>
                  </a:lnTo>
                  <a:lnTo>
                    <a:pt x="9000" y="1186"/>
                  </a:lnTo>
                  <a:lnTo>
                    <a:pt x="9118" y="1132"/>
                  </a:lnTo>
                  <a:lnTo>
                    <a:pt x="9238" y="1065"/>
                  </a:lnTo>
                  <a:lnTo>
                    <a:pt x="9358" y="986"/>
                  </a:lnTo>
                  <a:lnTo>
                    <a:pt x="9478" y="899"/>
                  </a:lnTo>
                  <a:lnTo>
                    <a:pt x="9600" y="806"/>
                  </a:lnTo>
                  <a:lnTo>
                    <a:pt x="9722" y="709"/>
                  </a:lnTo>
                  <a:lnTo>
                    <a:pt x="9844" y="611"/>
                  </a:lnTo>
                  <a:lnTo>
                    <a:pt x="9966" y="514"/>
                  </a:lnTo>
                  <a:lnTo>
                    <a:pt x="10089" y="420"/>
                  </a:lnTo>
                  <a:lnTo>
                    <a:pt x="10211" y="332"/>
                  </a:lnTo>
                  <a:lnTo>
                    <a:pt x="10334" y="252"/>
                  </a:lnTo>
                  <a:lnTo>
                    <a:pt x="10456" y="183"/>
                  </a:lnTo>
                  <a:lnTo>
                    <a:pt x="10578" y="127"/>
                  </a:lnTo>
                  <a:lnTo>
                    <a:pt x="10700" y="86"/>
                  </a:lnTo>
                  <a:lnTo>
                    <a:pt x="10839" y="56"/>
                  </a:lnTo>
                  <a:lnTo>
                    <a:pt x="10974" y="41"/>
                  </a:lnTo>
                  <a:lnTo>
                    <a:pt x="11106" y="38"/>
                  </a:lnTo>
                  <a:lnTo>
                    <a:pt x="11237" y="45"/>
                  </a:lnTo>
                  <a:lnTo>
                    <a:pt x="11368" y="62"/>
                  </a:lnTo>
                  <a:lnTo>
                    <a:pt x="11500" y="86"/>
                  </a:lnTo>
                  <a:lnTo>
                    <a:pt x="11635" y="116"/>
                  </a:lnTo>
                  <a:lnTo>
                    <a:pt x="11774" y="149"/>
                  </a:lnTo>
                  <a:lnTo>
                    <a:pt x="11919" y="184"/>
                  </a:lnTo>
                  <a:lnTo>
                    <a:pt x="12070" y="220"/>
                  </a:lnTo>
                  <a:lnTo>
                    <a:pt x="12230" y="255"/>
                  </a:lnTo>
                  <a:lnTo>
                    <a:pt x="12400" y="286"/>
                  </a:lnTo>
                  <a:lnTo>
                    <a:pt x="12523" y="307"/>
                  </a:lnTo>
                  <a:lnTo>
                    <a:pt x="12656" y="331"/>
                  </a:lnTo>
                  <a:lnTo>
                    <a:pt x="12799" y="358"/>
                  </a:lnTo>
                  <a:lnTo>
                    <a:pt x="12950" y="387"/>
                  </a:lnTo>
                  <a:lnTo>
                    <a:pt x="13106" y="417"/>
                  </a:lnTo>
                  <a:lnTo>
                    <a:pt x="13267" y="449"/>
                  </a:lnTo>
                  <a:lnTo>
                    <a:pt x="13430" y="482"/>
                  </a:lnTo>
                  <a:lnTo>
                    <a:pt x="13593" y="515"/>
                  </a:lnTo>
                  <a:lnTo>
                    <a:pt x="13756" y="549"/>
                  </a:lnTo>
                  <a:lnTo>
                    <a:pt x="13916" y="582"/>
                  </a:lnTo>
                  <a:lnTo>
                    <a:pt x="14072" y="614"/>
                  </a:lnTo>
                  <a:lnTo>
                    <a:pt x="14222" y="645"/>
                  </a:lnTo>
                  <a:lnTo>
                    <a:pt x="14364" y="675"/>
                  </a:lnTo>
                  <a:lnTo>
                    <a:pt x="14497" y="703"/>
                  </a:lnTo>
                  <a:lnTo>
                    <a:pt x="14619" y="728"/>
                  </a:lnTo>
                  <a:lnTo>
                    <a:pt x="14728" y="751"/>
                  </a:lnTo>
                  <a:lnTo>
                    <a:pt x="14822" y="770"/>
                  </a:lnTo>
                  <a:lnTo>
                    <a:pt x="14900" y="786"/>
                  </a:lnTo>
                </a:path>
              </a:pathLst>
            </a:custGeom>
            <a:noFill/>
            <a:ln w="12344" cap="rnd">
              <a:solidFill>
                <a:srgbClr val="7699C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3" name="01 不规则链与蓝色轮廓"/>
            <p:cNvSpPr/>
            <p:nvPr/>
          </p:nvSpPr>
          <p:spPr>
            <a:xfrm>
              <a:off x="7289100" y="5632900"/>
              <a:ext cx="1838200" cy="174993"/>
            </a:xfrm>
            <a:custGeom>
              <a:avLst/>
              <a:gdLst/>
              <a:ahLst/>
              <a:cxnLst/>
              <a:rect l="l" t="t" r="r" b="b"/>
              <a:pathLst>
                <a:path w="20200" h="1923">
                  <a:moveTo>
                    <a:pt x="0" y="0"/>
                  </a:moveTo>
                  <a:lnTo>
                    <a:pt x="74" y="42"/>
                  </a:lnTo>
                  <a:lnTo>
                    <a:pt x="168" y="102"/>
                  </a:lnTo>
                  <a:lnTo>
                    <a:pt x="278" y="176"/>
                  </a:lnTo>
                  <a:lnTo>
                    <a:pt x="402" y="258"/>
                  </a:lnTo>
                  <a:lnTo>
                    <a:pt x="536" y="344"/>
                  </a:lnTo>
                  <a:lnTo>
                    <a:pt x="678" y="430"/>
                  </a:lnTo>
                  <a:lnTo>
                    <a:pt x="825" y="512"/>
                  </a:lnTo>
                  <a:lnTo>
                    <a:pt x="973" y="584"/>
                  </a:lnTo>
                  <a:lnTo>
                    <a:pt x="1120" y="642"/>
                  </a:lnTo>
                  <a:lnTo>
                    <a:pt x="1264" y="683"/>
                  </a:lnTo>
                  <a:lnTo>
                    <a:pt x="1400" y="700"/>
                  </a:lnTo>
                  <a:lnTo>
                    <a:pt x="1532" y="690"/>
                  </a:lnTo>
                  <a:lnTo>
                    <a:pt x="1664" y="654"/>
                  </a:lnTo>
                  <a:lnTo>
                    <a:pt x="1796" y="598"/>
                  </a:lnTo>
                  <a:lnTo>
                    <a:pt x="1930" y="527"/>
                  </a:lnTo>
                  <a:lnTo>
                    <a:pt x="2064" y="448"/>
                  </a:lnTo>
                  <a:lnTo>
                    <a:pt x="2199" y="365"/>
                  </a:lnTo>
                  <a:lnTo>
                    <a:pt x="2336" y="285"/>
                  </a:lnTo>
                  <a:lnTo>
                    <a:pt x="2474" y="212"/>
                  </a:lnTo>
                  <a:lnTo>
                    <a:pt x="2614" y="154"/>
                  </a:lnTo>
                  <a:lnTo>
                    <a:pt x="2756" y="114"/>
                  </a:lnTo>
                  <a:lnTo>
                    <a:pt x="2900" y="100"/>
                  </a:lnTo>
                  <a:lnTo>
                    <a:pt x="3025" y="105"/>
                  </a:lnTo>
                  <a:lnTo>
                    <a:pt x="3155" y="121"/>
                  </a:lnTo>
                  <a:lnTo>
                    <a:pt x="3287" y="146"/>
                  </a:lnTo>
                  <a:lnTo>
                    <a:pt x="3421" y="180"/>
                  </a:lnTo>
                  <a:lnTo>
                    <a:pt x="3557" y="221"/>
                  </a:lnTo>
                  <a:lnTo>
                    <a:pt x="3694" y="268"/>
                  </a:lnTo>
                  <a:lnTo>
                    <a:pt x="3831" y="321"/>
                  </a:lnTo>
                  <a:lnTo>
                    <a:pt x="3966" y="378"/>
                  </a:lnTo>
                  <a:lnTo>
                    <a:pt x="4100" y="439"/>
                  </a:lnTo>
                  <a:lnTo>
                    <a:pt x="4231" y="503"/>
                  </a:lnTo>
                  <a:lnTo>
                    <a:pt x="4358" y="568"/>
                  </a:lnTo>
                  <a:lnTo>
                    <a:pt x="4482" y="634"/>
                  </a:lnTo>
                  <a:lnTo>
                    <a:pt x="4600" y="700"/>
                  </a:lnTo>
                  <a:lnTo>
                    <a:pt x="4721" y="779"/>
                  </a:lnTo>
                  <a:lnTo>
                    <a:pt x="4836" y="872"/>
                  </a:lnTo>
                  <a:lnTo>
                    <a:pt x="4946" y="975"/>
                  </a:lnTo>
                  <a:lnTo>
                    <a:pt x="5052" y="1085"/>
                  </a:lnTo>
                  <a:lnTo>
                    <a:pt x="5155" y="1199"/>
                  </a:lnTo>
                  <a:lnTo>
                    <a:pt x="5256" y="1313"/>
                  </a:lnTo>
                  <a:lnTo>
                    <a:pt x="5357" y="1423"/>
                  </a:lnTo>
                  <a:lnTo>
                    <a:pt x="5459" y="1526"/>
                  </a:lnTo>
                  <a:lnTo>
                    <a:pt x="5563" y="1619"/>
                  </a:lnTo>
                  <a:lnTo>
                    <a:pt x="5671" y="1698"/>
                  </a:lnTo>
                  <a:lnTo>
                    <a:pt x="5782" y="1759"/>
                  </a:lnTo>
                  <a:lnTo>
                    <a:pt x="5900" y="1800"/>
                  </a:lnTo>
                  <a:lnTo>
                    <a:pt x="6024" y="1822"/>
                  </a:lnTo>
                  <a:lnTo>
                    <a:pt x="6153" y="1829"/>
                  </a:lnTo>
                  <a:lnTo>
                    <a:pt x="6286" y="1824"/>
                  </a:lnTo>
                  <a:lnTo>
                    <a:pt x="6422" y="1807"/>
                  </a:lnTo>
                  <a:lnTo>
                    <a:pt x="6561" y="1780"/>
                  </a:lnTo>
                  <a:lnTo>
                    <a:pt x="6700" y="1744"/>
                  </a:lnTo>
                  <a:lnTo>
                    <a:pt x="6839" y="1699"/>
                  </a:lnTo>
                  <a:lnTo>
                    <a:pt x="6978" y="1648"/>
                  </a:lnTo>
                  <a:lnTo>
                    <a:pt x="7114" y="1591"/>
                  </a:lnTo>
                  <a:lnTo>
                    <a:pt x="7247" y="1530"/>
                  </a:lnTo>
                  <a:lnTo>
                    <a:pt x="7376" y="1466"/>
                  </a:lnTo>
                  <a:lnTo>
                    <a:pt x="7500" y="1400"/>
                  </a:lnTo>
                  <a:lnTo>
                    <a:pt x="7618" y="1323"/>
                  </a:lnTo>
                  <a:lnTo>
                    <a:pt x="7729" y="1229"/>
                  </a:lnTo>
                  <a:lnTo>
                    <a:pt x="7837" y="1121"/>
                  </a:lnTo>
                  <a:lnTo>
                    <a:pt x="7941" y="1004"/>
                  </a:lnTo>
                  <a:lnTo>
                    <a:pt x="8043" y="881"/>
                  </a:lnTo>
                  <a:lnTo>
                    <a:pt x="8144" y="756"/>
                  </a:lnTo>
                  <a:lnTo>
                    <a:pt x="8245" y="634"/>
                  </a:lnTo>
                  <a:lnTo>
                    <a:pt x="8348" y="519"/>
                  </a:lnTo>
                  <a:lnTo>
                    <a:pt x="8454" y="413"/>
                  </a:lnTo>
                  <a:lnTo>
                    <a:pt x="8564" y="322"/>
                  </a:lnTo>
                  <a:lnTo>
                    <a:pt x="8679" y="250"/>
                  </a:lnTo>
                  <a:lnTo>
                    <a:pt x="8800" y="200"/>
                  </a:lnTo>
                  <a:lnTo>
                    <a:pt x="8928" y="172"/>
                  </a:lnTo>
                  <a:lnTo>
                    <a:pt x="9060" y="160"/>
                  </a:lnTo>
                  <a:lnTo>
                    <a:pt x="9197" y="162"/>
                  </a:lnTo>
                  <a:lnTo>
                    <a:pt x="9337" y="178"/>
                  </a:lnTo>
                  <a:lnTo>
                    <a:pt x="9480" y="203"/>
                  </a:lnTo>
                  <a:lnTo>
                    <a:pt x="9625" y="238"/>
                  </a:lnTo>
                  <a:lnTo>
                    <a:pt x="9771" y="278"/>
                  </a:lnTo>
                  <a:lnTo>
                    <a:pt x="9919" y="322"/>
                  </a:lnTo>
                  <a:lnTo>
                    <a:pt x="10066" y="369"/>
                  </a:lnTo>
                  <a:lnTo>
                    <a:pt x="10212" y="415"/>
                  </a:lnTo>
                  <a:lnTo>
                    <a:pt x="10357" y="460"/>
                  </a:lnTo>
                  <a:lnTo>
                    <a:pt x="10500" y="500"/>
                  </a:lnTo>
                  <a:lnTo>
                    <a:pt x="10642" y="541"/>
                  </a:lnTo>
                  <a:lnTo>
                    <a:pt x="10783" y="590"/>
                  </a:lnTo>
                  <a:lnTo>
                    <a:pt x="10925" y="643"/>
                  </a:lnTo>
                  <a:lnTo>
                    <a:pt x="11067" y="700"/>
                  </a:lnTo>
                  <a:lnTo>
                    <a:pt x="11208" y="759"/>
                  </a:lnTo>
                  <a:lnTo>
                    <a:pt x="11350" y="819"/>
                  </a:lnTo>
                  <a:lnTo>
                    <a:pt x="11492" y="877"/>
                  </a:lnTo>
                  <a:lnTo>
                    <a:pt x="11633" y="933"/>
                  </a:lnTo>
                  <a:lnTo>
                    <a:pt x="11775" y="985"/>
                  </a:lnTo>
                  <a:lnTo>
                    <a:pt x="11917" y="1031"/>
                  </a:lnTo>
                  <a:lnTo>
                    <a:pt x="12058" y="1070"/>
                  </a:lnTo>
                  <a:lnTo>
                    <a:pt x="12200" y="1100"/>
                  </a:lnTo>
                  <a:lnTo>
                    <a:pt x="12342" y="1124"/>
                  </a:lnTo>
                  <a:lnTo>
                    <a:pt x="12486" y="1144"/>
                  </a:lnTo>
                  <a:lnTo>
                    <a:pt x="12630" y="1161"/>
                  </a:lnTo>
                  <a:lnTo>
                    <a:pt x="12774" y="1174"/>
                  </a:lnTo>
                  <a:lnTo>
                    <a:pt x="12918" y="1183"/>
                  </a:lnTo>
                  <a:lnTo>
                    <a:pt x="13062" y="1188"/>
                  </a:lnTo>
                  <a:lnTo>
                    <a:pt x="13206" y="1187"/>
                  </a:lnTo>
                  <a:lnTo>
                    <a:pt x="13348" y="1181"/>
                  </a:lnTo>
                  <a:lnTo>
                    <a:pt x="13489" y="1170"/>
                  </a:lnTo>
                  <a:lnTo>
                    <a:pt x="13628" y="1153"/>
                  </a:lnTo>
                  <a:lnTo>
                    <a:pt x="13765" y="1130"/>
                  </a:lnTo>
                  <a:lnTo>
                    <a:pt x="13900" y="1100"/>
                  </a:lnTo>
                  <a:lnTo>
                    <a:pt x="14030" y="1057"/>
                  </a:lnTo>
                  <a:lnTo>
                    <a:pt x="14155" y="997"/>
                  </a:lnTo>
                  <a:lnTo>
                    <a:pt x="14275" y="923"/>
                  </a:lnTo>
                  <a:lnTo>
                    <a:pt x="14393" y="841"/>
                  </a:lnTo>
                  <a:lnTo>
                    <a:pt x="14509" y="752"/>
                  </a:lnTo>
                  <a:lnTo>
                    <a:pt x="14625" y="662"/>
                  </a:lnTo>
                  <a:lnTo>
                    <a:pt x="14743" y="575"/>
                  </a:lnTo>
                  <a:lnTo>
                    <a:pt x="14863" y="493"/>
                  </a:lnTo>
                  <a:lnTo>
                    <a:pt x="14987" y="420"/>
                  </a:lnTo>
                  <a:lnTo>
                    <a:pt x="15118" y="362"/>
                  </a:lnTo>
                  <a:lnTo>
                    <a:pt x="15255" y="320"/>
                  </a:lnTo>
                  <a:lnTo>
                    <a:pt x="15400" y="300"/>
                  </a:lnTo>
                  <a:lnTo>
                    <a:pt x="15524" y="299"/>
                  </a:lnTo>
                  <a:lnTo>
                    <a:pt x="15655" y="307"/>
                  </a:lnTo>
                  <a:lnTo>
                    <a:pt x="15791" y="324"/>
                  </a:lnTo>
                  <a:lnTo>
                    <a:pt x="15933" y="349"/>
                  </a:lnTo>
                  <a:lnTo>
                    <a:pt x="16078" y="381"/>
                  </a:lnTo>
                  <a:lnTo>
                    <a:pt x="16226" y="420"/>
                  </a:lnTo>
                  <a:lnTo>
                    <a:pt x="16375" y="464"/>
                  </a:lnTo>
                  <a:lnTo>
                    <a:pt x="16525" y="512"/>
                  </a:lnTo>
                  <a:lnTo>
                    <a:pt x="16674" y="564"/>
                  </a:lnTo>
                  <a:lnTo>
                    <a:pt x="16822" y="619"/>
                  </a:lnTo>
                  <a:lnTo>
                    <a:pt x="16967" y="675"/>
                  </a:lnTo>
                  <a:lnTo>
                    <a:pt x="17109" y="732"/>
                  </a:lnTo>
                  <a:lnTo>
                    <a:pt x="17245" y="789"/>
                  </a:lnTo>
                  <a:lnTo>
                    <a:pt x="17376" y="845"/>
                  </a:lnTo>
                  <a:lnTo>
                    <a:pt x="17500" y="900"/>
                  </a:lnTo>
                  <a:lnTo>
                    <a:pt x="17647" y="973"/>
                  </a:lnTo>
                  <a:lnTo>
                    <a:pt x="17788" y="1059"/>
                  </a:lnTo>
                  <a:lnTo>
                    <a:pt x="17924" y="1152"/>
                  </a:lnTo>
                  <a:lnTo>
                    <a:pt x="18056" y="1252"/>
                  </a:lnTo>
                  <a:lnTo>
                    <a:pt x="18183" y="1354"/>
                  </a:lnTo>
                  <a:lnTo>
                    <a:pt x="18306" y="1456"/>
                  </a:lnTo>
                  <a:lnTo>
                    <a:pt x="18427" y="1555"/>
                  </a:lnTo>
                  <a:lnTo>
                    <a:pt x="18544" y="1648"/>
                  </a:lnTo>
                  <a:lnTo>
                    <a:pt x="18660" y="1732"/>
                  </a:lnTo>
                  <a:lnTo>
                    <a:pt x="18774" y="1804"/>
                  </a:lnTo>
                  <a:lnTo>
                    <a:pt x="18887" y="1861"/>
                  </a:lnTo>
                  <a:lnTo>
                    <a:pt x="19000" y="1900"/>
                  </a:lnTo>
                  <a:lnTo>
                    <a:pt x="19173" y="1923"/>
                  </a:lnTo>
                  <a:lnTo>
                    <a:pt x="19349" y="1909"/>
                  </a:lnTo>
                  <a:lnTo>
                    <a:pt x="19525" y="1870"/>
                  </a:lnTo>
                  <a:lnTo>
                    <a:pt x="19694" y="1812"/>
                  </a:lnTo>
                  <a:lnTo>
                    <a:pt x="19851" y="1748"/>
                  </a:lnTo>
                  <a:lnTo>
                    <a:pt x="19991" y="1684"/>
                  </a:lnTo>
                  <a:lnTo>
                    <a:pt x="20109" y="1632"/>
                  </a:lnTo>
                  <a:lnTo>
                    <a:pt x="20200" y="1600"/>
                  </a:lnTo>
                </a:path>
              </a:pathLst>
            </a:custGeom>
            <a:noFill/>
            <a:ln w="28346" cap="rnd">
              <a:solidFill>
                <a:srgbClr val="294B7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01 不规则链与蓝色轮廓"/>
            <p:cNvSpPr/>
            <p:nvPr/>
          </p:nvSpPr>
          <p:spPr>
            <a:xfrm>
              <a:off x="7289100" y="5629715"/>
              <a:ext cx="1838200" cy="174993"/>
            </a:xfrm>
            <a:custGeom>
              <a:avLst/>
              <a:gdLst/>
              <a:ahLst/>
              <a:cxnLst/>
              <a:rect l="l" t="t" r="r" b="b"/>
              <a:pathLst>
                <a:path w="20200" h="1923">
                  <a:moveTo>
                    <a:pt x="0" y="0"/>
                  </a:moveTo>
                  <a:lnTo>
                    <a:pt x="74" y="42"/>
                  </a:lnTo>
                  <a:lnTo>
                    <a:pt x="168" y="102"/>
                  </a:lnTo>
                  <a:lnTo>
                    <a:pt x="278" y="176"/>
                  </a:lnTo>
                  <a:lnTo>
                    <a:pt x="402" y="258"/>
                  </a:lnTo>
                  <a:lnTo>
                    <a:pt x="536" y="344"/>
                  </a:lnTo>
                  <a:lnTo>
                    <a:pt x="678" y="430"/>
                  </a:lnTo>
                  <a:lnTo>
                    <a:pt x="825" y="512"/>
                  </a:lnTo>
                  <a:lnTo>
                    <a:pt x="973" y="584"/>
                  </a:lnTo>
                  <a:lnTo>
                    <a:pt x="1120" y="642"/>
                  </a:lnTo>
                  <a:lnTo>
                    <a:pt x="1264" y="683"/>
                  </a:lnTo>
                  <a:lnTo>
                    <a:pt x="1400" y="700"/>
                  </a:lnTo>
                  <a:lnTo>
                    <a:pt x="1532" y="690"/>
                  </a:lnTo>
                  <a:lnTo>
                    <a:pt x="1664" y="654"/>
                  </a:lnTo>
                  <a:lnTo>
                    <a:pt x="1796" y="598"/>
                  </a:lnTo>
                  <a:lnTo>
                    <a:pt x="1930" y="527"/>
                  </a:lnTo>
                  <a:lnTo>
                    <a:pt x="2064" y="448"/>
                  </a:lnTo>
                  <a:lnTo>
                    <a:pt x="2199" y="365"/>
                  </a:lnTo>
                  <a:lnTo>
                    <a:pt x="2336" y="285"/>
                  </a:lnTo>
                  <a:lnTo>
                    <a:pt x="2474" y="212"/>
                  </a:lnTo>
                  <a:lnTo>
                    <a:pt x="2614" y="154"/>
                  </a:lnTo>
                  <a:lnTo>
                    <a:pt x="2756" y="114"/>
                  </a:lnTo>
                  <a:lnTo>
                    <a:pt x="2900" y="100"/>
                  </a:lnTo>
                  <a:lnTo>
                    <a:pt x="3025" y="105"/>
                  </a:lnTo>
                  <a:lnTo>
                    <a:pt x="3155" y="121"/>
                  </a:lnTo>
                  <a:lnTo>
                    <a:pt x="3287" y="146"/>
                  </a:lnTo>
                  <a:lnTo>
                    <a:pt x="3421" y="180"/>
                  </a:lnTo>
                  <a:lnTo>
                    <a:pt x="3557" y="221"/>
                  </a:lnTo>
                  <a:lnTo>
                    <a:pt x="3694" y="268"/>
                  </a:lnTo>
                  <a:lnTo>
                    <a:pt x="3831" y="321"/>
                  </a:lnTo>
                  <a:lnTo>
                    <a:pt x="3966" y="378"/>
                  </a:lnTo>
                  <a:lnTo>
                    <a:pt x="4100" y="439"/>
                  </a:lnTo>
                  <a:lnTo>
                    <a:pt x="4231" y="503"/>
                  </a:lnTo>
                  <a:lnTo>
                    <a:pt x="4358" y="568"/>
                  </a:lnTo>
                  <a:lnTo>
                    <a:pt x="4482" y="634"/>
                  </a:lnTo>
                  <a:lnTo>
                    <a:pt x="4600" y="700"/>
                  </a:lnTo>
                  <a:lnTo>
                    <a:pt x="4721" y="779"/>
                  </a:lnTo>
                  <a:lnTo>
                    <a:pt x="4836" y="872"/>
                  </a:lnTo>
                  <a:lnTo>
                    <a:pt x="4946" y="975"/>
                  </a:lnTo>
                  <a:lnTo>
                    <a:pt x="5052" y="1085"/>
                  </a:lnTo>
                  <a:lnTo>
                    <a:pt x="5155" y="1199"/>
                  </a:lnTo>
                  <a:lnTo>
                    <a:pt x="5256" y="1312"/>
                  </a:lnTo>
                  <a:lnTo>
                    <a:pt x="5357" y="1423"/>
                  </a:lnTo>
                  <a:lnTo>
                    <a:pt x="5459" y="1526"/>
                  </a:lnTo>
                  <a:lnTo>
                    <a:pt x="5563" y="1619"/>
                  </a:lnTo>
                  <a:lnTo>
                    <a:pt x="5671" y="1698"/>
                  </a:lnTo>
                  <a:lnTo>
                    <a:pt x="5782" y="1759"/>
                  </a:lnTo>
                  <a:lnTo>
                    <a:pt x="5900" y="1800"/>
                  </a:lnTo>
                  <a:lnTo>
                    <a:pt x="6024" y="1822"/>
                  </a:lnTo>
                  <a:lnTo>
                    <a:pt x="6153" y="1829"/>
                  </a:lnTo>
                  <a:lnTo>
                    <a:pt x="6286" y="1824"/>
                  </a:lnTo>
                  <a:lnTo>
                    <a:pt x="6422" y="1807"/>
                  </a:lnTo>
                  <a:lnTo>
                    <a:pt x="6561" y="1780"/>
                  </a:lnTo>
                  <a:lnTo>
                    <a:pt x="6700" y="1744"/>
                  </a:lnTo>
                  <a:lnTo>
                    <a:pt x="6839" y="1699"/>
                  </a:lnTo>
                  <a:lnTo>
                    <a:pt x="6978" y="1648"/>
                  </a:lnTo>
                  <a:lnTo>
                    <a:pt x="7114" y="1591"/>
                  </a:lnTo>
                  <a:lnTo>
                    <a:pt x="7247" y="1530"/>
                  </a:lnTo>
                  <a:lnTo>
                    <a:pt x="7376" y="1466"/>
                  </a:lnTo>
                  <a:lnTo>
                    <a:pt x="7500" y="1400"/>
                  </a:lnTo>
                  <a:lnTo>
                    <a:pt x="7618" y="1323"/>
                  </a:lnTo>
                  <a:lnTo>
                    <a:pt x="7729" y="1229"/>
                  </a:lnTo>
                  <a:lnTo>
                    <a:pt x="7837" y="1121"/>
                  </a:lnTo>
                  <a:lnTo>
                    <a:pt x="7941" y="1004"/>
                  </a:lnTo>
                  <a:lnTo>
                    <a:pt x="8043" y="881"/>
                  </a:lnTo>
                  <a:lnTo>
                    <a:pt x="8144" y="756"/>
                  </a:lnTo>
                  <a:lnTo>
                    <a:pt x="8245" y="634"/>
                  </a:lnTo>
                  <a:lnTo>
                    <a:pt x="8348" y="519"/>
                  </a:lnTo>
                  <a:lnTo>
                    <a:pt x="8454" y="413"/>
                  </a:lnTo>
                  <a:lnTo>
                    <a:pt x="8564" y="322"/>
                  </a:lnTo>
                  <a:lnTo>
                    <a:pt x="8679" y="250"/>
                  </a:lnTo>
                  <a:lnTo>
                    <a:pt x="8800" y="200"/>
                  </a:lnTo>
                  <a:lnTo>
                    <a:pt x="8928" y="172"/>
                  </a:lnTo>
                  <a:lnTo>
                    <a:pt x="9060" y="160"/>
                  </a:lnTo>
                  <a:lnTo>
                    <a:pt x="9197" y="163"/>
                  </a:lnTo>
                  <a:lnTo>
                    <a:pt x="9337" y="178"/>
                  </a:lnTo>
                  <a:lnTo>
                    <a:pt x="9480" y="203"/>
                  </a:lnTo>
                  <a:lnTo>
                    <a:pt x="9625" y="237"/>
                  </a:lnTo>
                  <a:lnTo>
                    <a:pt x="9771" y="278"/>
                  </a:lnTo>
                  <a:lnTo>
                    <a:pt x="9919" y="322"/>
                  </a:lnTo>
                  <a:lnTo>
                    <a:pt x="10066" y="369"/>
                  </a:lnTo>
                  <a:lnTo>
                    <a:pt x="10212" y="415"/>
                  </a:lnTo>
                  <a:lnTo>
                    <a:pt x="10357" y="460"/>
                  </a:lnTo>
                  <a:lnTo>
                    <a:pt x="10500" y="500"/>
                  </a:lnTo>
                  <a:lnTo>
                    <a:pt x="10642" y="541"/>
                  </a:lnTo>
                  <a:lnTo>
                    <a:pt x="10783" y="590"/>
                  </a:lnTo>
                  <a:lnTo>
                    <a:pt x="10925" y="643"/>
                  </a:lnTo>
                  <a:lnTo>
                    <a:pt x="11067" y="700"/>
                  </a:lnTo>
                  <a:lnTo>
                    <a:pt x="11208" y="759"/>
                  </a:lnTo>
                  <a:lnTo>
                    <a:pt x="11350" y="819"/>
                  </a:lnTo>
                  <a:lnTo>
                    <a:pt x="11492" y="877"/>
                  </a:lnTo>
                  <a:lnTo>
                    <a:pt x="11633" y="933"/>
                  </a:lnTo>
                  <a:lnTo>
                    <a:pt x="11775" y="985"/>
                  </a:lnTo>
                  <a:lnTo>
                    <a:pt x="11917" y="1031"/>
                  </a:lnTo>
                  <a:lnTo>
                    <a:pt x="12058" y="1070"/>
                  </a:lnTo>
                  <a:lnTo>
                    <a:pt x="12200" y="1100"/>
                  </a:lnTo>
                  <a:lnTo>
                    <a:pt x="12342" y="1124"/>
                  </a:lnTo>
                  <a:lnTo>
                    <a:pt x="12486" y="1144"/>
                  </a:lnTo>
                  <a:lnTo>
                    <a:pt x="12630" y="1161"/>
                  </a:lnTo>
                  <a:lnTo>
                    <a:pt x="12774" y="1174"/>
                  </a:lnTo>
                  <a:lnTo>
                    <a:pt x="12918" y="1183"/>
                  </a:lnTo>
                  <a:lnTo>
                    <a:pt x="13062" y="1187"/>
                  </a:lnTo>
                  <a:lnTo>
                    <a:pt x="13206" y="1187"/>
                  </a:lnTo>
                  <a:lnTo>
                    <a:pt x="13348" y="1181"/>
                  </a:lnTo>
                  <a:lnTo>
                    <a:pt x="13489" y="1170"/>
                  </a:lnTo>
                  <a:lnTo>
                    <a:pt x="13628" y="1153"/>
                  </a:lnTo>
                  <a:lnTo>
                    <a:pt x="13765" y="1130"/>
                  </a:lnTo>
                  <a:lnTo>
                    <a:pt x="13900" y="1100"/>
                  </a:lnTo>
                  <a:lnTo>
                    <a:pt x="14030" y="1057"/>
                  </a:lnTo>
                  <a:lnTo>
                    <a:pt x="14155" y="997"/>
                  </a:lnTo>
                  <a:lnTo>
                    <a:pt x="14275" y="923"/>
                  </a:lnTo>
                  <a:lnTo>
                    <a:pt x="14393" y="841"/>
                  </a:lnTo>
                  <a:lnTo>
                    <a:pt x="14509" y="752"/>
                  </a:lnTo>
                  <a:lnTo>
                    <a:pt x="14625" y="662"/>
                  </a:lnTo>
                  <a:lnTo>
                    <a:pt x="14743" y="575"/>
                  </a:lnTo>
                  <a:lnTo>
                    <a:pt x="14863" y="493"/>
                  </a:lnTo>
                  <a:lnTo>
                    <a:pt x="14987" y="420"/>
                  </a:lnTo>
                  <a:lnTo>
                    <a:pt x="15118" y="362"/>
                  </a:lnTo>
                  <a:lnTo>
                    <a:pt x="15255" y="320"/>
                  </a:lnTo>
                  <a:lnTo>
                    <a:pt x="15400" y="300"/>
                  </a:lnTo>
                  <a:lnTo>
                    <a:pt x="15524" y="299"/>
                  </a:lnTo>
                  <a:lnTo>
                    <a:pt x="15655" y="307"/>
                  </a:lnTo>
                  <a:lnTo>
                    <a:pt x="15791" y="324"/>
                  </a:lnTo>
                  <a:lnTo>
                    <a:pt x="15933" y="349"/>
                  </a:lnTo>
                  <a:lnTo>
                    <a:pt x="16078" y="381"/>
                  </a:lnTo>
                  <a:lnTo>
                    <a:pt x="16226" y="420"/>
                  </a:lnTo>
                  <a:lnTo>
                    <a:pt x="16375" y="464"/>
                  </a:lnTo>
                  <a:lnTo>
                    <a:pt x="16525" y="512"/>
                  </a:lnTo>
                  <a:lnTo>
                    <a:pt x="16674" y="564"/>
                  </a:lnTo>
                  <a:lnTo>
                    <a:pt x="16822" y="619"/>
                  </a:lnTo>
                  <a:lnTo>
                    <a:pt x="16967" y="675"/>
                  </a:lnTo>
                  <a:lnTo>
                    <a:pt x="17109" y="732"/>
                  </a:lnTo>
                  <a:lnTo>
                    <a:pt x="17245" y="789"/>
                  </a:lnTo>
                  <a:lnTo>
                    <a:pt x="17376" y="845"/>
                  </a:lnTo>
                  <a:lnTo>
                    <a:pt x="17500" y="900"/>
                  </a:lnTo>
                  <a:lnTo>
                    <a:pt x="17647" y="973"/>
                  </a:lnTo>
                  <a:lnTo>
                    <a:pt x="17788" y="1059"/>
                  </a:lnTo>
                  <a:lnTo>
                    <a:pt x="17924" y="1152"/>
                  </a:lnTo>
                  <a:lnTo>
                    <a:pt x="18056" y="1252"/>
                  </a:lnTo>
                  <a:lnTo>
                    <a:pt x="18183" y="1354"/>
                  </a:lnTo>
                  <a:lnTo>
                    <a:pt x="18306" y="1456"/>
                  </a:lnTo>
                  <a:lnTo>
                    <a:pt x="18427" y="1555"/>
                  </a:lnTo>
                  <a:lnTo>
                    <a:pt x="18544" y="1648"/>
                  </a:lnTo>
                  <a:lnTo>
                    <a:pt x="18660" y="1732"/>
                  </a:lnTo>
                  <a:lnTo>
                    <a:pt x="18774" y="1804"/>
                  </a:lnTo>
                  <a:lnTo>
                    <a:pt x="18887" y="1861"/>
                  </a:lnTo>
                  <a:lnTo>
                    <a:pt x="19000" y="1900"/>
                  </a:lnTo>
                  <a:lnTo>
                    <a:pt x="19173" y="1923"/>
                  </a:lnTo>
                  <a:lnTo>
                    <a:pt x="19349" y="1909"/>
                  </a:lnTo>
                  <a:lnTo>
                    <a:pt x="19525" y="1870"/>
                  </a:lnTo>
                  <a:lnTo>
                    <a:pt x="19694" y="1812"/>
                  </a:lnTo>
                  <a:lnTo>
                    <a:pt x="19851" y="1748"/>
                  </a:lnTo>
                  <a:lnTo>
                    <a:pt x="19991" y="1684"/>
                  </a:lnTo>
                  <a:lnTo>
                    <a:pt x="20109" y="1632"/>
                  </a:lnTo>
                  <a:lnTo>
                    <a:pt x="20200" y="1600"/>
                  </a:lnTo>
                </a:path>
              </a:pathLst>
            </a:custGeom>
            <a:noFill/>
            <a:ln w="12344" cap="rnd">
              <a:solidFill>
                <a:srgbClr val="7699C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01 不规则链与蓝色轮廓"/>
            <p:cNvSpPr/>
            <p:nvPr/>
          </p:nvSpPr>
          <p:spPr>
            <a:xfrm>
              <a:off x="7425600" y="5878600"/>
              <a:ext cx="1610700" cy="218400"/>
            </a:xfrm>
            <a:custGeom>
              <a:avLst/>
              <a:gdLst/>
              <a:ahLst/>
              <a:cxnLst/>
              <a:rect l="l" t="t" r="r" b="b"/>
              <a:pathLst>
                <a:path w="17700" h="2400">
                  <a:moveTo>
                    <a:pt x="0" y="1400"/>
                  </a:moveTo>
                  <a:lnTo>
                    <a:pt x="68" y="1341"/>
                  </a:lnTo>
                  <a:lnTo>
                    <a:pt x="152" y="1261"/>
                  </a:lnTo>
                  <a:lnTo>
                    <a:pt x="252" y="1162"/>
                  </a:lnTo>
                  <a:lnTo>
                    <a:pt x="363" y="1052"/>
                  </a:lnTo>
                  <a:lnTo>
                    <a:pt x="484" y="934"/>
                  </a:lnTo>
                  <a:lnTo>
                    <a:pt x="612" y="812"/>
                  </a:lnTo>
                  <a:lnTo>
                    <a:pt x="746" y="694"/>
                  </a:lnTo>
                  <a:lnTo>
                    <a:pt x="881" y="581"/>
                  </a:lnTo>
                  <a:lnTo>
                    <a:pt x="1017" y="481"/>
                  </a:lnTo>
                  <a:lnTo>
                    <a:pt x="1150" y="398"/>
                  </a:lnTo>
                  <a:lnTo>
                    <a:pt x="1279" y="336"/>
                  </a:lnTo>
                  <a:lnTo>
                    <a:pt x="1400" y="300"/>
                  </a:lnTo>
                  <a:lnTo>
                    <a:pt x="1528" y="288"/>
                  </a:lnTo>
                  <a:lnTo>
                    <a:pt x="1657" y="295"/>
                  </a:lnTo>
                  <a:lnTo>
                    <a:pt x="1787" y="319"/>
                  </a:lnTo>
                  <a:lnTo>
                    <a:pt x="1918" y="359"/>
                  </a:lnTo>
                  <a:lnTo>
                    <a:pt x="2048" y="413"/>
                  </a:lnTo>
                  <a:lnTo>
                    <a:pt x="2177" y="477"/>
                  </a:lnTo>
                  <a:lnTo>
                    <a:pt x="2306" y="551"/>
                  </a:lnTo>
                  <a:lnTo>
                    <a:pt x="2433" y="633"/>
                  </a:lnTo>
                  <a:lnTo>
                    <a:pt x="2558" y="719"/>
                  </a:lnTo>
                  <a:lnTo>
                    <a:pt x="2680" y="809"/>
                  </a:lnTo>
                  <a:lnTo>
                    <a:pt x="2800" y="900"/>
                  </a:lnTo>
                  <a:lnTo>
                    <a:pt x="2899" y="986"/>
                  </a:lnTo>
                  <a:lnTo>
                    <a:pt x="2995" y="1089"/>
                  </a:lnTo>
                  <a:lnTo>
                    <a:pt x="3089" y="1205"/>
                  </a:lnTo>
                  <a:lnTo>
                    <a:pt x="3181" y="1331"/>
                  </a:lnTo>
                  <a:lnTo>
                    <a:pt x="3272" y="1462"/>
                  </a:lnTo>
                  <a:lnTo>
                    <a:pt x="3361" y="1596"/>
                  </a:lnTo>
                  <a:lnTo>
                    <a:pt x="3451" y="1728"/>
                  </a:lnTo>
                  <a:lnTo>
                    <a:pt x="3540" y="1856"/>
                  </a:lnTo>
                  <a:lnTo>
                    <a:pt x="3630" y="1976"/>
                  </a:lnTo>
                  <a:lnTo>
                    <a:pt x="3720" y="2083"/>
                  </a:lnTo>
                  <a:lnTo>
                    <a:pt x="3812" y="2176"/>
                  </a:lnTo>
                  <a:lnTo>
                    <a:pt x="3905" y="2249"/>
                  </a:lnTo>
                  <a:lnTo>
                    <a:pt x="4000" y="2300"/>
                  </a:lnTo>
                  <a:lnTo>
                    <a:pt x="4127" y="2337"/>
                  </a:lnTo>
                  <a:lnTo>
                    <a:pt x="4257" y="2350"/>
                  </a:lnTo>
                  <a:lnTo>
                    <a:pt x="4389" y="2341"/>
                  </a:lnTo>
                  <a:lnTo>
                    <a:pt x="4522" y="2313"/>
                  </a:lnTo>
                  <a:lnTo>
                    <a:pt x="4656" y="2269"/>
                  </a:lnTo>
                  <a:lnTo>
                    <a:pt x="4790" y="2211"/>
                  </a:lnTo>
                  <a:lnTo>
                    <a:pt x="4922" y="2143"/>
                  </a:lnTo>
                  <a:lnTo>
                    <a:pt x="5051" y="2066"/>
                  </a:lnTo>
                  <a:lnTo>
                    <a:pt x="5178" y="1985"/>
                  </a:lnTo>
                  <a:lnTo>
                    <a:pt x="5300" y="1900"/>
                  </a:lnTo>
                  <a:lnTo>
                    <a:pt x="5398" y="1821"/>
                  </a:lnTo>
                  <a:lnTo>
                    <a:pt x="5491" y="1727"/>
                  </a:lnTo>
                  <a:lnTo>
                    <a:pt x="5582" y="1622"/>
                  </a:lnTo>
                  <a:lnTo>
                    <a:pt x="5670" y="1507"/>
                  </a:lnTo>
                  <a:lnTo>
                    <a:pt x="5757" y="1387"/>
                  </a:lnTo>
                  <a:lnTo>
                    <a:pt x="5844" y="1262"/>
                  </a:lnTo>
                  <a:lnTo>
                    <a:pt x="5931" y="1138"/>
                  </a:lnTo>
                  <a:lnTo>
                    <a:pt x="6019" y="1015"/>
                  </a:lnTo>
                  <a:lnTo>
                    <a:pt x="6109" y="897"/>
                  </a:lnTo>
                  <a:lnTo>
                    <a:pt x="6202" y="787"/>
                  </a:lnTo>
                  <a:lnTo>
                    <a:pt x="6298" y="687"/>
                  </a:lnTo>
                  <a:lnTo>
                    <a:pt x="6400" y="600"/>
                  </a:lnTo>
                  <a:lnTo>
                    <a:pt x="6516" y="515"/>
                  </a:lnTo>
                  <a:lnTo>
                    <a:pt x="6635" y="432"/>
                  </a:lnTo>
                  <a:lnTo>
                    <a:pt x="6757" y="353"/>
                  </a:lnTo>
                  <a:lnTo>
                    <a:pt x="6883" y="280"/>
                  </a:lnTo>
                  <a:lnTo>
                    <a:pt x="7010" y="212"/>
                  </a:lnTo>
                  <a:lnTo>
                    <a:pt x="7140" y="152"/>
                  </a:lnTo>
                  <a:lnTo>
                    <a:pt x="7271" y="100"/>
                  </a:lnTo>
                  <a:lnTo>
                    <a:pt x="7403" y="58"/>
                  </a:lnTo>
                  <a:lnTo>
                    <a:pt x="7535" y="27"/>
                  </a:lnTo>
                  <a:lnTo>
                    <a:pt x="7668" y="7"/>
                  </a:lnTo>
                  <a:lnTo>
                    <a:pt x="7800" y="0"/>
                  </a:lnTo>
                  <a:lnTo>
                    <a:pt x="7933" y="7"/>
                  </a:lnTo>
                  <a:lnTo>
                    <a:pt x="8068" y="27"/>
                  </a:lnTo>
                  <a:lnTo>
                    <a:pt x="8205" y="58"/>
                  </a:lnTo>
                  <a:lnTo>
                    <a:pt x="8342" y="100"/>
                  </a:lnTo>
                  <a:lnTo>
                    <a:pt x="8481" y="152"/>
                  </a:lnTo>
                  <a:lnTo>
                    <a:pt x="8619" y="212"/>
                  </a:lnTo>
                  <a:lnTo>
                    <a:pt x="8758" y="280"/>
                  </a:lnTo>
                  <a:lnTo>
                    <a:pt x="8895" y="353"/>
                  </a:lnTo>
                  <a:lnTo>
                    <a:pt x="9032" y="432"/>
                  </a:lnTo>
                  <a:lnTo>
                    <a:pt x="9167" y="515"/>
                  </a:lnTo>
                  <a:lnTo>
                    <a:pt x="9300" y="600"/>
                  </a:lnTo>
                  <a:lnTo>
                    <a:pt x="9410" y="679"/>
                  </a:lnTo>
                  <a:lnTo>
                    <a:pt x="9517" y="769"/>
                  </a:lnTo>
                  <a:lnTo>
                    <a:pt x="9622" y="869"/>
                  </a:lnTo>
                  <a:lnTo>
                    <a:pt x="9725" y="975"/>
                  </a:lnTo>
                  <a:lnTo>
                    <a:pt x="9828" y="1085"/>
                  </a:lnTo>
                  <a:lnTo>
                    <a:pt x="9930" y="1199"/>
                  </a:lnTo>
                  <a:lnTo>
                    <a:pt x="10033" y="1313"/>
                  </a:lnTo>
                  <a:lnTo>
                    <a:pt x="10137" y="1426"/>
                  </a:lnTo>
                  <a:lnTo>
                    <a:pt x="10243" y="1536"/>
                  </a:lnTo>
                  <a:lnTo>
                    <a:pt x="10352" y="1640"/>
                  </a:lnTo>
                  <a:lnTo>
                    <a:pt x="10464" y="1737"/>
                  </a:lnTo>
                  <a:lnTo>
                    <a:pt x="10579" y="1824"/>
                  </a:lnTo>
                  <a:lnTo>
                    <a:pt x="10700" y="1900"/>
                  </a:lnTo>
                  <a:lnTo>
                    <a:pt x="10826" y="1967"/>
                  </a:lnTo>
                  <a:lnTo>
                    <a:pt x="10958" y="2030"/>
                  </a:lnTo>
                  <a:lnTo>
                    <a:pt x="11094" y="2088"/>
                  </a:lnTo>
                  <a:lnTo>
                    <a:pt x="11234" y="2142"/>
                  </a:lnTo>
                  <a:lnTo>
                    <a:pt x="11377" y="2192"/>
                  </a:lnTo>
                  <a:lnTo>
                    <a:pt x="11521" y="2236"/>
                  </a:lnTo>
                  <a:lnTo>
                    <a:pt x="11666" y="2275"/>
                  </a:lnTo>
                  <a:lnTo>
                    <a:pt x="11811" y="2310"/>
                  </a:lnTo>
                  <a:lnTo>
                    <a:pt x="11955" y="2339"/>
                  </a:lnTo>
                  <a:lnTo>
                    <a:pt x="12097" y="2362"/>
                  </a:lnTo>
                  <a:lnTo>
                    <a:pt x="12236" y="2381"/>
                  </a:lnTo>
                  <a:lnTo>
                    <a:pt x="12370" y="2393"/>
                  </a:lnTo>
                  <a:lnTo>
                    <a:pt x="12500" y="2400"/>
                  </a:lnTo>
                  <a:lnTo>
                    <a:pt x="12646" y="2395"/>
                  </a:lnTo>
                  <a:lnTo>
                    <a:pt x="12787" y="2373"/>
                  </a:lnTo>
                  <a:lnTo>
                    <a:pt x="12923" y="2337"/>
                  </a:lnTo>
                  <a:lnTo>
                    <a:pt x="13055" y="2291"/>
                  </a:lnTo>
                  <a:lnTo>
                    <a:pt x="13185" y="2240"/>
                  </a:lnTo>
                  <a:lnTo>
                    <a:pt x="13315" y="2185"/>
                  </a:lnTo>
                  <a:lnTo>
                    <a:pt x="13445" y="2132"/>
                  </a:lnTo>
                  <a:lnTo>
                    <a:pt x="13577" y="2083"/>
                  </a:lnTo>
                  <a:lnTo>
                    <a:pt x="13713" y="2042"/>
                  </a:lnTo>
                  <a:lnTo>
                    <a:pt x="13853" y="2013"/>
                  </a:lnTo>
                  <a:lnTo>
                    <a:pt x="14000" y="2000"/>
                  </a:lnTo>
                  <a:lnTo>
                    <a:pt x="14128" y="2003"/>
                  </a:lnTo>
                  <a:lnTo>
                    <a:pt x="14259" y="2019"/>
                  </a:lnTo>
                  <a:lnTo>
                    <a:pt x="14393" y="2044"/>
                  </a:lnTo>
                  <a:lnTo>
                    <a:pt x="14528" y="2077"/>
                  </a:lnTo>
                  <a:lnTo>
                    <a:pt x="14666" y="2114"/>
                  </a:lnTo>
                  <a:lnTo>
                    <a:pt x="14805" y="2155"/>
                  </a:lnTo>
                  <a:lnTo>
                    <a:pt x="14945" y="2195"/>
                  </a:lnTo>
                  <a:lnTo>
                    <a:pt x="15087" y="2233"/>
                  </a:lnTo>
                  <a:lnTo>
                    <a:pt x="15229" y="2266"/>
                  </a:lnTo>
                  <a:lnTo>
                    <a:pt x="15372" y="2292"/>
                  </a:lnTo>
                  <a:lnTo>
                    <a:pt x="15515" y="2307"/>
                  </a:lnTo>
                  <a:lnTo>
                    <a:pt x="15657" y="2311"/>
                  </a:lnTo>
                  <a:lnTo>
                    <a:pt x="15800" y="2300"/>
                  </a:lnTo>
                  <a:lnTo>
                    <a:pt x="15937" y="2275"/>
                  </a:lnTo>
                  <a:lnTo>
                    <a:pt x="16083" y="2236"/>
                  </a:lnTo>
                  <a:lnTo>
                    <a:pt x="16235" y="2187"/>
                  </a:lnTo>
                  <a:lnTo>
                    <a:pt x="16391" y="2128"/>
                  </a:lnTo>
                  <a:lnTo>
                    <a:pt x="16549" y="2063"/>
                  </a:lnTo>
                  <a:lnTo>
                    <a:pt x="16707" y="1992"/>
                  </a:lnTo>
                  <a:lnTo>
                    <a:pt x="16862" y="1919"/>
                  </a:lnTo>
                  <a:lnTo>
                    <a:pt x="17013" y="1845"/>
                  </a:lnTo>
                  <a:lnTo>
                    <a:pt x="17158" y="1772"/>
                  </a:lnTo>
                  <a:lnTo>
                    <a:pt x="17293" y="1702"/>
                  </a:lnTo>
                  <a:lnTo>
                    <a:pt x="17417" y="1638"/>
                  </a:lnTo>
                  <a:lnTo>
                    <a:pt x="17527" y="1582"/>
                  </a:lnTo>
                  <a:lnTo>
                    <a:pt x="17623" y="1535"/>
                  </a:lnTo>
                  <a:lnTo>
                    <a:pt x="17700" y="1500"/>
                  </a:lnTo>
                </a:path>
              </a:pathLst>
            </a:custGeom>
            <a:noFill/>
            <a:ln w="28346" cap="rnd">
              <a:solidFill>
                <a:srgbClr val="294B7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01 不规则链与蓝色轮廓"/>
            <p:cNvSpPr/>
            <p:nvPr/>
          </p:nvSpPr>
          <p:spPr>
            <a:xfrm>
              <a:off x="7425600" y="5875415"/>
              <a:ext cx="1610700" cy="218400"/>
            </a:xfrm>
            <a:custGeom>
              <a:avLst/>
              <a:gdLst/>
              <a:ahLst/>
              <a:cxnLst/>
              <a:rect l="l" t="t" r="r" b="b"/>
              <a:pathLst>
                <a:path w="17700" h="2400">
                  <a:moveTo>
                    <a:pt x="0" y="1400"/>
                  </a:moveTo>
                  <a:lnTo>
                    <a:pt x="68" y="1341"/>
                  </a:lnTo>
                  <a:lnTo>
                    <a:pt x="152" y="1261"/>
                  </a:lnTo>
                  <a:lnTo>
                    <a:pt x="252" y="1163"/>
                  </a:lnTo>
                  <a:lnTo>
                    <a:pt x="363" y="1052"/>
                  </a:lnTo>
                  <a:lnTo>
                    <a:pt x="484" y="934"/>
                  </a:lnTo>
                  <a:lnTo>
                    <a:pt x="612" y="812"/>
                  </a:lnTo>
                  <a:lnTo>
                    <a:pt x="746" y="694"/>
                  </a:lnTo>
                  <a:lnTo>
                    <a:pt x="881" y="581"/>
                  </a:lnTo>
                  <a:lnTo>
                    <a:pt x="1017" y="481"/>
                  </a:lnTo>
                  <a:lnTo>
                    <a:pt x="1150" y="398"/>
                  </a:lnTo>
                  <a:lnTo>
                    <a:pt x="1279" y="336"/>
                  </a:lnTo>
                  <a:lnTo>
                    <a:pt x="1400" y="300"/>
                  </a:lnTo>
                  <a:lnTo>
                    <a:pt x="1528" y="288"/>
                  </a:lnTo>
                  <a:lnTo>
                    <a:pt x="1657" y="295"/>
                  </a:lnTo>
                  <a:lnTo>
                    <a:pt x="1787" y="319"/>
                  </a:lnTo>
                  <a:lnTo>
                    <a:pt x="1918" y="359"/>
                  </a:lnTo>
                  <a:lnTo>
                    <a:pt x="2048" y="413"/>
                  </a:lnTo>
                  <a:lnTo>
                    <a:pt x="2177" y="477"/>
                  </a:lnTo>
                  <a:lnTo>
                    <a:pt x="2306" y="551"/>
                  </a:lnTo>
                  <a:lnTo>
                    <a:pt x="2433" y="633"/>
                  </a:lnTo>
                  <a:lnTo>
                    <a:pt x="2558" y="719"/>
                  </a:lnTo>
                  <a:lnTo>
                    <a:pt x="2680" y="809"/>
                  </a:lnTo>
                  <a:lnTo>
                    <a:pt x="2800" y="900"/>
                  </a:lnTo>
                  <a:lnTo>
                    <a:pt x="2899" y="986"/>
                  </a:lnTo>
                  <a:lnTo>
                    <a:pt x="2995" y="1089"/>
                  </a:lnTo>
                  <a:lnTo>
                    <a:pt x="3089" y="1205"/>
                  </a:lnTo>
                  <a:lnTo>
                    <a:pt x="3181" y="1331"/>
                  </a:lnTo>
                  <a:lnTo>
                    <a:pt x="3272" y="1462"/>
                  </a:lnTo>
                  <a:lnTo>
                    <a:pt x="3361" y="1596"/>
                  </a:lnTo>
                  <a:lnTo>
                    <a:pt x="3451" y="1728"/>
                  </a:lnTo>
                  <a:lnTo>
                    <a:pt x="3540" y="1856"/>
                  </a:lnTo>
                  <a:lnTo>
                    <a:pt x="3630" y="1976"/>
                  </a:lnTo>
                  <a:lnTo>
                    <a:pt x="3720" y="2083"/>
                  </a:lnTo>
                  <a:lnTo>
                    <a:pt x="3812" y="2176"/>
                  </a:lnTo>
                  <a:lnTo>
                    <a:pt x="3905" y="2249"/>
                  </a:lnTo>
                  <a:lnTo>
                    <a:pt x="4000" y="2300"/>
                  </a:lnTo>
                  <a:lnTo>
                    <a:pt x="4127" y="2337"/>
                  </a:lnTo>
                  <a:lnTo>
                    <a:pt x="4257" y="2350"/>
                  </a:lnTo>
                  <a:lnTo>
                    <a:pt x="4389" y="2341"/>
                  </a:lnTo>
                  <a:lnTo>
                    <a:pt x="4522" y="2313"/>
                  </a:lnTo>
                  <a:lnTo>
                    <a:pt x="4656" y="2269"/>
                  </a:lnTo>
                  <a:lnTo>
                    <a:pt x="4790" y="2211"/>
                  </a:lnTo>
                  <a:lnTo>
                    <a:pt x="4922" y="2143"/>
                  </a:lnTo>
                  <a:lnTo>
                    <a:pt x="5051" y="2066"/>
                  </a:lnTo>
                  <a:lnTo>
                    <a:pt x="5178" y="1985"/>
                  </a:lnTo>
                  <a:lnTo>
                    <a:pt x="5300" y="1900"/>
                  </a:lnTo>
                  <a:lnTo>
                    <a:pt x="5398" y="1821"/>
                  </a:lnTo>
                  <a:lnTo>
                    <a:pt x="5491" y="1727"/>
                  </a:lnTo>
                  <a:lnTo>
                    <a:pt x="5582" y="1622"/>
                  </a:lnTo>
                  <a:lnTo>
                    <a:pt x="5670" y="1507"/>
                  </a:lnTo>
                  <a:lnTo>
                    <a:pt x="5757" y="1387"/>
                  </a:lnTo>
                  <a:lnTo>
                    <a:pt x="5844" y="1263"/>
                  </a:lnTo>
                  <a:lnTo>
                    <a:pt x="5931" y="1138"/>
                  </a:lnTo>
                  <a:lnTo>
                    <a:pt x="6019" y="1015"/>
                  </a:lnTo>
                  <a:lnTo>
                    <a:pt x="6109" y="897"/>
                  </a:lnTo>
                  <a:lnTo>
                    <a:pt x="6202" y="787"/>
                  </a:lnTo>
                  <a:lnTo>
                    <a:pt x="6298" y="687"/>
                  </a:lnTo>
                  <a:lnTo>
                    <a:pt x="6400" y="600"/>
                  </a:lnTo>
                  <a:lnTo>
                    <a:pt x="6516" y="515"/>
                  </a:lnTo>
                  <a:lnTo>
                    <a:pt x="6635" y="432"/>
                  </a:lnTo>
                  <a:lnTo>
                    <a:pt x="6757" y="353"/>
                  </a:lnTo>
                  <a:lnTo>
                    <a:pt x="6883" y="280"/>
                  </a:lnTo>
                  <a:lnTo>
                    <a:pt x="7010" y="212"/>
                  </a:lnTo>
                  <a:lnTo>
                    <a:pt x="7140" y="152"/>
                  </a:lnTo>
                  <a:lnTo>
                    <a:pt x="7271" y="100"/>
                  </a:lnTo>
                  <a:lnTo>
                    <a:pt x="7403" y="58"/>
                  </a:lnTo>
                  <a:lnTo>
                    <a:pt x="7535" y="27"/>
                  </a:lnTo>
                  <a:lnTo>
                    <a:pt x="7668" y="7"/>
                  </a:lnTo>
                  <a:lnTo>
                    <a:pt x="7800" y="0"/>
                  </a:lnTo>
                  <a:lnTo>
                    <a:pt x="7933" y="7"/>
                  </a:lnTo>
                  <a:lnTo>
                    <a:pt x="8068" y="27"/>
                  </a:lnTo>
                  <a:lnTo>
                    <a:pt x="8205" y="58"/>
                  </a:lnTo>
                  <a:lnTo>
                    <a:pt x="8342" y="100"/>
                  </a:lnTo>
                  <a:lnTo>
                    <a:pt x="8481" y="152"/>
                  </a:lnTo>
                  <a:lnTo>
                    <a:pt x="8619" y="212"/>
                  </a:lnTo>
                  <a:lnTo>
                    <a:pt x="8758" y="280"/>
                  </a:lnTo>
                  <a:lnTo>
                    <a:pt x="8895" y="353"/>
                  </a:lnTo>
                  <a:lnTo>
                    <a:pt x="9032" y="432"/>
                  </a:lnTo>
                  <a:lnTo>
                    <a:pt x="9167" y="515"/>
                  </a:lnTo>
                  <a:lnTo>
                    <a:pt x="9300" y="600"/>
                  </a:lnTo>
                  <a:lnTo>
                    <a:pt x="9410" y="679"/>
                  </a:lnTo>
                  <a:lnTo>
                    <a:pt x="9517" y="769"/>
                  </a:lnTo>
                  <a:lnTo>
                    <a:pt x="9622" y="869"/>
                  </a:lnTo>
                  <a:lnTo>
                    <a:pt x="9725" y="975"/>
                  </a:lnTo>
                  <a:lnTo>
                    <a:pt x="9828" y="1085"/>
                  </a:lnTo>
                  <a:lnTo>
                    <a:pt x="9930" y="1199"/>
                  </a:lnTo>
                  <a:lnTo>
                    <a:pt x="10033" y="1313"/>
                  </a:lnTo>
                  <a:lnTo>
                    <a:pt x="10137" y="1426"/>
                  </a:lnTo>
                  <a:lnTo>
                    <a:pt x="10243" y="1536"/>
                  </a:lnTo>
                  <a:lnTo>
                    <a:pt x="10352" y="1640"/>
                  </a:lnTo>
                  <a:lnTo>
                    <a:pt x="10464" y="1737"/>
                  </a:lnTo>
                  <a:lnTo>
                    <a:pt x="10579" y="1824"/>
                  </a:lnTo>
                  <a:lnTo>
                    <a:pt x="10700" y="1900"/>
                  </a:lnTo>
                  <a:lnTo>
                    <a:pt x="10826" y="1967"/>
                  </a:lnTo>
                  <a:lnTo>
                    <a:pt x="10958" y="2030"/>
                  </a:lnTo>
                  <a:lnTo>
                    <a:pt x="11094" y="2088"/>
                  </a:lnTo>
                  <a:lnTo>
                    <a:pt x="11234" y="2142"/>
                  </a:lnTo>
                  <a:lnTo>
                    <a:pt x="11377" y="2192"/>
                  </a:lnTo>
                  <a:lnTo>
                    <a:pt x="11521" y="2236"/>
                  </a:lnTo>
                  <a:lnTo>
                    <a:pt x="11666" y="2275"/>
                  </a:lnTo>
                  <a:lnTo>
                    <a:pt x="11811" y="2310"/>
                  </a:lnTo>
                  <a:lnTo>
                    <a:pt x="11955" y="2339"/>
                  </a:lnTo>
                  <a:lnTo>
                    <a:pt x="12097" y="2362"/>
                  </a:lnTo>
                  <a:lnTo>
                    <a:pt x="12236" y="2381"/>
                  </a:lnTo>
                  <a:lnTo>
                    <a:pt x="12370" y="2393"/>
                  </a:lnTo>
                  <a:lnTo>
                    <a:pt x="12500" y="2400"/>
                  </a:lnTo>
                  <a:lnTo>
                    <a:pt x="12646" y="2395"/>
                  </a:lnTo>
                  <a:lnTo>
                    <a:pt x="12787" y="2373"/>
                  </a:lnTo>
                  <a:lnTo>
                    <a:pt x="12923" y="2337"/>
                  </a:lnTo>
                  <a:lnTo>
                    <a:pt x="13055" y="2291"/>
                  </a:lnTo>
                  <a:lnTo>
                    <a:pt x="13185" y="2240"/>
                  </a:lnTo>
                  <a:lnTo>
                    <a:pt x="13315" y="2185"/>
                  </a:lnTo>
                  <a:lnTo>
                    <a:pt x="13445" y="2132"/>
                  </a:lnTo>
                  <a:lnTo>
                    <a:pt x="13577" y="2083"/>
                  </a:lnTo>
                  <a:lnTo>
                    <a:pt x="13713" y="2042"/>
                  </a:lnTo>
                  <a:lnTo>
                    <a:pt x="13853" y="2013"/>
                  </a:lnTo>
                  <a:lnTo>
                    <a:pt x="14000" y="2000"/>
                  </a:lnTo>
                  <a:lnTo>
                    <a:pt x="14128" y="2003"/>
                  </a:lnTo>
                  <a:lnTo>
                    <a:pt x="14259" y="2019"/>
                  </a:lnTo>
                  <a:lnTo>
                    <a:pt x="14393" y="2044"/>
                  </a:lnTo>
                  <a:lnTo>
                    <a:pt x="14528" y="2077"/>
                  </a:lnTo>
                  <a:lnTo>
                    <a:pt x="14666" y="2114"/>
                  </a:lnTo>
                  <a:lnTo>
                    <a:pt x="14805" y="2155"/>
                  </a:lnTo>
                  <a:lnTo>
                    <a:pt x="14945" y="2195"/>
                  </a:lnTo>
                  <a:lnTo>
                    <a:pt x="15087" y="2233"/>
                  </a:lnTo>
                  <a:lnTo>
                    <a:pt x="15229" y="2266"/>
                  </a:lnTo>
                  <a:lnTo>
                    <a:pt x="15372" y="2292"/>
                  </a:lnTo>
                  <a:lnTo>
                    <a:pt x="15515" y="2307"/>
                  </a:lnTo>
                  <a:lnTo>
                    <a:pt x="15657" y="2311"/>
                  </a:lnTo>
                  <a:lnTo>
                    <a:pt x="15800" y="2300"/>
                  </a:lnTo>
                  <a:lnTo>
                    <a:pt x="15937" y="2275"/>
                  </a:lnTo>
                  <a:lnTo>
                    <a:pt x="16083" y="2236"/>
                  </a:lnTo>
                  <a:lnTo>
                    <a:pt x="16235" y="2187"/>
                  </a:lnTo>
                  <a:lnTo>
                    <a:pt x="16391" y="2128"/>
                  </a:lnTo>
                  <a:lnTo>
                    <a:pt x="16549" y="2063"/>
                  </a:lnTo>
                  <a:lnTo>
                    <a:pt x="16707" y="1992"/>
                  </a:lnTo>
                  <a:lnTo>
                    <a:pt x="16862" y="1919"/>
                  </a:lnTo>
                  <a:lnTo>
                    <a:pt x="17013" y="1845"/>
                  </a:lnTo>
                  <a:lnTo>
                    <a:pt x="17158" y="1772"/>
                  </a:lnTo>
                  <a:lnTo>
                    <a:pt x="17293" y="1702"/>
                  </a:lnTo>
                  <a:lnTo>
                    <a:pt x="17417" y="1638"/>
                  </a:lnTo>
                  <a:lnTo>
                    <a:pt x="17527" y="1582"/>
                  </a:lnTo>
                  <a:lnTo>
                    <a:pt x="17623" y="1535"/>
                  </a:lnTo>
                  <a:lnTo>
                    <a:pt x="17700" y="1500"/>
                  </a:lnTo>
                </a:path>
              </a:pathLst>
            </a:custGeom>
            <a:noFill/>
            <a:ln w="12344" cap="rnd">
              <a:solidFill>
                <a:srgbClr val="7699C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01 不规则链与蓝色轮廓"/>
            <p:cNvSpPr/>
            <p:nvPr/>
          </p:nvSpPr>
          <p:spPr>
            <a:xfrm>
              <a:off x="7625800" y="5440617"/>
              <a:ext cx="1401400" cy="202657"/>
            </a:xfrm>
            <a:custGeom>
              <a:avLst/>
              <a:gdLst/>
              <a:ahLst/>
              <a:cxnLst/>
              <a:rect l="l" t="t" r="r" b="b"/>
              <a:pathLst>
                <a:path w="15400" h="2227">
                  <a:moveTo>
                    <a:pt x="0" y="513"/>
                  </a:moveTo>
                  <a:lnTo>
                    <a:pt x="84" y="476"/>
                  </a:lnTo>
                  <a:lnTo>
                    <a:pt x="192" y="419"/>
                  </a:lnTo>
                  <a:lnTo>
                    <a:pt x="320" y="349"/>
                  </a:lnTo>
                  <a:lnTo>
                    <a:pt x="464" y="272"/>
                  </a:lnTo>
                  <a:lnTo>
                    <a:pt x="619" y="194"/>
                  </a:lnTo>
                  <a:lnTo>
                    <a:pt x="780" y="122"/>
                  </a:lnTo>
                  <a:lnTo>
                    <a:pt x="943" y="61"/>
                  </a:lnTo>
                  <a:lnTo>
                    <a:pt x="1104" y="19"/>
                  </a:lnTo>
                  <a:lnTo>
                    <a:pt x="1258" y="0"/>
                  </a:lnTo>
                  <a:lnTo>
                    <a:pt x="1400" y="13"/>
                  </a:lnTo>
                  <a:lnTo>
                    <a:pt x="1512" y="53"/>
                  </a:lnTo>
                  <a:lnTo>
                    <a:pt x="1621" y="120"/>
                  </a:lnTo>
                  <a:lnTo>
                    <a:pt x="1730" y="208"/>
                  </a:lnTo>
                  <a:lnTo>
                    <a:pt x="1837" y="313"/>
                  </a:lnTo>
                  <a:lnTo>
                    <a:pt x="1944" y="429"/>
                  </a:lnTo>
                  <a:lnTo>
                    <a:pt x="2050" y="550"/>
                  </a:lnTo>
                  <a:lnTo>
                    <a:pt x="2156" y="673"/>
                  </a:lnTo>
                  <a:lnTo>
                    <a:pt x="2263" y="791"/>
                  </a:lnTo>
                  <a:lnTo>
                    <a:pt x="2370" y="899"/>
                  </a:lnTo>
                  <a:lnTo>
                    <a:pt x="2479" y="992"/>
                  </a:lnTo>
                  <a:lnTo>
                    <a:pt x="2588" y="1065"/>
                  </a:lnTo>
                  <a:lnTo>
                    <a:pt x="2700" y="1113"/>
                  </a:lnTo>
                  <a:lnTo>
                    <a:pt x="2837" y="1134"/>
                  </a:lnTo>
                  <a:lnTo>
                    <a:pt x="2977" y="1123"/>
                  </a:lnTo>
                  <a:lnTo>
                    <a:pt x="3119" y="1088"/>
                  </a:lnTo>
                  <a:lnTo>
                    <a:pt x="3262" y="1036"/>
                  </a:lnTo>
                  <a:lnTo>
                    <a:pt x="3406" y="976"/>
                  </a:lnTo>
                  <a:lnTo>
                    <a:pt x="3550" y="914"/>
                  </a:lnTo>
                  <a:lnTo>
                    <a:pt x="3692" y="859"/>
                  </a:lnTo>
                  <a:lnTo>
                    <a:pt x="3831" y="819"/>
                  </a:lnTo>
                  <a:lnTo>
                    <a:pt x="3968" y="801"/>
                  </a:lnTo>
                  <a:lnTo>
                    <a:pt x="4100" y="813"/>
                  </a:lnTo>
                  <a:lnTo>
                    <a:pt x="4228" y="860"/>
                  </a:lnTo>
                  <a:lnTo>
                    <a:pt x="4353" y="937"/>
                  </a:lnTo>
                  <a:lnTo>
                    <a:pt x="4475" y="1036"/>
                  </a:lnTo>
                  <a:lnTo>
                    <a:pt x="4594" y="1149"/>
                  </a:lnTo>
                  <a:lnTo>
                    <a:pt x="4712" y="1269"/>
                  </a:lnTo>
                  <a:lnTo>
                    <a:pt x="4830" y="1389"/>
                  </a:lnTo>
                  <a:lnTo>
                    <a:pt x="4946" y="1501"/>
                  </a:lnTo>
                  <a:lnTo>
                    <a:pt x="5063" y="1597"/>
                  </a:lnTo>
                  <a:lnTo>
                    <a:pt x="5181" y="1670"/>
                  </a:lnTo>
                  <a:lnTo>
                    <a:pt x="5300" y="1713"/>
                  </a:lnTo>
                  <a:lnTo>
                    <a:pt x="5431" y="1718"/>
                  </a:lnTo>
                  <a:lnTo>
                    <a:pt x="5559" y="1687"/>
                  </a:lnTo>
                  <a:lnTo>
                    <a:pt x="5685" y="1628"/>
                  </a:lnTo>
                  <a:lnTo>
                    <a:pt x="5811" y="1553"/>
                  </a:lnTo>
                  <a:lnTo>
                    <a:pt x="5939" y="1473"/>
                  </a:lnTo>
                  <a:lnTo>
                    <a:pt x="6070" y="1398"/>
                  </a:lnTo>
                  <a:lnTo>
                    <a:pt x="6206" y="1339"/>
                  </a:lnTo>
                  <a:lnTo>
                    <a:pt x="6349" y="1308"/>
                  </a:lnTo>
                  <a:lnTo>
                    <a:pt x="6500" y="1313"/>
                  </a:lnTo>
                  <a:lnTo>
                    <a:pt x="6610" y="1343"/>
                  </a:lnTo>
                  <a:lnTo>
                    <a:pt x="6723" y="1393"/>
                  </a:lnTo>
                  <a:lnTo>
                    <a:pt x="6840" y="1459"/>
                  </a:lnTo>
                  <a:lnTo>
                    <a:pt x="6960" y="1537"/>
                  </a:lnTo>
                  <a:lnTo>
                    <a:pt x="7082" y="1624"/>
                  </a:lnTo>
                  <a:lnTo>
                    <a:pt x="7206" y="1716"/>
                  </a:lnTo>
                  <a:lnTo>
                    <a:pt x="7332" y="1810"/>
                  </a:lnTo>
                  <a:lnTo>
                    <a:pt x="7459" y="1902"/>
                  </a:lnTo>
                  <a:lnTo>
                    <a:pt x="7587" y="1989"/>
                  </a:lnTo>
                  <a:lnTo>
                    <a:pt x="7716" y="2067"/>
                  </a:lnTo>
                  <a:lnTo>
                    <a:pt x="7844" y="2133"/>
                  </a:lnTo>
                  <a:lnTo>
                    <a:pt x="7973" y="2183"/>
                  </a:lnTo>
                  <a:lnTo>
                    <a:pt x="8100" y="2213"/>
                  </a:lnTo>
                  <a:lnTo>
                    <a:pt x="8238" y="2227"/>
                  </a:lnTo>
                  <a:lnTo>
                    <a:pt x="8379" y="2227"/>
                  </a:lnTo>
                  <a:lnTo>
                    <a:pt x="8520" y="2216"/>
                  </a:lnTo>
                  <a:lnTo>
                    <a:pt x="8663" y="2194"/>
                  </a:lnTo>
                  <a:lnTo>
                    <a:pt x="8806" y="2164"/>
                  </a:lnTo>
                  <a:lnTo>
                    <a:pt x="8950" y="2125"/>
                  </a:lnTo>
                  <a:lnTo>
                    <a:pt x="9094" y="2081"/>
                  </a:lnTo>
                  <a:lnTo>
                    <a:pt x="9237" y="2032"/>
                  </a:lnTo>
                  <a:lnTo>
                    <a:pt x="9380" y="1979"/>
                  </a:lnTo>
                  <a:lnTo>
                    <a:pt x="9521" y="1924"/>
                  </a:lnTo>
                  <a:lnTo>
                    <a:pt x="9662" y="1868"/>
                  </a:lnTo>
                  <a:lnTo>
                    <a:pt x="9800" y="1813"/>
                  </a:lnTo>
                  <a:lnTo>
                    <a:pt x="9924" y="1758"/>
                  </a:lnTo>
                  <a:lnTo>
                    <a:pt x="10045" y="1693"/>
                  </a:lnTo>
                  <a:lnTo>
                    <a:pt x="10162" y="1621"/>
                  </a:lnTo>
                  <a:lnTo>
                    <a:pt x="10277" y="1543"/>
                  </a:lnTo>
                  <a:lnTo>
                    <a:pt x="10391" y="1462"/>
                  </a:lnTo>
                  <a:lnTo>
                    <a:pt x="10505" y="1379"/>
                  </a:lnTo>
                  <a:lnTo>
                    <a:pt x="10620" y="1297"/>
                  </a:lnTo>
                  <a:lnTo>
                    <a:pt x="10738" y="1216"/>
                  </a:lnTo>
                  <a:lnTo>
                    <a:pt x="10859" y="1140"/>
                  </a:lnTo>
                  <a:lnTo>
                    <a:pt x="10985" y="1069"/>
                  </a:lnTo>
                  <a:lnTo>
                    <a:pt x="11116" y="1007"/>
                  </a:lnTo>
                  <a:lnTo>
                    <a:pt x="11254" y="954"/>
                  </a:lnTo>
                  <a:lnTo>
                    <a:pt x="11400" y="913"/>
                  </a:lnTo>
                  <a:lnTo>
                    <a:pt x="11526" y="887"/>
                  </a:lnTo>
                  <a:lnTo>
                    <a:pt x="11658" y="864"/>
                  </a:lnTo>
                  <a:lnTo>
                    <a:pt x="11796" y="844"/>
                  </a:lnTo>
                  <a:lnTo>
                    <a:pt x="11940" y="829"/>
                  </a:lnTo>
                  <a:lnTo>
                    <a:pt x="12087" y="816"/>
                  </a:lnTo>
                  <a:lnTo>
                    <a:pt x="12238" y="808"/>
                  </a:lnTo>
                  <a:lnTo>
                    <a:pt x="12390" y="802"/>
                  </a:lnTo>
                  <a:lnTo>
                    <a:pt x="12544" y="801"/>
                  </a:lnTo>
                  <a:lnTo>
                    <a:pt x="12698" y="802"/>
                  </a:lnTo>
                  <a:lnTo>
                    <a:pt x="12851" y="808"/>
                  </a:lnTo>
                  <a:lnTo>
                    <a:pt x="13002" y="816"/>
                  </a:lnTo>
                  <a:lnTo>
                    <a:pt x="13151" y="829"/>
                  </a:lnTo>
                  <a:lnTo>
                    <a:pt x="13296" y="844"/>
                  </a:lnTo>
                  <a:lnTo>
                    <a:pt x="13436" y="864"/>
                  </a:lnTo>
                  <a:lnTo>
                    <a:pt x="13571" y="887"/>
                  </a:lnTo>
                  <a:lnTo>
                    <a:pt x="13700" y="913"/>
                  </a:lnTo>
                  <a:lnTo>
                    <a:pt x="13855" y="955"/>
                  </a:lnTo>
                  <a:lnTo>
                    <a:pt x="14012" y="1011"/>
                  </a:lnTo>
                  <a:lnTo>
                    <a:pt x="14168" y="1078"/>
                  </a:lnTo>
                  <a:lnTo>
                    <a:pt x="14323" y="1153"/>
                  </a:lnTo>
                  <a:lnTo>
                    <a:pt x="14475" y="1235"/>
                  </a:lnTo>
                  <a:lnTo>
                    <a:pt x="14622" y="1320"/>
                  </a:lnTo>
                  <a:lnTo>
                    <a:pt x="14764" y="1406"/>
                  </a:lnTo>
                  <a:lnTo>
                    <a:pt x="14897" y="1491"/>
                  </a:lnTo>
                  <a:lnTo>
                    <a:pt x="15022" y="1573"/>
                  </a:lnTo>
                  <a:lnTo>
                    <a:pt x="15136" y="1648"/>
                  </a:lnTo>
                  <a:lnTo>
                    <a:pt x="15238" y="1715"/>
                  </a:lnTo>
                  <a:lnTo>
                    <a:pt x="15327" y="1771"/>
                  </a:lnTo>
                  <a:lnTo>
                    <a:pt x="15400" y="1813"/>
                  </a:lnTo>
                </a:path>
              </a:pathLst>
            </a:custGeom>
            <a:noFill/>
            <a:ln w="28346" cap="rnd">
              <a:solidFill>
                <a:srgbClr val="294B7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8" name="01 不规则链与蓝色轮廓"/>
            <p:cNvSpPr/>
            <p:nvPr/>
          </p:nvSpPr>
          <p:spPr>
            <a:xfrm>
              <a:off x="7625800" y="5437432"/>
              <a:ext cx="1401400" cy="202657"/>
            </a:xfrm>
            <a:custGeom>
              <a:avLst/>
              <a:gdLst/>
              <a:ahLst/>
              <a:cxnLst/>
              <a:rect l="l" t="t" r="r" b="b"/>
              <a:pathLst>
                <a:path w="15400" h="2227">
                  <a:moveTo>
                    <a:pt x="0" y="513"/>
                  </a:moveTo>
                  <a:lnTo>
                    <a:pt x="84" y="476"/>
                  </a:lnTo>
                  <a:lnTo>
                    <a:pt x="192" y="419"/>
                  </a:lnTo>
                  <a:lnTo>
                    <a:pt x="320" y="349"/>
                  </a:lnTo>
                  <a:lnTo>
                    <a:pt x="464" y="272"/>
                  </a:lnTo>
                  <a:lnTo>
                    <a:pt x="619" y="194"/>
                  </a:lnTo>
                  <a:lnTo>
                    <a:pt x="780" y="122"/>
                  </a:lnTo>
                  <a:lnTo>
                    <a:pt x="943" y="61"/>
                  </a:lnTo>
                  <a:lnTo>
                    <a:pt x="1104" y="19"/>
                  </a:lnTo>
                  <a:lnTo>
                    <a:pt x="1258" y="0"/>
                  </a:lnTo>
                  <a:lnTo>
                    <a:pt x="1400" y="13"/>
                  </a:lnTo>
                  <a:lnTo>
                    <a:pt x="1512" y="53"/>
                  </a:lnTo>
                  <a:lnTo>
                    <a:pt x="1621" y="120"/>
                  </a:lnTo>
                  <a:lnTo>
                    <a:pt x="1730" y="208"/>
                  </a:lnTo>
                  <a:lnTo>
                    <a:pt x="1837" y="313"/>
                  </a:lnTo>
                  <a:lnTo>
                    <a:pt x="1944" y="429"/>
                  </a:lnTo>
                  <a:lnTo>
                    <a:pt x="2050" y="551"/>
                  </a:lnTo>
                  <a:lnTo>
                    <a:pt x="2156" y="673"/>
                  </a:lnTo>
                  <a:lnTo>
                    <a:pt x="2263" y="791"/>
                  </a:lnTo>
                  <a:lnTo>
                    <a:pt x="2370" y="899"/>
                  </a:lnTo>
                  <a:lnTo>
                    <a:pt x="2479" y="992"/>
                  </a:lnTo>
                  <a:lnTo>
                    <a:pt x="2588" y="1065"/>
                  </a:lnTo>
                  <a:lnTo>
                    <a:pt x="2700" y="1113"/>
                  </a:lnTo>
                  <a:lnTo>
                    <a:pt x="2837" y="1134"/>
                  </a:lnTo>
                  <a:lnTo>
                    <a:pt x="2977" y="1123"/>
                  </a:lnTo>
                  <a:lnTo>
                    <a:pt x="3119" y="1088"/>
                  </a:lnTo>
                  <a:lnTo>
                    <a:pt x="3262" y="1036"/>
                  </a:lnTo>
                  <a:lnTo>
                    <a:pt x="3406" y="976"/>
                  </a:lnTo>
                  <a:lnTo>
                    <a:pt x="3550" y="914"/>
                  </a:lnTo>
                  <a:lnTo>
                    <a:pt x="3692" y="859"/>
                  </a:lnTo>
                  <a:lnTo>
                    <a:pt x="3831" y="819"/>
                  </a:lnTo>
                  <a:lnTo>
                    <a:pt x="3968" y="801"/>
                  </a:lnTo>
                  <a:lnTo>
                    <a:pt x="4100" y="813"/>
                  </a:lnTo>
                  <a:lnTo>
                    <a:pt x="4228" y="860"/>
                  </a:lnTo>
                  <a:lnTo>
                    <a:pt x="4353" y="937"/>
                  </a:lnTo>
                  <a:lnTo>
                    <a:pt x="4475" y="1036"/>
                  </a:lnTo>
                  <a:lnTo>
                    <a:pt x="4594" y="1149"/>
                  </a:lnTo>
                  <a:lnTo>
                    <a:pt x="4712" y="1269"/>
                  </a:lnTo>
                  <a:lnTo>
                    <a:pt x="4830" y="1389"/>
                  </a:lnTo>
                  <a:lnTo>
                    <a:pt x="4946" y="1501"/>
                  </a:lnTo>
                  <a:lnTo>
                    <a:pt x="5063" y="1597"/>
                  </a:lnTo>
                  <a:lnTo>
                    <a:pt x="5181" y="1670"/>
                  </a:lnTo>
                  <a:lnTo>
                    <a:pt x="5300" y="1713"/>
                  </a:lnTo>
                  <a:lnTo>
                    <a:pt x="5431" y="1718"/>
                  </a:lnTo>
                  <a:lnTo>
                    <a:pt x="5559" y="1687"/>
                  </a:lnTo>
                  <a:lnTo>
                    <a:pt x="5685" y="1628"/>
                  </a:lnTo>
                  <a:lnTo>
                    <a:pt x="5811" y="1553"/>
                  </a:lnTo>
                  <a:lnTo>
                    <a:pt x="5939" y="1473"/>
                  </a:lnTo>
                  <a:lnTo>
                    <a:pt x="6070" y="1398"/>
                  </a:lnTo>
                  <a:lnTo>
                    <a:pt x="6206" y="1339"/>
                  </a:lnTo>
                  <a:lnTo>
                    <a:pt x="6349" y="1308"/>
                  </a:lnTo>
                  <a:lnTo>
                    <a:pt x="6500" y="1313"/>
                  </a:lnTo>
                  <a:lnTo>
                    <a:pt x="6610" y="1343"/>
                  </a:lnTo>
                  <a:lnTo>
                    <a:pt x="6723" y="1393"/>
                  </a:lnTo>
                  <a:lnTo>
                    <a:pt x="6840" y="1459"/>
                  </a:lnTo>
                  <a:lnTo>
                    <a:pt x="6960" y="1537"/>
                  </a:lnTo>
                  <a:lnTo>
                    <a:pt x="7082" y="1624"/>
                  </a:lnTo>
                  <a:lnTo>
                    <a:pt x="7206" y="1716"/>
                  </a:lnTo>
                  <a:lnTo>
                    <a:pt x="7332" y="1810"/>
                  </a:lnTo>
                  <a:lnTo>
                    <a:pt x="7459" y="1902"/>
                  </a:lnTo>
                  <a:lnTo>
                    <a:pt x="7587" y="1989"/>
                  </a:lnTo>
                  <a:lnTo>
                    <a:pt x="7716" y="2067"/>
                  </a:lnTo>
                  <a:lnTo>
                    <a:pt x="7844" y="2133"/>
                  </a:lnTo>
                  <a:lnTo>
                    <a:pt x="7973" y="2183"/>
                  </a:lnTo>
                  <a:lnTo>
                    <a:pt x="8100" y="2213"/>
                  </a:lnTo>
                  <a:lnTo>
                    <a:pt x="8238" y="2227"/>
                  </a:lnTo>
                  <a:lnTo>
                    <a:pt x="8379" y="2227"/>
                  </a:lnTo>
                  <a:lnTo>
                    <a:pt x="8520" y="2216"/>
                  </a:lnTo>
                  <a:lnTo>
                    <a:pt x="8663" y="2194"/>
                  </a:lnTo>
                  <a:lnTo>
                    <a:pt x="8806" y="2164"/>
                  </a:lnTo>
                  <a:lnTo>
                    <a:pt x="8950" y="2126"/>
                  </a:lnTo>
                  <a:lnTo>
                    <a:pt x="9094" y="2081"/>
                  </a:lnTo>
                  <a:lnTo>
                    <a:pt x="9237" y="2032"/>
                  </a:lnTo>
                  <a:lnTo>
                    <a:pt x="9380" y="1979"/>
                  </a:lnTo>
                  <a:lnTo>
                    <a:pt x="9521" y="1924"/>
                  </a:lnTo>
                  <a:lnTo>
                    <a:pt x="9662" y="1868"/>
                  </a:lnTo>
                  <a:lnTo>
                    <a:pt x="9800" y="1813"/>
                  </a:lnTo>
                  <a:lnTo>
                    <a:pt x="9924" y="1758"/>
                  </a:lnTo>
                  <a:lnTo>
                    <a:pt x="10045" y="1693"/>
                  </a:lnTo>
                  <a:lnTo>
                    <a:pt x="10162" y="1621"/>
                  </a:lnTo>
                  <a:lnTo>
                    <a:pt x="10277" y="1543"/>
                  </a:lnTo>
                  <a:lnTo>
                    <a:pt x="10391" y="1462"/>
                  </a:lnTo>
                  <a:lnTo>
                    <a:pt x="10505" y="1379"/>
                  </a:lnTo>
                  <a:lnTo>
                    <a:pt x="10620" y="1297"/>
                  </a:lnTo>
                  <a:lnTo>
                    <a:pt x="10738" y="1216"/>
                  </a:lnTo>
                  <a:lnTo>
                    <a:pt x="10859" y="1140"/>
                  </a:lnTo>
                  <a:lnTo>
                    <a:pt x="10985" y="1069"/>
                  </a:lnTo>
                  <a:lnTo>
                    <a:pt x="11116" y="1007"/>
                  </a:lnTo>
                  <a:lnTo>
                    <a:pt x="11254" y="954"/>
                  </a:lnTo>
                  <a:lnTo>
                    <a:pt x="11400" y="913"/>
                  </a:lnTo>
                  <a:lnTo>
                    <a:pt x="11526" y="887"/>
                  </a:lnTo>
                  <a:lnTo>
                    <a:pt x="11658" y="864"/>
                  </a:lnTo>
                  <a:lnTo>
                    <a:pt x="11796" y="844"/>
                  </a:lnTo>
                  <a:lnTo>
                    <a:pt x="11940" y="829"/>
                  </a:lnTo>
                  <a:lnTo>
                    <a:pt x="12087" y="816"/>
                  </a:lnTo>
                  <a:lnTo>
                    <a:pt x="12238" y="808"/>
                  </a:lnTo>
                  <a:lnTo>
                    <a:pt x="12390" y="802"/>
                  </a:lnTo>
                  <a:lnTo>
                    <a:pt x="12544" y="800"/>
                  </a:lnTo>
                  <a:lnTo>
                    <a:pt x="12698" y="802"/>
                  </a:lnTo>
                  <a:lnTo>
                    <a:pt x="12851" y="808"/>
                  </a:lnTo>
                  <a:lnTo>
                    <a:pt x="13002" y="816"/>
                  </a:lnTo>
                  <a:lnTo>
                    <a:pt x="13151" y="829"/>
                  </a:lnTo>
                  <a:lnTo>
                    <a:pt x="13296" y="844"/>
                  </a:lnTo>
                  <a:lnTo>
                    <a:pt x="13436" y="864"/>
                  </a:lnTo>
                  <a:lnTo>
                    <a:pt x="13571" y="887"/>
                  </a:lnTo>
                  <a:lnTo>
                    <a:pt x="13700" y="913"/>
                  </a:lnTo>
                  <a:lnTo>
                    <a:pt x="13855" y="955"/>
                  </a:lnTo>
                  <a:lnTo>
                    <a:pt x="14012" y="1011"/>
                  </a:lnTo>
                  <a:lnTo>
                    <a:pt x="14168" y="1078"/>
                  </a:lnTo>
                  <a:lnTo>
                    <a:pt x="14323" y="1153"/>
                  </a:lnTo>
                  <a:lnTo>
                    <a:pt x="14475" y="1235"/>
                  </a:lnTo>
                  <a:lnTo>
                    <a:pt x="14622" y="1320"/>
                  </a:lnTo>
                  <a:lnTo>
                    <a:pt x="14764" y="1406"/>
                  </a:lnTo>
                  <a:lnTo>
                    <a:pt x="14897" y="1491"/>
                  </a:lnTo>
                  <a:lnTo>
                    <a:pt x="15022" y="1573"/>
                  </a:lnTo>
                  <a:lnTo>
                    <a:pt x="15136" y="1648"/>
                  </a:lnTo>
                  <a:lnTo>
                    <a:pt x="15238" y="1715"/>
                  </a:lnTo>
                  <a:lnTo>
                    <a:pt x="15327" y="1771"/>
                  </a:lnTo>
                  <a:lnTo>
                    <a:pt x="15400" y="1813"/>
                  </a:lnTo>
                </a:path>
              </a:pathLst>
            </a:custGeom>
            <a:noFill/>
            <a:ln w="12344" cap="rnd">
              <a:solidFill>
                <a:srgbClr val="7699CD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9" name="01 不规则链与蓝色轮廓"/>
            <p:cNvSpPr/>
            <p:nvPr/>
          </p:nvSpPr>
          <p:spPr>
            <a:xfrm>
              <a:off x="7871500" y="5068700"/>
              <a:ext cx="81900" cy="136500"/>
            </a:xfrm>
            <a:custGeom>
              <a:avLst/>
              <a:gdLst/>
              <a:ahLst/>
              <a:cxnLst/>
              <a:rect l="l" t="t" r="r" b="b"/>
              <a:pathLst>
                <a:path w="900" h="1500">
                  <a:moveTo>
                    <a:pt x="0" y="1500"/>
                  </a:moveTo>
                  <a:lnTo>
                    <a:pt x="500" y="800"/>
                  </a:lnTo>
                  <a:lnTo>
                    <a:pt x="900" y="0"/>
                  </a:lnTo>
                </a:path>
              </a:pathLst>
            </a:custGeom>
            <a:noFill/>
            <a:ln w="9143" cap="rnd">
              <a:solidFill>
                <a:srgbClr val="244D8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0" name="02 原图虚线连接"/>
            <p:cNvSpPr/>
            <p:nvPr/>
          </p:nvSpPr>
          <p:spPr>
            <a:xfrm>
              <a:off x="7425600" y="5742100"/>
              <a:ext cx="91000" cy="227500"/>
            </a:xfrm>
            <a:custGeom>
              <a:avLst/>
              <a:gdLst/>
              <a:ahLst/>
              <a:cxnLst/>
              <a:rect l="l" t="t" r="r" b="b"/>
              <a:pathLst>
                <a:path w="1000" h="2500">
                  <a:moveTo>
                    <a:pt x="0" y="0"/>
                  </a:moveTo>
                  <a:lnTo>
                    <a:pt x="1000" y="2500"/>
                  </a:lnTo>
                </a:path>
              </a:pathLst>
            </a:custGeom>
            <a:noFill/>
            <a:ln w="6400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1" name="02 原图虚线连接"/>
            <p:cNvSpPr/>
            <p:nvPr/>
          </p:nvSpPr>
          <p:spPr>
            <a:xfrm>
              <a:off x="7553000" y="5723900"/>
              <a:ext cx="100100" cy="218400"/>
            </a:xfrm>
            <a:custGeom>
              <a:avLst/>
              <a:gdLst/>
              <a:ahLst/>
              <a:cxnLst/>
              <a:rect l="l" t="t" r="r" b="b"/>
              <a:pathLst>
                <a:path w="1100" h="2400">
                  <a:moveTo>
                    <a:pt x="0" y="0"/>
                  </a:moveTo>
                  <a:lnTo>
                    <a:pt x="1100" y="2400"/>
                  </a:lnTo>
                </a:path>
              </a:pathLst>
            </a:custGeom>
            <a:noFill/>
            <a:ln w="6400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2" name="02 原图虚线连接"/>
            <p:cNvSpPr/>
            <p:nvPr/>
          </p:nvSpPr>
          <p:spPr>
            <a:xfrm>
              <a:off x="7735000" y="5569200"/>
              <a:ext cx="72800" cy="118300"/>
            </a:xfrm>
            <a:custGeom>
              <a:avLst/>
              <a:gdLst/>
              <a:ahLst/>
              <a:cxnLst/>
              <a:rect l="l" t="t" r="r" b="b"/>
              <a:pathLst>
                <a:path w="800" h="1300">
                  <a:moveTo>
                    <a:pt x="800" y="0"/>
                  </a:moveTo>
                  <a:lnTo>
                    <a:pt x="0" y="1300"/>
                  </a:lnTo>
                </a:path>
              </a:pathLst>
            </a:custGeom>
            <a:noFill/>
            <a:ln w="6400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3" name="02 原图虚线连接"/>
            <p:cNvSpPr/>
            <p:nvPr/>
          </p:nvSpPr>
          <p:spPr>
            <a:xfrm>
              <a:off x="7980700" y="5460000"/>
              <a:ext cx="91000" cy="227500"/>
            </a:xfrm>
            <a:custGeom>
              <a:avLst/>
              <a:gdLst/>
              <a:ahLst/>
              <a:cxnLst/>
              <a:rect l="l" t="t" r="r" b="b"/>
              <a:pathLst>
                <a:path w="1000" h="2500">
                  <a:moveTo>
                    <a:pt x="0" y="0"/>
                  </a:moveTo>
                  <a:lnTo>
                    <a:pt x="1000" y="2500"/>
                  </a:lnTo>
                </a:path>
              </a:pathLst>
            </a:custGeom>
            <a:noFill/>
            <a:ln w="6400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4" name="02 原图虚线连接"/>
            <p:cNvSpPr/>
            <p:nvPr/>
          </p:nvSpPr>
          <p:spPr>
            <a:xfrm>
              <a:off x="8162700" y="5523700"/>
              <a:ext cx="100100" cy="345800"/>
            </a:xfrm>
            <a:custGeom>
              <a:avLst/>
              <a:gdLst/>
              <a:ahLst/>
              <a:cxnLst/>
              <a:rect l="l" t="t" r="r" b="b"/>
              <a:pathLst>
                <a:path w="1100" h="3800">
                  <a:moveTo>
                    <a:pt x="0" y="0"/>
                  </a:moveTo>
                  <a:lnTo>
                    <a:pt x="1100" y="3800"/>
                  </a:lnTo>
                </a:path>
              </a:pathLst>
            </a:custGeom>
            <a:noFill/>
            <a:ln w="6400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5" name="02 原图虚线连接"/>
            <p:cNvSpPr/>
            <p:nvPr/>
          </p:nvSpPr>
          <p:spPr>
            <a:xfrm>
              <a:off x="8390200" y="5541900"/>
              <a:ext cx="9100" cy="364000"/>
            </a:xfrm>
            <a:custGeom>
              <a:avLst/>
              <a:gdLst/>
              <a:ahLst/>
              <a:cxnLst/>
              <a:rect l="l" t="t" r="r" b="b"/>
              <a:pathLst>
                <a:path w="100" h="4000">
                  <a:moveTo>
                    <a:pt x="0" y="0"/>
                  </a:moveTo>
                  <a:lnTo>
                    <a:pt x="100" y="4000"/>
                  </a:lnTo>
                </a:path>
              </a:pathLst>
            </a:custGeom>
            <a:noFill/>
            <a:ln w="6400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6" name="02 原图虚线连接"/>
            <p:cNvSpPr/>
            <p:nvPr/>
          </p:nvSpPr>
          <p:spPr>
            <a:xfrm>
              <a:off x="8608600" y="5469100"/>
              <a:ext cx="36400" cy="245700"/>
            </a:xfrm>
            <a:custGeom>
              <a:avLst/>
              <a:gdLst/>
              <a:ahLst/>
              <a:cxnLst/>
              <a:rect l="l" t="t" r="r" b="b"/>
              <a:pathLst>
                <a:path w="400" h="2700">
                  <a:moveTo>
                    <a:pt x="0" y="0"/>
                  </a:moveTo>
                  <a:lnTo>
                    <a:pt x="400" y="2700"/>
                  </a:lnTo>
                </a:path>
              </a:pathLst>
            </a:custGeom>
            <a:noFill/>
            <a:ln w="6400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7" name="02 原图虚线连接"/>
            <p:cNvSpPr/>
            <p:nvPr/>
          </p:nvSpPr>
          <p:spPr>
            <a:xfrm>
              <a:off x="8881600" y="5532800"/>
              <a:ext cx="18200" cy="236600"/>
            </a:xfrm>
            <a:custGeom>
              <a:avLst/>
              <a:gdLst/>
              <a:ahLst/>
              <a:cxnLst/>
              <a:rect l="l" t="t" r="r" b="b"/>
              <a:pathLst>
                <a:path w="200" h="2600">
                  <a:moveTo>
                    <a:pt x="0" y="0"/>
                  </a:moveTo>
                  <a:lnTo>
                    <a:pt x="200" y="2600"/>
                  </a:lnTo>
                </a:path>
              </a:pathLst>
            </a:custGeom>
            <a:noFill/>
            <a:ln w="6400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8" name="02 原图虚线连接"/>
            <p:cNvSpPr/>
            <p:nvPr/>
          </p:nvSpPr>
          <p:spPr>
            <a:xfrm>
              <a:off x="8117200" y="6097000"/>
              <a:ext cx="209300" cy="91000"/>
            </a:xfrm>
            <a:custGeom>
              <a:avLst/>
              <a:gdLst/>
              <a:ahLst/>
              <a:cxnLst/>
              <a:rect l="l" t="t" r="r" b="b"/>
              <a:pathLst>
                <a:path w="2300" h="1000">
                  <a:moveTo>
                    <a:pt x="0" y="0"/>
                  </a:moveTo>
                  <a:lnTo>
                    <a:pt x="2300" y="1000"/>
                  </a:lnTo>
                </a:path>
              </a:pathLst>
            </a:custGeom>
            <a:noFill/>
            <a:ln w="6400" cap="rnd">
              <a:solidFill>
                <a:srgbClr val="E92D32"/>
              </a:solidFill>
              <a:prstDash val="dash"/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9" name="03 原图离子"/>
            <p:cNvSpPr/>
            <p:nvPr/>
          </p:nvSpPr>
          <p:spPr>
            <a:xfrm>
              <a:off x="7633411" y="5585155"/>
              <a:ext cx="149961" cy="149961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3200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0" name="03 原图离子"/>
            <p:cNvSpPr/>
            <p:nvPr/>
          </p:nvSpPr>
          <p:spPr>
            <a:xfrm>
              <a:off x="7666402" y="5611398"/>
              <a:ext cx="47987" cy="24743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1" name="−"/>
            <p:cNvSpPr txBox="1"/>
            <p:nvPr/>
          </p:nvSpPr>
          <p:spPr>
            <a:xfrm>
              <a:off x="7670601" y="5604650"/>
              <a:ext cx="142763" cy="142763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661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702" name="03 原图离子"/>
            <p:cNvSpPr/>
            <p:nvPr/>
          </p:nvSpPr>
          <p:spPr>
            <a:xfrm>
              <a:off x="8337498" y="5182819"/>
              <a:ext cx="149961" cy="149961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3200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3" name="03 原图离子"/>
            <p:cNvSpPr/>
            <p:nvPr/>
          </p:nvSpPr>
          <p:spPr>
            <a:xfrm>
              <a:off x="8370490" y="5209062"/>
              <a:ext cx="47987" cy="24743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4" name="−"/>
            <p:cNvSpPr txBox="1"/>
            <p:nvPr/>
          </p:nvSpPr>
          <p:spPr>
            <a:xfrm>
              <a:off x="8374689" y="5202314"/>
              <a:ext cx="142763" cy="142763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661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705" name="03 原图离子"/>
            <p:cNvSpPr/>
            <p:nvPr/>
          </p:nvSpPr>
          <p:spPr>
            <a:xfrm>
              <a:off x="8227770" y="5941771"/>
              <a:ext cx="149961" cy="149961"/>
            </a:xfrm>
            <a:prstGeom prst="ellipse">
              <a:avLst/>
            </a:prstGeom>
            <a:gradFill>
              <a:gsLst>
                <a:gs pos="0">
                  <a:srgbClr val="A0D65B"/>
                </a:gs>
                <a:gs pos="50000">
                  <a:srgbClr val="6AAE39"/>
                </a:gs>
                <a:gs pos="100000">
                  <a:srgbClr val="347B1D"/>
                </a:gs>
              </a:gsLst>
              <a:lin ang="5400000" scaled="1"/>
            </a:gradFill>
            <a:ln w="3200" cap="rnd">
              <a:solidFill>
                <a:srgbClr val="437B28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6" name="03 原图离子"/>
            <p:cNvSpPr/>
            <p:nvPr/>
          </p:nvSpPr>
          <p:spPr>
            <a:xfrm>
              <a:off x="8260762" y="5968014"/>
              <a:ext cx="47987" cy="24743"/>
            </a:xfrm>
            <a:prstGeom prst="ellipse">
              <a:avLst/>
            </a:prstGeom>
            <a:solidFill>
              <a:srgbClr val="E7F4CF">
                <a:alpha val="2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7" name="−"/>
            <p:cNvSpPr txBox="1"/>
            <p:nvPr/>
          </p:nvSpPr>
          <p:spPr>
            <a:xfrm>
              <a:off x="8264961" y="5961266"/>
              <a:ext cx="142763" cy="142763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>
                <a:spcAft>
                  <a:spcPts val="0"/>
                </a:spcAft>
                <a:defRPr sz="661" b="1">
                  <a:solidFill>
                    <a:srgbClr val="FFFFFF"/>
                  </a:solidFill>
                  <a:latin typeface="Times New Roman"/>
                </a:defRPr>
              </a:pPr>
              <a:r>
                <a:t>−</a:t>
              </a:r>
            </a:p>
          </p:txBody>
        </p:sp>
        <p:sp>
          <p:nvSpPr>
            <p:cNvPr id="708" name="03 原图离子"/>
            <p:cNvSpPr/>
            <p:nvPr/>
          </p:nvSpPr>
          <p:spPr>
            <a:xfrm>
              <a:off x="7991984" y="5343884"/>
              <a:ext cx="195832" cy="195832"/>
            </a:xfrm>
            <a:custGeom>
              <a:avLst/>
              <a:gdLst/>
              <a:ahLst/>
              <a:cxnLst/>
              <a:rect l="l" t="t" r="r" b="b"/>
              <a:pathLst>
                <a:path w="2152" h="2152">
                  <a:moveTo>
                    <a:pt x="0" y="726"/>
                  </a:moveTo>
                  <a:lnTo>
                    <a:pt x="1426" y="0"/>
                  </a:lnTo>
                  <a:lnTo>
                    <a:pt x="2152" y="1426"/>
                  </a:lnTo>
                  <a:lnTo>
                    <a:pt x="726" y="2152"/>
                  </a:lnTo>
                  <a:lnTo>
                    <a:pt x="0" y="726"/>
                  </a:lnTo>
                  <a:close/>
                </a:path>
              </a:pathLst>
            </a:custGeom>
            <a:gradFill>
              <a:gsLst>
                <a:gs pos="0">
                  <a:srgbClr val="EFA14D"/>
                </a:gs>
                <a:gs pos="50000">
                  <a:srgbClr val="DE751F"/>
                </a:gs>
                <a:gs pos="100000">
                  <a:srgbClr val="B44808"/>
                </a:gs>
              </a:gsLst>
              <a:lin ang="5400000" scaled="1"/>
            </a:gradFill>
            <a:ln w="4114" cap="rnd">
              <a:solidFill>
                <a:srgbClr val="A54D1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9" name="03 原图离子"/>
            <p:cNvSpPr/>
            <p:nvPr/>
          </p:nvSpPr>
          <p:spPr>
            <a:xfrm>
              <a:off x="8029840" y="5380466"/>
              <a:ext cx="77805" cy="39676"/>
            </a:xfrm>
            <a:custGeom>
              <a:avLst/>
              <a:gdLst/>
              <a:ahLst/>
              <a:cxnLst/>
              <a:rect l="l" t="t" r="r" b="b"/>
              <a:pathLst>
                <a:path w="855" h="436">
                  <a:moveTo>
                    <a:pt x="0" y="436"/>
                  </a:moveTo>
                  <a:lnTo>
                    <a:pt x="855" y="0"/>
                  </a:lnTo>
                </a:path>
              </a:pathLst>
            </a:custGeom>
            <a:noFill/>
            <a:ln w="6400" cap="rnd">
              <a:solidFill>
                <a:srgbClr val="FFD39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0" name="03 原图离子"/>
            <p:cNvSpPr/>
            <p:nvPr/>
          </p:nvSpPr>
          <p:spPr>
            <a:xfrm>
              <a:off x="8061326" y="5427240"/>
              <a:ext cx="57148" cy="29120"/>
            </a:xfrm>
            <a:custGeom>
              <a:avLst/>
              <a:gdLst/>
              <a:ahLst/>
              <a:cxnLst/>
              <a:rect l="l" t="t" r="r" b="b"/>
              <a:pathLst>
                <a:path w="628" h="320">
                  <a:moveTo>
                    <a:pt x="0" y="320"/>
                  </a:moveTo>
                  <a:lnTo>
                    <a:pt x="628" y="0"/>
                  </a:lnTo>
                </a:path>
              </a:pathLst>
            </a:custGeom>
            <a:noFill/>
            <a:ln w="10058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1" name="03 原图离子"/>
            <p:cNvSpPr/>
            <p:nvPr/>
          </p:nvSpPr>
          <p:spPr>
            <a:xfrm>
              <a:off x="8075340" y="5413226"/>
              <a:ext cx="29120" cy="57148"/>
            </a:xfrm>
            <a:custGeom>
              <a:avLst/>
              <a:gdLst/>
              <a:ahLst/>
              <a:cxnLst/>
              <a:rect l="l" t="t" r="r" b="b"/>
              <a:pathLst>
                <a:path w="320" h="628">
                  <a:moveTo>
                    <a:pt x="0" y="0"/>
                  </a:moveTo>
                  <a:lnTo>
                    <a:pt x="320" y="628"/>
                  </a:lnTo>
                </a:path>
              </a:pathLst>
            </a:custGeom>
            <a:noFill/>
            <a:ln w="10058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2" name="03 原图离子"/>
            <p:cNvSpPr/>
            <p:nvPr/>
          </p:nvSpPr>
          <p:spPr>
            <a:xfrm>
              <a:off x="8670025" y="5821725"/>
              <a:ext cx="186550" cy="186550"/>
            </a:xfrm>
            <a:custGeom>
              <a:avLst/>
              <a:gdLst/>
              <a:ahLst/>
              <a:cxnLst/>
              <a:rect l="l" t="t" r="r" b="b"/>
              <a:pathLst>
                <a:path w="2050" h="2050">
                  <a:moveTo>
                    <a:pt x="0" y="547"/>
                  </a:moveTo>
                  <a:lnTo>
                    <a:pt x="1503" y="0"/>
                  </a:lnTo>
                  <a:lnTo>
                    <a:pt x="2050" y="1503"/>
                  </a:lnTo>
                  <a:lnTo>
                    <a:pt x="547" y="2050"/>
                  </a:lnTo>
                  <a:lnTo>
                    <a:pt x="0" y="547"/>
                  </a:lnTo>
                  <a:close/>
                </a:path>
              </a:pathLst>
            </a:custGeom>
            <a:gradFill>
              <a:gsLst>
                <a:gs pos="0">
                  <a:srgbClr val="EFA14D"/>
                </a:gs>
                <a:gs pos="50000">
                  <a:srgbClr val="DE751F"/>
                </a:gs>
                <a:gs pos="100000">
                  <a:srgbClr val="B44808"/>
                </a:gs>
              </a:gsLst>
              <a:lin ang="5400000" scaled="1"/>
            </a:gradFill>
            <a:ln w="4114" cap="rnd">
              <a:solidFill>
                <a:srgbClr val="A54D1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3" name="03 原图离子"/>
            <p:cNvSpPr/>
            <p:nvPr/>
          </p:nvSpPr>
          <p:spPr>
            <a:xfrm>
              <a:off x="8706334" y="5856305"/>
              <a:ext cx="82082" cy="29848"/>
            </a:xfrm>
            <a:custGeom>
              <a:avLst/>
              <a:gdLst/>
              <a:ahLst/>
              <a:cxnLst/>
              <a:rect l="l" t="t" r="r" b="b"/>
              <a:pathLst>
                <a:path w="902" h="328">
                  <a:moveTo>
                    <a:pt x="0" y="328"/>
                  </a:moveTo>
                  <a:lnTo>
                    <a:pt x="902" y="0"/>
                  </a:lnTo>
                </a:path>
              </a:pathLst>
            </a:custGeom>
            <a:noFill/>
            <a:ln w="6400" cap="rnd">
              <a:solidFill>
                <a:srgbClr val="FFD39B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4" name="03 原图离子"/>
            <p:cNvSpPr/>
            <p:nvPr/>
          </p:nvSpPr>
          <p:spPr>
            <a:xfrm>
              <a:off x="8733179" y="5904080"/>
              <a:ext cx="60242" cy="21840"/>
            </a:xfrm>
            <a:custGeom>
              <a:avLst/>
              <a:gdLst/>
              <a:ahLst/>
              <a:cxnLst/>
              <a:rect l="l" t="t" r="r" b="b"/>
              <a:pathLst>
                <a:path w="662" h="240">
                  <a:moveTo>
                    <a:pt x="0" y="240"/>
                  </a:moveTo>
                  <a:lnTo>
                    <a:pt x="662" y="0"/>
                  </a:lnTo>
                </a:path>
              </a:pathLst>
            </a:custGeom>
            <a:noFill/>
            <a:ln w="10058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5" name="03 原图离子"/>
            <p:cNvSpPr/>
            <p:nvPr/>
          </p:nvSpPr>
          <p:spPr>
            <a:xfrm>
              <a:off x="8752380" y="5884879"/>
              <a:ext cx="21840" cy="60242"/>
            </a:xfrm>
            <a:custGeom>
              <a:avLst/>
              <a:gdLst/>
              <a:ahLst/>
              <a:cxnLst/>
              <a:rect l="l" t="t" r="r" b="b"/>
              <a:pathLst>
                <a:path w="240" h="662">
                  <a:moveTo>
                    <a:pt x="0" y="0"/>
                  </a:moveTo>
                  <a:lnTo>
                    <a:pt x="240" y="662"/>
                  </a:lnTo>
                </a:path>
              </a:pathLst>
            </a:custGeom>
            <a:noFill/>
            <a:ln w="10058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1" name="Oval 170"/>
          <p:cNvSpPr/>
          <p:nvPr/>
        </p:nvSpPr>
        <p:spPr>
          <a:xfrm>
            <a:off x="7260336" y="5065776"/>
            <a:ext cx="1956816" cy="1325880"/>
          </a:xfrm>
          <a:prstGeom prst="ellipse">
            <a:avLst/>
          </a:prstGeom>
          <a:noFill/>
          <a:ln w="7620" cap="rnd">
            <a:solidFill>
              <a:srgbClr val="253E66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4407408" y="6080760"/>
            <a:ext cx="182880" cy="576072"/>
          </a:xfrm>
          <a:prstGeom prst="line">
            <a:avLst/>
          </a:prstGeom>
          <a:ln w="762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5248656" y="6291072"/>
            <a:ext cx="484632" cy="365760"/>
          </a:xfrm>
          <a:prstGeom prst="line">
            <a:avLst/>
          </a:prstGeom>
          <a:ln w="762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6" name="Starch granule — editable vector group"/>
          <p:cNvGrpSpPr/>
          <p:nvPr/>
        </p:nvGrpSpPr>
        <p:grpSpPr>
          <a:xfrm>
            <a:off x="4480560" y="6473952"/>
            <a:ext cx="877824" cy="804672"/>
            <a:chOff x="4480560" y="6473952"/>
            <a:chExt cx="877824" cy="804672"/>
          </a:xfrm>
        </p:grpSpPr>
        <p:sp>
          <p:nvSpPr>
            <p:cNvPr id="174" name="Editable starch granule"/>
            <p:cNvSpPr/>
            <p:nvPr/>
          </p:nvSpPr>
          <p:spPr>
            <a:xfrm>
              <a:off x="4480560" y="6473952"/>
              <a:ext cx="877824" cy="804672"/>
            </a:xfrm>
            <a:prstGeom prst="ellipse">
              <a:avLst/>
            </a:prstGeom>
            <a:ln w="10972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Freeform 174"/>
            <p:cNvSpPr/>
            <p:nvPr/>
          </p:nvSpPr>
          <p:spPr>
            <a:xfrm>
              <a:off x="4965192" y="6565392"/>
              <a:ext cx="246888" cy="274320"/>
            </a:xfrm>
            <a:custGeom>
              <a:avLst/>
              <a:gdLst/>
              <a:ahLst/>
              <a:cxnLst/>
              <a:rect l="l" t="t" r="r" b="b"/>
              <a:pathLst>
                <a:path w="27" h="30">
                  <a:moveTo>
                    <a:pt x="0" y="30"/>
                  </a:moveTo>
                  <a:lnTo>
                    <a:pt x="0" y="29"/>
                  </a:lnTo>
                  <a:lnTo>
                    <a:pt x="1" y="28"/>
                  </a:lnTo>
                  <a:lnTo>
                    <a:pt x="2" y="27"/>
                  </a:lnTo>
                  <a:lnTo>
                    <a:pt x="3" y="26"/>
                  </a:lnTo>
                  <a:lnTo>
                    <a:pt x="4" y="25"/>
                  </a:lnTo>
                  <a:lnTo>
                    <a:pt x="5" y="24"/>
                  </a:lnTo>
                  <a:lnTo>
                    <a:pt x="7" y="23"/>
                  </a:lnTo>
                  <a:lnTo>
                    <a:pt x="8" y="22"/>
                  </a:lnTo>
                  <a:lnTo>
                    <a:pt x="8" y="21"/>
                  </a:lnTo>
                  <a:lnTo>
                    <a:pt x="9" y="20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12" y="20"/>
                  </a:lnTo>
                  <a:lnTo>
                    <a:pt x="13" y="19"/>
                  </a:lnTo>
                  <a:lnTo>
                    <a:pt x="13" y="19"/>
                  </a:lnTo>
                  <a:lnTo>
                    <a:pt x="14" y="19"/>
                  </a:lnTo>
                  <a:lnTo>
                    <a:pt x="14" y="18"/>
                  </a:lnTo>
                  <a:lnTo>
                    <a:pt x="15" y="17"/>
                  </a:lnTo>
                  <a:lnTo>
                    <a:pt x="15" y="16"/>
                  </a:lnTo>
                  <a:lnTo>
                    <a:pt x="15" y="15"/>
                  </a:lnTo>
                  <a:lnTo>
                    <a:pt x="16" y="13"/>
                  </a:lnTo>
                  <a:lnTo>
                    <a:pt x="16" y="12"/>
                  </a:lnTo>
                  <a:lnTo>
                    <a:pt x="16" y="11"/>
                  </a:lnTo>
                  <a:lnTo>
                    <a:pt x="17" y="9"/>
                  </a:lnTo>
                  <a:lnTo>
                    <a:pt x="17" y="8"/>
                  </a:lnTo>
                  <a:lnTo>
                    <a:pt x="18" y="7"/>
                  </a:lnTo>
                  <a:lnTo>
                    <a:pt x="19" y="6"/>
                  </a:lnTo>
                  <a:lnTo>
                    <a:pt x="20" y="5"/>
                  </a:lnTo>
                  <a:lnTo>
                    <a:pt x="21" y="4"/>
                  </a:lnTo>
                  <a:lnTo>
                    <a:pt x="22" y="3"/>
                  </a:lnTo>
                  <a:lnTo>
                    <a:pt x="23" y="2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6" y="0"/>
                  </a:lnTo>
                  <a:lnTo>
                    <a:pt x="27" y="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4846320" y="6519672"/>
              <a:ext cx="109728" cy="301752"/>
            </a:xfrm>
            <a:custGeom>
              <a:avLst/>
              <a:gdLst/>
              <a:ahLst/>
              <a:cxnLst/>
              <a:rect l="l" t="t" r="r" b="b"/>
              <a:pathLst>
                <a:path w="12" h="33">
                  <a:moveTo>
                    <a:pt x="12" y="33"/>
                  </a:moveTo>
                  <a:lnTo>
                    <a:pt x="11" y="32"/>
                  </a:lnTo>
                  <a:lnTo>
                    <a:pt x="11" y="32"/>
                  </a:lnTo>
                  <a:lnTo>
                    <a:pt x="10" y="31"/>
                  </a:lnTo>
                  <a:lnTo>
                    <a:pt x="9" y="30"/>
                  </a:lnTo>
                  <a:lnTo>
                    <a:pt x="8" y="29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6" y="25"/>
                  </a:lnTo>
                  <a:lnTo>
                    <a:pt x="5" y="24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3" y="20"/>
                  </a:lnTo>
                  <a:lnTo>
                    <a:pt x="3" y="19"/>
                  </a:lnTo>
                  <a:lnTo>
                    <a:pt x="2" y="18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7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4535424" y="6693408"/>
              <a:ext cx="420624" cy="164592"/>
            </a:xfrm>
            <a:custGeom>
              <a:avLst/>
              <a:gdLst/>
              <a:ahLst/>
              <a:cxnLst/>
              <a:rect l="l" t="t" r="r" b="b"/>
              <a:pathLst>
                <a:path w="46" h="18">
                  <a:moveTo>
                    <a:pt x="46" y="18"/>
                  </a:moveTo>
                  <a:lnTo>
                    <a:pt x="45" y="18"/>
                  </a:lnTo>
                  <a:lnTo>
                    <a:pt x="43" y="17"/>
                  </a:lnTo>
                  <a:lnTo>
                    <a:pt x="41" y="16"/>
                  </a:lnTo>
                  <a:lnTo>
                    <a:pt x="39" y="16"/>
                  </a:lnTo>
                  <a:lnTo>
                    <a:pt x="37" y="15"/>
                  </a:lnTo>
                  <a:lnTo>
                    <a:pt x="35" y="14"/>
                  </a:lnTo>
                  <a:lnTo>
                    <a:pt x="33" y="13"/>
                  </a:lnTo>
                  <a:lnTo>
                    <a:pt x="31" y="13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5" y="12"/>
                  </a:lnTo>
                  <a:lnTo>
                    <a:pt x="24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20" y="12"/>
                  </a:lnTo>
                  <a:lnTo>
                    <a:pt x="18" y="12"/>
                  </a:lnTo>
                  <a:lnTo>
                    <a:pt x="17" y="12"/>
                  </a:lnTo>
                  <a:lnTo>
                    <a:pt x="16" y="12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12" y="9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7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4507992" y="6885432"/>
              <a:ext cx="429768" cy="164592"/>
            </a:xfrm>
            <a:custGeom>
              <a:avLst/>
              <a:gdLst/>
              <a:ahLst/>
              <a:cxnLst/>
              <a:rect l="l" t="t" r="r" b="b"/>
              <a:pathLst>
                <a:path w="47" h="18">
                  <a:moveTo>
                    <a:pt x="47" y="0"/>
                  </a:moveTo>
                  <a:lnTo>
                    <a:pt x="46" y="1"/>
                  </a:lnTo>
                  <a:lnTo>
                    <a:pt x="45" y="1"/>
                  </a:lnTo>
                  <a:lnTo>
                    <a:pt x="44" y="2"/>
                  </a:lnTo>
                  <a:lnTo>
                    <a:pt x="42" y="3"/>
                  </a:lnTo>
                  <a:lnTo>
                    <a:pt x="41" y="5"/>
                  </a:lnTo>
                  <a:lnTo>
                    <a:pt x="39" y="6"/>
                  </a:lnTo>
                  <a:lnTo>
                    <a:pt x="37" y="7"/>
                  </a:lnTo>
                  <a:lnTo>
                    <a:pt x="36" y="8"/>
                  </a:lnTo>
                  <a:lnTo>
                    <a:pt x="34" y="9"/>
                  </a:lnTo>
                  <a:lnTo>
                    <a:pt x="33" y="9"/>
                  </a:lnTo>
                  <a:lnTo>
                    <a:pt x="32" y="10"/>
                  </a:lnTo>
                  <a:lnTo>
                    <a:pt x="31" y="10"/>
                  </a:lnTo>
                  <a:lnTo>
                    <a:pt x="30" y="11"/>
                  </a:lnTo>
                  <a:lnTo>
                    <a:pt x="29" y="11"/>
                  </a:lnTo>
                  <a:lnTo>
                    <a:pt x="28" y="12"/>
                  </a:lnTo>
                  <a:lnTo>
                    <a:pt x="27" y="12"/>
                  </a:lnTo>
                  <a:lnTo>
                    <a:pt x="25" y="12"/>
                  </a:lnTo>
                  <a:lnTo>
                    <a:pt x="24" y="12"/>
                  </a:lnTo>
                  <a:lnTo>
                    <a:pt x="22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7" y="12"/>
                  </a:lnTo>
                  <a:lnTo>
                    <a:pt x="15" y="11"/>
                  </a:lnTo>
                  <a:lnTo>
                    <a:pt x="13" y="11"/>
                  </a:lnTo>
                  <a:lnTo>
                    <a:pt x="12" y="11"/>
                  </a:lnTo>
                  <a:lnTo>
                    <a:pt x="10" y="11"/>
                  </a:lnTo>
                  <a:lnTo>
                    <a:pt x="9" y="11"/>
                  </a:lnTo>
                  <a:lnTo>
                    <a:pt x="7" y="12"/>
                  </a:lnTo>
                  <a:lnTo>
                    <a:pt x="6" y="12"/>
                  </a:lnTo>
                  <a:lnTo>
                    <a:pt x="5" y="13"/>
                  </a:lnTo>
                  <a:lnTo>
                    <a:pt x="4" y="14"/>
                  </a:lnTo>
                  <a:lnTo>
                    <a:pt x="3" y="15"/>
                  </a:lnTo>
                  <a:lnTo>
                    <a:pt x="2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8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4956048" y="6912864"/>
              <a:ext cx="109728" cy="329184"/>
            </a:xfrm>
            <a:custGeom>
              <a:avLst/>
              <a:gdLst/>
              <a:ahLst/>
              <a:cxnLst/>
              <a:rect l="l" t="t" r="r" b="b"/>
              <a:pathLst>
                <a:path w="12" h="36">
                  <a:moveTo>
                    <a:pt x="0" y="0"/>
                  </a:moveTo>
                  <a:lnTo>
                    <a:pt x="0" y="1"/>
                  </a:lnTo>
                  <a:lnTo>
                    <a:pt x="1" y="3"/>
                  </a:lnTo>
                  <a:lnTo>
                    <a:pt x="2" y="4"/>
                  </a:lnTo>
                  <a:lnTo>
                    <a:pt x="3" y="6"/>
                  </a:lnTo>
                  <a:lnTo>
                    <a:pt x="4" y="8"/>
                  </a:lnTo>
                  <a:lnTo>
                    <a:pt x="5" y="10"/>
                  </a:lnTo>
                  <a:lnTo>
                    <a:pt x="6" y="11"/>
                  </a:lnTo>
                  <a:lnTo>
                    <a:pt x="7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8" y="17"/>
                  </a:lnTo>
                  <a:lnTo>
                    <a:pt x="7" y="18"/>
                  </a:lnTo>
                  <a:lnTo>
                    <a:pt x="7" y="19"/>
                  </a:lnTo>
                  <a:lnTo>
                    <a:pt x="6" y="21"/>
                  </a:lnTo>
                  <a:lnTo>
                    <a:pt x="6" y="22"/>
                  </a:lnTo>
                  <a:lnTo>
                    <a:pt x="6" y="23"/>
                  </a:lnTo>
                  <a:lnTo>
                    <a:pt x="5" y="24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7" y="28"/>
                  </a:lnTo>
                  <a:lnTo>
                    <a:pt x="7" y="29"/>
                  </a:lnTo>
                  <a:lnTo>
                    <a:pt x="8" y="30"/>
                  </a:lnTo>
                  <a:lnTo>
                    <a:pt x="9" y="32"/>
                  </a:lnTo>
                  <a:lnTo>
                    <a:pt x="10" y="33"/>
                  </a:lnTo>
                  <a:lnTo>
                    <a:pt x="11" y="34"/>
                  </a:lnTo>
                  <a:lnTo>
                    <a:pt x="12" y="35"/>
                  </a:lnTo>
                  <a:lnTo>
                    <a:pt x="12" y="36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4983480" y="6885432"/>
              <a:ext cx="329184" cy="118872"/>
            </a:xfrm>
            <a:custGeom>
              <a:avLst/>
              <a:gdLst/>
              <a:ahLst/>
              <a:cxnLst/>
              <a:rect l="l" t="t" r="r" b="b"/>
              <a:pathLst>
                <a:path w="36" h="13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1"/>
                  </a:lnTo>
                  <a:lnTo>
                    <a:pt x="6" y="2"/>
                  </a:lnTo>
                  <a:lnTo>
                    <a:pt x="8" y="2"/>
                  </a:lnTo>
                  <a:lnTo>
                    <a:pt x="9" y="3"/>
                  </a:lnTo>
                  <a:lnTo>
                    <a:pt x="11" y="4"/>
                  </a:lnTo>
                  <a:lnTo>
                    <a:pt x="12" y="4"/>
                  </a:lnTo>
                  <a:lnTo>
                    <a:pt x="13" y="5"/>
                  </a:lnTo>
                  <a:lnTo>
                    <a:pt x="15" y="6"/>
                  </a:lnTo>
                  <a:lnTo>
                    <a:pt x="16" y="7"/>
                  </a:lnTo>
                  <a:lnTo>
                    <a:pt x="17" y="8"/>
                  </a:lnTo>
                  <a:lnTo>
                    <a:pt x="18" y="9"/>
                  </a:lnTo>
                  <a:lnTo>
                    <a:pt x="19" y="10"/>
                  </a:lnTo>
                  <a:lnTo>
                    <a:pt x="20" y="11"/>
                  </a:lnTo>
                  <a:lnTo>
                    <a:pt x="21" y="12"/>
                  </a:lnTo>
                  <a:lnTo>
                    <a:pt x="23" y="12"/>
                  </a:lnTo>
                  <a:lnTo>
                    <a:pt x="24" y="12"/>
                  </a:lnTo>
                  <a:lnTo>
                    <a:pt x="26" y="13"/>
                  </a:lnTo>
                  <a:lnTo>
                    <a:pt x="28" y="13"/>
                  </a:lnTo>
                  <a:lnTo>
                    <a:pt x="29" y="12"/>
                  </a:lnTo>
                  <a:lnTo>
                    <a:pt x="31" y="12"/>
                  </a:lnTo>
                  <a:lnTo>
                    <a:pt x="33" y="12"/>
                  </a:lnTo>
                  <a:lnTo>
                    <a:pt x="34" y="12"/>
                  </a:lnTo>
                  <a:lnTo>
                    <a:pt x="35" y="11"/>
                  </a:lnTo>
                  <a:lnTo>
                    <a:pt x="36" y="11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5166360" y="6986016"/>
              <a:ext cx="73152" cy="182880"/>
            </a:xfrm>
            <a:custGeom>
              <a:avLst/>
              <a:gdLst/>
              <a:ahLst/>
              <a:cxnLst/>
              <a:rect l="l" t="t" r="r" b="b"/>
              <a:pathLst>
                <a:path w="8" h="20">
                  <a:moveTo>
                    <a:pt x="1" y="0"/>
                  </a:moveTo>
                  <a:lnTo>
                    <a:pt x="1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10"/>
                  </a:lnTo>
                  <a:lnTo>
                    <a:pt x="1" y="11"/>
                  </a:lnTo>
                  <a:lnTo>
                    <a:pt x="1" y="13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3" y="16"/>
                  </a:lnTo>
                  <a:lnTo>
                    <a:pt x="4" y="17"/>
                  </a:lnTo>
                  <a:lnTo>
                    <a:pt x="5" y="17"/>
                  </a:lnTo>
                  <a:lnTo>
                    <a:pt x="6" y="18"/>
                  </a:lnTo>
                  <a:lnTo>
                    <a:pt x="6" y="19"/>
                  </a:lnTo>
                  <a:lnTo>
                    <a:pt x="7" y="19"/>
                  </a:lnTo>
                  <a:lnTo>
                    <a:pt x="8" y="2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4700016" y="6601968"/>
              <a:ext cx="91440" cy="201168"/>
            </a:xfrm>
            <a:custGeom>
              <a:avLst/>
              <a:gdLst/>
              <a:ahLst/>
              <a:cxnLst/>
              <a:rect l="l" t="t" r="r" b="b"/>
              <a:pathLst>
                <a:path w="10" h="22">
                  <a:moveTo>
                    <a:pt x="10" y="22"/>
                  </a:moveTo>
                  <a:lnTo>
                    <a:pt x="10" y="21"/>
                  </a:lnTo>
                  <a:lnTo>
                    <a:pt x="10" y="20"/>
                  </a:lnTo>
                  <a:lnTo>
                    <a:pt x="10" y="19"/>
                  </a:lnTo>
                  <a:lnTo>
                    <a:pt x="10" y="18"/>
                  </a:lnTo>
                  <a:lnTo>
                    <a:pt x="10" y="16"/>
                  </a:lnTo>
                  <a:lnTo>
                    <a:pt x="10" y="15"/>
                  </a:lnTo>
                  <a:lnTo>
                    <a:pt x="9" y="13"/>
                  </a:lnTo>
                  <a:lnTo>
                    <a:pt x="9" y="12"/>
                  </a:lnTo>
                  <a:lnTo>
                    <a:pt x="9" y="11"/>
                  </a:lnTo>
                  <a:lnTo>
                    <a:pt x="8" y="9"/>
                  </a:lnTo>
                  <a:lnTo>
                    <a:pt x="7" y="8"/>
                  </a:lnTo>
                  <a:lnTo>
                    <a:pt x="6" y="7"/>
                  </a:lnTo>
                  <a:lnTo>
                    <a:pt x="5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4690872" y="6995160"/>
              <a:ext cx="64008" cy="210312"/>
            </a:xfrm>
            <a:custGeom>
              <a:avLst/>
              <a:gdLst/>
              <a:ahLst/>
              <a:cxnLst/>
              <a:rect l="l" t="t" r="r" b="b"/>
              <a:pathLst>
                <a:path w="7" h="23">
                  <a:moveTo>
                    <a:pt x="4" y="0"/>
                  </a:moveTo>
                  <a:lnTo>
                    <a:pt x="4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4"/>
                  </a:lnTo>
                  <a:lnTo>
                    <a:pt x="6" y="6"/>
                  </a:lnTo>
                  <a:lnTo>
                    <a:pt x="6" y="7"/>
                  </a:lnTo>
                  <a:lnTo>
                    <a:pt x="7" y="9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5" y="16"/>
                  </a:lnTo>
                  <a:lnTo>
                    <a:pt x="4" y="17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3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5093208" y="6693408"/>
              <a:ext cx="201168" cy="54864"/>
            </a:xfrm>
            <a:custGeom>
              <a:avLst/>
              <a:gdLst/>
              <a:ahLst/>
              <a:cxnLst/>
              <a:rect l="l" t="t" r="r" b="b"/>
              <a:pathLst>
                <a:path w="22" h="6">
                  <a:moveTo>
                    <a:pt x="0" y="4"/>
                  </a:moveTo>
                  <a:lnTo>
                    <a:pt x="1" y="4"/>
                  </a:lnTo>
                  <a:lnTo>
                    <a:pt x="2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5" y="6"/>
                  </a:lnTo>
                  <a:lnTo>
                    <a:pt x="7" y="6"/>
                  </a:lnTo>
                  <a:lnTo>
                    <a:pt x="8" y="6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5"/>
                  </a:lnTo>
                  <a:lnTo>
                    <a:pt x="15" y="4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19" y="2"/>
                  </a:lnTo>
                  <a:lnTo>
                    <a:pt x="20" y="1"/>
                  </a:lnTo>
                  <a:lnTo>
                    <a:pt x="22" y="0"/>
                  </a:lnTo>
                  <a:lnTo>
                    <a:pt x="22" y="0"/>
                  </a:lnTo>
                </a:path>
              </a:pathLst>
            </a:custGeom>
            <a:noFill/>
            <a:ln w="10972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Oval 184"/>
            <p:cNvSpPr/>
            <p:nvPr/>
          </p:nvSpPr>
          <p:spPr>
            <a:xfrm>
              <a:off x="4480560" y="6473952"/>
              <a:ext cx="877824" cy="804672"/>
            </a:xfrm>
            <a:prstGeom prst="ellipse">
              <a:avLst/>
            </a:prstGeom>
            <a:noFill/>
            <a:ln w="10972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7" name="Electric field + IL interactions"/>
          <p:cNvSpPr txBox="1"/>
          <p:nvPr/>
        </p:nvSpPr>
        <p:spPr>
          <a:xfrm>
            <a:off x="6199632" y="5559552"/>
            <a:ext cx="1014984" cy="585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01010"/>
                </a:solidFill>
                <a:latin typeface="Times New Roman"/>
              </a:defRPr>
            </a:pPr>
            <a:r>
              <a:t>Electric field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01010"/>
                </a:solidFill>
                <a:latin typeface="Times New Roman"/>
              </a:defRPr>
            </a:pPr>
            <a:r>
              <a:t>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01010"/>
                </a:solidFill>
                <a:latin typeface="Times New Roman"/>
              </a:defRPr>
            </a:pPr>
            <a:r>
              <a:t>IL interactions</a:t>
            </a:r>
          </a:p>
        </p:txBody>
      </p:sp>
      <p:sp>
        <p:nvSpPr>
          <p:cNvPr id="188" name="Right Arrow 187"/>
          <p:cNvSpPr/>
          <p:nvPr/>
        </p:nvSpPr>
        <p:spPr>
          <a:xfrm>
            <a:off x="5943600" y="6172200"/>
            <a:ext cx="1426464" cy="310896"/>
          </a:xfrm>
          <a:prstGeom prst="rightArrow">
            <a:avLst/>
          </a:prstGeom>
          <a:ln>
            <a:noFill/>
          </a:ln>
          <a:gradFill>
            <a:gsLst>
              <a:gs pos="0">
                <a:srgbClr val="F8FBFF"/>
              </a:gs>
              <a:gs pos="100000">
                <a:srgbClr val="467FC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1" name="Starch granule — editable vector group"/>
          <p:cNvGrpSpPr/>
          <p:nvPr/>
        </p:nvGrpSpPr>
        <p:grpSpPr>
          <a:xfrm>
            <a:off x="7315200" y="6501384"/>
            <a:ext cx="795528" cy="795528"/>
            <a:chOff x="7315200" y="6501384"/>
            <a:chExt cx="795528" cy="795528"/>
          </a:xfrm>
        </p:grpSpPr>
        <p:sp>
          <p:nvSpPr>
            <p:cNvPr id="189" name="Editable starch granule"/>
            <p:cNvSpPr/>
            <p:nvPr/>
          </p:nvSpPr>
          <p:spPr>
            <a:xfrm>
              <a:off x="7315200" y="6501384"/>
              <a:ext cx="795528" cy="795528"/>
            </a:xfrm>
            <a:prstGeom prst="ellipse">
              <a:avLst/>
            </a:prstGeom>
            <a:ln w="9944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Freeform 189"/>
            <p:cNvSpPr/>
            <p:nvPr/>
          </p:nvSpPr>
          <p:spPr>
            <a:xfrm>
              <a:off x="7452360" y="6592824"/>
              <a:ext cx="219456" cy="265176"/>
            </a:xfrm>
            <a:custGeom>
              <a:avLst/>
              <a:gdLst/>
              <a:ahLst/>
              <a:cxnLst/>
              <a:rect l="l" t="t" r="r" b="b"/>
              <a:pathLst>
                <a:path w="24" h="29">
                  <a:moveTo>
                    <a:pt x="24" y="29"/>
                  </a:moveTo>
                  <a:lnTo>
                    <a:pt x="24" y="29"/>
                  </a:lnTo>
                  <a:lnTo>
                    <a:pt x="23" y="28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0" y="24"/>
                  </a:lnTo>
                  <a:lnTo>
                    <a:pt x="19" y="23"/>
                  </a:lnTo>
                  <a:lnTo>
                    <a:pt x="18" y="22"/>
                  </a:lnTo>
                  <a:lnTo>
                    <a:pt x="17" y="2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5" y="20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3" y="19"/>
                  </a:lnTo>
                  <a:lnTo>
                    <a:pt x="13" y="19"/>
                  </a:lnTo>
                  <a:lnTo>
                    <a:pt x="12" y="19"/>
                  </a:lnTo>
                  <a:lnTo>
                    <a:pt x="12" y="18"/>
                  </a:lnTo>
                  <a:lnTo>
                    <a:pt x="11" y="18"/>
                  </a:lnTo>
                  <a:lnTo>
                    <a:pt x="11" y="17"/>
                  </a:lnTo>
                  <a:lnTo>
                    <a:pt x="10" y="16"/>
                  </a:lnTo>
                  <a:lnTo>
                    <a:pt x="10" y="15"/>
                  </a:lnTo>
                  <a:lnTo>
                    <a:pt x="10" y="13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9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Freeform 190"/>
            <p:cNvSpPr/>
            <p:nvPr/>
          </p:nvSpPr>
          <p:spPr>
            <a:xfrm>
              <a:off x="7680960" y="6547104"/>
              <a:ext cx="100584" cy="292608"/>
            </a:xfrm>
            <a:custGeom>
              <a:avLst/>
              <a:gdLst/>
              <a:ahLst/>
              <a:cxnLst/>
              <a:rect l="l" t="t" r="r" b="b"/>
              <a:pathLst>
                <a:path w="11" h="32">
                  <a:moveTo>
                    <a:pt x="0" y="32"/>
                  </a:moveTo>
                  <a:lnTo>
                    <a:pt x="0" y="32"/>
                  </a:lnTo>
                  <a:lnTo>
                    <a:pt x="1" y="31"/>
                  </a:lnTo>
                  <a:lnTo>
                    <a:pt x="2" y="30"/>
                  </a:lnTo>
                  <a:lnTo>
                    <a:pt x="2" y="29"/>
                  </a:lnTo>
                  <a:lnTo>
                    <a:pt x="3" y="28"/>
                  </a:lnTo>
                  <a:lnTo>
                    <a:pt x="4" y="27"/>
                  </a:lnTo>
                  <a:lnTo>
                    <a:pt x="5" y="26"/>
                  </a:lnTo>
                  <a:lnTo>
                    <a:pt x="5" y="25"/>
                  </a:lnTo>
                  <a:lnTo>
                    <a:pt x="6" y="24"/>
                  </a:lnTo>
                  <a:lnTo>
                    <a:pt x="7" y="23"/>
                  </a:lnTo>
                  <a:lnTo>
                    <a:pt x="7" y="21"/>
                  </a:lnTo>
                  <a:lnTo>
                    <a:pt x="8" y="20"/>
                  </a:lnTo>
                  <a:lnTo>
                    <a:pt x="8" y="19"/>
                  </a:lnTo>
                  <a:lnTo>
                    <a:pt x="9" y="18"/>
                  </a:lnTo>
                  <a:lnTo>
                    <a:pt x="9" y="16"/>
                  </a:lnTo>
                  <a:lnTo>
                    <a:pt x="10" y="15"/>
                  </a:lnTo>
                  <a:lnTo>
                    <a:pt x="10" y="14"/>
                  </a:lnTo>
                  <a:lnTo>
                    <a:pt x="10" y="12"/>
                  </a:lnTo>
                  <a:lnTo>
                    <a:pt x="11" y="11"/>
                  </a:lnTo>
                  <a:lnTo>
                    <a:pt x="11" y="10"/>
                  </a:lnTo>
                  <a:lnTo>
                    <a:pt x="11" y="8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10" y="1"/>
                  </a:lnTo>
                  <a:lnTo>
                    <a:pt x="10" y="0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Freeform 191"/>
            <p:cNvSpPr/>
            <p:nvPr/>
          </p:nvSpPr>
          <p:spPr>
            <a:xfrm>
              <a:off x="7680960" y="6711696"/>
              <a:ext cx="384048" cy="173736"/>
            </a:xfrm>
            <a:custGeom>
              <a:avLst/>
              <a:gdLst/>
              <a:ahLst/>
              <a:cxnLst/>
              <a:rect l="l" t="t" r="r" b="b"/>
              <a:pathLst>
                <a:path w="42" h="19">
                  <a:moveTo>
                    <a:pt x="0" y="19"/>
                  </a:moveTo>
                  <a:lnTo>
                    <a:pt x="1" y="18"/>
                  </a:lnTo>
                  <a:lnTo>
                    <a:pt x="2" y="18"/>
                  </a:lnTo>
                  <a:lnTo>
                    <a:pt x="4" y="17"/>
                  </a:lnTo>
                  <a:lnTo>
                    <a:pt x="6" y="16"/>
                  </a:lnTo>
                  <a:lnTo>
                    <a:pt x="8" y="15"/>
                  </a:lnTo>
                  <a:lnTo>
                    <a:pt x="10" y="14"/>
                  </a:lnTo>
                  <a:lnTo>
                    <a:pt x="11" y="14"/>
                  </a:lnTo>
                  <a:lnTo>
                    <a:pt x="13" y="13"/>
                  </a:lnTo>
                  <a:lnTo>
                    <a:pt x="15" y="13"/>
                  </a:lnTo>
                  <a:lnTo>
                    <a:pt x="16" y="12"/>
                  </a:lnTo>
                  <a:lnTo>
                    <a:pt x="18" y="12"/>
                  </a:lnTo>
                  <a:lnTo>
                    <a:pt x="19" y="12"/>
                  </a:lnTo>
                  <a:lnTo>
                    <a:pt x="20" y="13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4" y="13"/>
                  </a:lnTo>
                  <a:lnTo>
                    <a:pt x="25" y="13"/>
                  </a:lnTo>
                  <a:lnTo>
                    <a:pt x="26" y="13"/>
                  </a:lnTo>
                  <a:lnTo>
                    <a:pt x="27" y="12"/>
                  </a:lnTo>
                  <a:lnTo>
                    <a:pt x="29" y="12"/>
                  </a:lnTo>
                  <a:lnTo>
                    <a:pt x="30" y="11"/>
                  </a:lnTo>
                  <a:lnTo>
                    <a:pt x="31" y="10"/>
                  </a:lnTo>
                  <a:lnTo>
                    <a:pt x="32" y="9"/>
                  </a:lnTo>
                  <a:lnTo>
                    <a:pt x="33" y="8"/>
                  </a:lnTo>
                  <a:lnTo>
                    <a:pt x="35" y="7"/>
                  </a:lnTo>
                  <a:lnTo>
                    <a:pt x="36" y="6"/>
                  </a:lnTo>
                  <a:lnTo>
                    <a:pt x="37" y="6"/>
                  </a:lnTo>
                  <a:lnTo>
                    <a:pt x="37" y="5"/>
                  </a:lnTo>
                  <a:lnTo>
                    <a:pt x="38" y="4"/>
                  </a:lnTo>
                  <a:lnTo>
                    <a:pt x="39" y="4"/>
                  </a:lnTo>
                  <a:lnTo>
                    <a:pt x="40" y="3"/>
                  </a:lnTo>
                  <a:lnTo>
                    <a:pt x="40" y="2"/>
                  </a:lnTo>
                  <a:lnTo>
                    <a:pt x="41" y="2"/>
                  </a:lnTo>
                  <a:lnTo>
                    <a:pt x="41" y="1"/>
                  </a:lnTo>
                  <a:lnTo>
                    <a:pt x="41" y="1"/>
                  </a:lnTo>
                  <a:lnTo>
                    <a:pt x="42" y="0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Freeform 192"/>
            <p:cNvSpPr/>
            <p:nvPr/>
          </p:nvSpPr>
          <p:spPr>
            <a:xfrm>
              <a:off x="7699248" y="6903720"/>
              <a:ext cx="384048" cy="173736"/>
            </a:xfrm>
            <a:custGeom>
              <a:avLst/>
              <a:gdLst/>
              <a:ahLst/>
              <a:cxnLst/>
              <a:rect l="l" t="t" r="r" b="b"/>
              <a:pathLst>
                <a:path w="42" h="19">
                  <a:moveTo>
                    <a:pt x="0" y="0"/>
                  </a:moveTo>
                  <a:lnTo>
                    <a:pt x="1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4" y="4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7"/>
                  </a:lnTo>
                  <a:lnTo>
                    <a:pt x="10" y="8"/>
                  </a:lnTo>
                  <a:lnTo>
                    <a:pt x="11" y="9"/>
                  </a:lnTo>
                  <a:lnTo>
                    <a:pt x="12" y="10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5" y="11"/>
                  </a:lnTo>
                  <a:lnTo>
                    <a:pt x="16" y="12"/>
                  </a:lnTo>
                  <a:lnTo>
                    <a:pt x="17" y="12"/>
                  </a:lnTo>
                  <a:lnTo>
                    <a:pt x="18" y="12"/>
                  </a:lnTo>
                  <a:lnTo>
                    <a:pt x="19" y="12"/>
                  </a:lnTo>
                  <a:lnTo>
                    <a:pt x="21" y="13"/>
                  </a:lnTo>
                  <a:lnTo>
                    <a:pt x="22" y="13"/>
                  </a:lnTo>
                  <a:lnTo>
                    <a:pt x="24" y="12"/>
                  </a:lnTo>
                  <a:lnTo>
                    <a:pt x="25" y="12"/>
                  </a:lnTo>
                  <a:lnTo>
                    <a:pt x="27" y="12"/>
                  </a:lnTo>
                  <a:lnTo>
                    <a:pt x="29" y="12"/>
                  </a:lnTo>
                  <a:lnTo>
                    <a:pt x="30" y="12"/>
                  </a:lnTo>
                  <a:lnTo>
                    <a:pt x="32" y="11"/>
                  </a:lnTo>
                  <a:lnTo>
                    <a:pt x="33" y="11"/>
                  </a:lnTo>
                  <a:lnTo>
                    <a:pt x="35" y="12"/>
                  </a:lnTo>
                  <a:lnTo>
                    <a:pt x="36" y="12"/>
                  </a:lnTo>
                  <a:lnTo>
                    <a:pt x="37" y="13"/>
                  </a:lnTo>
                  <a:lnTo>
                    <a:pt x="38" y="14"/>
                  </a:lnTo>
                  <a:lnTo>
                    <a:pt x="39" y="15"/>
                  </a:lnTo>
                  <a:lnTo>
                    <a:pt x="40" y="16"/>
                  </a:lnTo>
                  <a:lnTo>
                    <a:pt x="41" y="17"/>
                  </a:lnTo>
                  <a:lnTo>
                    <a:pt x="41" y="17"/>
                  </a:lnTo>
                  <a:lnTo>
                    <a:pt x="42" y="18"/>
                  </a:lnTo>
                  <a:lnTo>
                    <a:pt x="42" y="19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Freeform 193"/>
            <p:cNvSpPr/>
            <p:nvPr/>
          </p:nvSpPr>
          <p:spPr>
            <a:xfrm>
              <a:off x="7580376" y="6940296"/>
              <a:ext cx="100584" cy="320040"/>
            </a:xfrm>
            <a:custGeom>
              <a:avLst/>
              <a:gdLst/>
              <a:ahLst/>
              <a:cxnLst/>
              <a:rect l="l" t="t" r="r" b="b"/>
              <a:pathLst>
                <a:path w="11" h="35">
                  <a:moveTo>
                    <a:pt x="11" y="0"/>
                  </a:moveTo>
                  <a:lnTo>
                    <a:pt x="11" y="1"/>
                  </a:lnTo>
                  <a:lnTo>
                    <a:pt x="10" y="2"/>
                  </a:lnTo>
                  <a:lnTo>
                    <a:pt x="9" y="4"/>
                  </a:lnTo>
                  <a:lnTo>
                    <a:pt x="8" y="5"/>
                  </a:lnTo>
                  <a:lnTo>
                    <a:pt x="7" y="7"/>
                  </a:lnTo>
                  <a:lnTo>
                    <a:pt x="6" y="9"/>
                  </a:lnTo>
                  <a:lnTo>
                    <a:pt x="5" y="11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8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6" y="22"/>
                  </a:lnTo>
                  <a:lnTo>
                    <a:pt x="6" y="23"/>
                  </a:lnTo>
                  <a:lnTo>
                    <a:pt x="6" y="24"/>
                  </a:lnTo>
                  <a:lnTo>
                    <a:pt x="5" y="25"/>
                  </a:lnTo>
                  <a:lnTo>
                    <a:pt x="5" y="27"/>
                  </a:lnTo>
                  <a:lnTo>
                    <a:pt x="4" y="28"/>
                  </a:lnTo>
                  <a:lnTo>
                    <a:pt x="3" y="29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1" y="33"/>
                  </a:lnTo>
                  <a:lnTo>
                    <a:pt x="0" y="34"/>
                  </a:lnTo>
                  <a:lnTo>
                    <a:pt x="0" y="35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Freeform 194"/>
            <p:cNvSpPr/>
            <p:nvPr/>
          </p:nvSpPr>
          <p:spPr>
            <a:xfrm>
              <a:off x="7351776" y="6903720"/>
              <a:ext cx="301752" cy="118872"/>
            </a:xfrm>
            <a:custGeom>
              <a:avLst/>
              <a:gdLst/>
              <a:ahLst/>
              <a:cxnLst/>
              <a:rect l="l" t="t" r="r" b="b"/>
              <a:pathLst>
                <a:path w="33" h="13">
                  <a:moveTo>
                    <a:pt x="33" y="0"/>
                  </a:moveTo>
                  <a:lnTo>
                    <a:pt x="33" y="1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3"/>
                  </a:lnTo>
                  <a:lnTo>
                    <a:pt x="25" y="3"/>
                  </a:lnTo>
                  <a:lnTo>
                    <a:pt x="23" y="4"/>
                  </a:lnTo>
                  <a:lnTo>
                    <a:pt x="22" y="5"/>
                  </a:lnTo>
                  <a:lnTo>
                    <a:pt x="21" y="5"/>
                  </a:lnTo>
                  <a:lnTo>
                    <a:pt x="20" y="6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7" y="9"/>
                  </a:lnTo>
                  <a:lnTo>
                    <a:pt x="16" y="10"/>
                  </a:lnTo>
                  <a:lnTo>
                    <a:pt x="15" y="11"/>
                  </a:lnTo>
                  <a:lnTo>
                    <a:pt x="14" y="12"/>
                  </a:lnTo>
                  <a:lnTo>
                    <a:pt x="13" y="13"/>
                  </a:lnTo>
                  <a:lnTo>
                    <a:pt x="11" y="13"/>
                  </a:lnTo>
                  <a:lnTo>
                    <a:pt x="10" y="13"/>
                  </a:lnTo>
                  <a:lnTo>
                    <a:pt x="8" y="13"/>
                  </a:lnTo>
                  <a:lnTo>
                    <a:pt x="7" y="13"/>
                  </a:lnTo>
                  <a:lnTo>
                    <a:pt x="5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1" y="12"/>
                  </a:lnTo>
                  <a:lnTo>
                    <a:pt x="0" y="12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Freeform 195"/>
            <p:cNvSpPr/>
            <p:nvPr/>
          </p:nvSpPr>
          <p:spPr>
            <a:xfrm>
              <a:off x="7424928" y="7013448"/>
              <a:ext cx="64008" cy="173736"/>
            </a:xfrm>
            <a:custGeom>
              <a:avLst/>
              <a:gdLst/>
              <a:ahLst/>
              <a:cxnLst/>
              <a:rect l="l" t="t" r="r" b="b"/>
              <a:pathLst>
                <a:path w="7" h="19">
                  <a:moveTo>
                    <a:pt x="6" y="0"/>
                  </a:moveTo>
                  <a:lnTo>
                    <a:pt x="6" y="1"/>
                  </a:lnTo>
                  <a:lnTo>
                    <a:pt x="6" y="2"/>
                  </a:lnTo>
                  <a:lnTo>
                    <a:pt x="6" y="3"/>
                  </a:lnTo>
                  <a:lnTo>
                    <a:pt x="7" y="5"/>
                  </a:lnTo>
                  <a:lnTo>
                    <a:pt x="7" y="6"/>
                  </a:lnTo>
                  <a:lnTo>
                    <a:pt x="7" y="8"/>
                  </a:lnTo>
                  <a:lnTo>
                    <a:pt x="7" y="9"/>
                  </a:lnTo>
                  <a:lnTo>
                    <a:pt x="7" y="11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3" y="16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1" y="18"/>
                  </a:lnTo>
                  <a:lnTo>
                    <a:pt x="0" y="19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Freeform 196"/>
            <p:cNvSpPr/>
            <p:nvPr/>
          </p:nvSpPr>
          <p:spPr>
            <a:xfrm>
              <a:off x="7827264" y="6629400"/>
              <a:ext cx="82296" cy="201168"/>
            </a:xfrm>
            <a:custGeom>
              <a:avLst/>
              <a:gdLst/>
              <a:ahLst/>
              <a:cxnLst/>
              <a:rect l="l" t="t" r="r" b="b"/>
              <a:pathLst>
                <a:path w="9" h="22">
                  <a:moveTo>
                    <a:pt x="1" y="22"/>
                  </a:moveTo>
                  <a:lnTo>
                    <a:pt x="1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0" y="17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2" y="9"/>
                  </a:lnTo>
                  <a:lnTo>
                    <a:pt x="3" y="8"/>
                  </a:lnTo>
                  <a:lnTo>
                    <a:pt x="4" y="6"/>
                  </a:lnTo>
                  <a:lnTo>
                    <a:pt x="5" y="5"/>
                  </a:lnTo>
                  <a:lnTo>
                    <a:pt x="6" y="4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1"/>
                  </a:lnTo>
                  <a:lnTo>
                    <a:pt x="9" y="0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Freeform 197"/>
            <p:cNvSpPr/>
            <p:nvPr/>
          </p:nvSpPr>
          <p:spPr>
            <a:xfrm>
              <a:off x="7863840" y="7022592"/>
              <a:ext cx="54864" cy="201168"/>
            </a:xfrm>
            <a:custGeom>
              <a:avLst/>
              <a:gdLst/>
              <a:ahLst/>
              <a:cxnLst/>
              <a:rect l="l" t="t" r="r" b="b"/>
              <a:pathLst>
                <a:path w="6" h="22">
                  <a:moveTo>
                    <a:pt x="3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4"/>
                  </a:lnTo>
                  <a:lnTo>
                    <a:pt x="1" y="5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1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8"/>
                  </a:lnTo>
                  <a:lnTo>
                    <a:pt x="4" y="19"/>
                  </a:lnTo>
                  <a:lnTo>
                    <a:pt x="5" y="20"/>
                  </a:lnTo>
                  <a:lnTo>
                    <a:pt x="6" y="21"/>
                  </a:lnTo>
                  <a:lnTo>
                    <a:pt x="6" y="22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Freeform 198"/>
            <p:cNvSpPr/>
            <p:nvPr/>
          </p:nvSpPr>
          <p:spPr>
            <a:xfrm>
              <a:off x="7370064" y="6711696"/>
              <a:ext cx="182880" cy="64008"/>
            </a:xfrm>
            <a:custGeom>
              <a:avLst/>
              <a:gdLst/>
              <a:ahLst/>
              <a:cxnLst/>
              <a:rect l="l" t="t" r="r" b="b"/>
              <a:pathLst>
                <a:path w="20" h="7">
                  <a:moveTo>
                    <a:pt x="20" y="5"/>
                  </a:moveTo>
                  <a:lnTo>
                    <a:pt x="19" y="5"/>
                  </a:lnTo>
                  <a:lnTo>
                    <a:pt x="19" y="5"/>
                  </a:lnTo>
                  <a:lnTo>
                    <a:pt x="18" y="6"/>
                  </a:lnTo>
                  <a:lnTo>
                    <a:pt x="17" y="6"/>
                  </a:lnTo>
                  <a:lnTo>
                    <a:pt x="15" y="6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1" y="7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5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9944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Oval 199"/>
            <p:cNvSpPr/>
            <p:nvPr/>
          </p:nvSpPr>
          <p:spPr>
            <a:xfrm>
              <a:off x="7315200" y="6501384"/>
              <a:ext cx="795528" cy="795528"/>
            </a:xfrm>
            <a:prstGeom prst="ellipse">
              <a:avLst/>
            </a:prstGeom>
            <a:noFill/>
            <a:ln w="9944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4" name="Starch granule — editable vector group"/>
          <p:cNvGrpSpPr/>
          <p:nvPr/>
        </p:nvGrpSpPr>
        <p:grpSpPr>
          <a:xfrm>
            <a:off x="8156448" y="6446520"/>
            <a:ext cx="384048" cy="365760"/>
            <a:chOff x="8156448" y="6446520"/>
            <a:chExt cx="384048" cy="365760"/>
          </a:xfrm>
        </p:grpSpPr>
        <p:sp>
          <p:nvSpPr>
            <p:cNvPr id="202" name="Editable starch granule"/>
            <p:cNvSpPr/>
            <p:nvPr/>
          </p:nvSpPr>
          <p:spPr>
            <a:xfrm>
              <a:off x="8156448" y="6446520"/>
              <a:ext cx="384048" cy="365760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Freeform 202"/>
            <p:cNvSpPr/>
            <p:nvPr/>
          </p:nvSpPr>
          <p:spPr>
            <a:xfrm>
              <a:off x="8366760" y="6483096"/>
              <a:ext cx="109728" cy="128016"/>
            </a:xfrm>
            <a:custGeom>
              <a:avLst/>
              <a:gdLst/>
              <a:ahLst/>
              <a:cxnLst/>
              <a:rect l="l" t="t" r="r" b="b"/>
              <a:pathLst>
                <a:path w="12" h="14">
                  <a:moveTo>
                    <a:pt x="0" y="14"/>
                  </a:moveTo>
                  <a:lnTo>
                    <a:pt x="0" y="14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5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Freeform 203"/>
            <p:cNvSpPr/>
            <p:nvPr/>
          </p:nvSpPr>
          <p:spPr>
            <a:xfrm>
              <a:off x="8321040" y="6464808"/>
              <a:ext cx="45720" cy="137160"/>
            </a:xfrm>
            <a:custGeom>
              <a:avLst/>
              <a:gdLst/>
              <a:ahLst/>
              <a:cxnLst/>
              <a:rect l="l" t="t" r="r" b="b"/>
              <a:pathLst>
                <a:path w="5" h="15">
                  <a:moveTo>
                    <a:pt x="5" y="15"/>
                  </a:moveTo>
                  <a:lnTo>
                    <a:pt x="4" y="15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Freeform 204"/>
            <p:cNvSpPr/>
            <p:nvPr/>
          </p:nvSpPr>
          <p:spPr>
            <a:xfrm>
              <a:off x="8183880" y="6547104"/>
              <a:ext cx="182880" cy="73152"/>
            </a:xfrm>
            <a:custGeom>
              <a:avLst/>
              <a:gdLst/>
              <a:ahLst/>
              <a:cxnLst/>
              <a:rect l="l" t="t" r="r" b="b"/>
              <a:pathLst>
                <a:path w="20" h="8">
                  <a:moveTo>
                    <a:pt x="20" y="8"/>
                  </a:moveTo>
                  <a:lnTo>
                    <a:pt x="19" y="8"/>
                  </a:lnTo>
                  <a:lnTo>
                    <a:pt x="19" y="8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5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5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Freeform 205"/>
            <p:cNvSpPr/>
            <p:nvPr/>
          </p:nvSpPr>
          <p:spPr>
            <a:xfrm>
              <a:off x="8165592" y="6629400"/>
              <a:ext cx="192024" cy="82296"/>
            </a:xfrm>
            <a:custGeom>
              <a:avLst/>
              <a:gdLst/>
              <a:ahLst/>
              <a:cxnLst/>
              <a:rect l="l" t="t" r="r" b="b"/>
              <a:pathLst>
                <a:path w="21" h="9">
                  <a:moveTo>
                    <a:pt x="21" y="0"/>
                  </a:moveTo>
                  <a:lnTo>
                    <a:pt x="20" y="1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5" y="4"/>
                  </a:lnTo>
                  <a:lnTo>
                    <a:pt x="15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0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6"/>
                  </a:lnTo>
                  <a:lnTo>
                    <a:pt x="5" y="5"/>
                  </a:lnTo>
                  <a:lnTo>
                    <a:pt x="5" y="5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9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Freeform 206"/>
            <p:cNvSpPr/>
            <p:nvPr/>
          </p:nvSpPr>
          <p:spPr>
            <a:xfrm>
              <a:off x="8366760" y="6647688"/>
              <a:ext cx="45720" cy="146304"/>
            </a:xfrm>
            <a:custGeom>
              <a:avLst/>
              <a:gdLst/>
              <a:ahLst/>
              <a:cxnLst/>
              <a:rect l="l" t="t" r="r" b="b"/>
              <a:pathLst>
                <a:path w="5" h="16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Freeform 207"/>
            <p:cNvSpPr/>
            <p:nvPr/>
          </p:nvSpPr>
          <p:spPr>
            <a:xfrm>
              <a:off x="8375904" y="6629400"/>
              <a:ext cx="146304" cy="54864"/>
            </a:xfrm>
            <a:custGeom>
              <a:avLst/>
              <a:gdLst/>
              <a:ahLst/>
              <a:cxnLst/>
              <a:rect l="l" t="t" r="r" b="b"/>
              <a:pathLst>
                <a:path w="16" h="6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4"/>
                  </a:lnTo>
                  <a:lnTo>
                    <a:pt x="7" y="4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6" y="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Freeform 208"/>
            <p:cNvSpPr/>
            <p:nvPr/>
          </p:nvSpPr>
          <p:spPr>
            <a:xfrm>
              <a:off x="8458200" y="6684264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8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Freeform 209"/>
            <p:cNvSpPr/>
            <p:nvPr/>
          </p:nvSpPr>
          <p:spPr>
            <a:xfrm>
              <a:off x="8247888" y="6501384"/>
              <a:ext cx="45720" cy="91440"/>
            </a:xfrm>
            <a:custGeom>
              <a:avLst/>
              <a:gdLst/>
              <a:ahLst/>
              <a:cxnLst/>
              <a:rect l="l" t="t" r="r" b="b"/>
              <a:pathLst>
                <a:path w="5" h="10">
                  <a:moveTo>
                    <a:pt x="5" y="10"/>
                  </a:moveTo>
                  <a:lnTo>
                    <a:pt x="5" y="10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Freeform 210"/>
            <p:cNvSpPr/>
            <p:nvPr/>
          </p:nvSpPr>
          <p:spPr>
            <a:xfrm>
              <a:off x="8247888" y="6684264"/>
              <a:ext cx="27432" cy="91440"/>
            </a:xfrm>
            <a:custGeom>
              <a:avLst/>
              <a:gdLst/>
              <a:ahLst/>
              <a:cxnLst/>
              <a:rect l="l" t="t" r="r" b="b"/>
              <a:pathLst>
                <a:path w="3" h="10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0" y="1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Freeform 211"/>
            <p:cNvSpPr/>
            <p:nvPr/>
          </p:nvSpPr>
          <p:spPr>
            <a:xfrm>
              <a:off x="8421624" y="6547104"/>
              <a:ext cx="91440" cy="27432"/>
            </a:xfrm>
            <a:custGeom>
              <a:avLst/>
              <a:gdLst/>
              <a:ahLst/>
              <a:cxnLst/>
              <a:rect l="l" t="t" r="r" b="b"/>
              <a:pathLst>
                <a:path w="10" h="3">
                  <a:moveTo>
                    <a:pt x="0" y="2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Oval 212"/>
            <p:cNvSpPr/>
            <p:nvPr/>
          </p:nvSpPr>
          <p:spPr>
            <a:xfrm>
              <a:off x="8156448" y="6446520"/>
              <a:ext cx="384048" cy="365760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7" name="Starch granule — editable vector group"/>
          <p:cNvGrpSpPr/>
          <p:nvPr/>
        </p:nvGrpSpPr>
        <p:grpSpPr>
          <a:xfrm>
            <a:off x="8247888" y="6912864"/>
            <a:ext cx="356616" cy="365760"/>
            <a:chOff x="8247888" y="6912864"/>
            <a:chExt cx="356616" cy="365760"/>
          </a:xfrm>
        </p:grpSpPr>
        <p:sp>
          <p:nvSpPr>
            <p:cNvPr id="215" name="Editable starch granule"/>
            <p:cNvSpPr/>
            <p:nvPr/>
          </p:nvSpPr>
          <p:spPr>
            <a:xfrm>
              <a:off x="8247888" y="6912864"/>
              <a:ext cx="356616" cy="365760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Freeform 215"/>
            <p:cNvSpPr/>
            <p:nvPr/>
          </p:nvSpPr>
          <p:spPr>
            <a:xfrm>
              <a:off x="8311896" y="6949440"/>
              <a:ext cx="100584" cy="128016"/>
            </a:xfrm>
            <a:custGeom>
              <a:avLst/>
              <a:gdLst/>
              <a:ahLst/>
              <a:cxnLst/>
              <a:rect l="l" t="t" r="r" b="b"/>
              <a:pathLst>
                <a:path w="11" h="14">
                  <a:moveTo>
                    <a:pt x="11" y="14"/>
                  </a:moveTo>
                  <a:lnTo>
                    <a:pt x="10" y="14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8"/>
                  </a:lnTo>
                  <a:lnTo>
                    <a:pt x="4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Freeform 216"/>
            <p:cNvSpPr/>
            <p:nvPr/>
          </p:nvSpPr>
          <p:spPr>
            <a:xfrm>
              <a:off x="8412480" y="6931152"/>
              <a:ext cx="45720" cy="137160"/>
            </a:xfrm>
            <a:custGeom>
              <a:avLst/>
              <a:gdLst/>
              <a:ahLst/>
              <a:cxnLst/>
              <a:rect l="l" t="t" r="r" b="b"/>
              <a:pathLst>
                <a:path w="5" h="15">
                  <a:moveTo>
                    <a:pt x="0" y="15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7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Freeform 217"/>
            <p:cNvSpPr/>
            <p:nvPr/>
          </p:nvSpPr>
          <p:spPr>
            <a:xfrm>
              <a:off x="8412480" y="7013448"/>
              <a:ext cx="173736" cy="73152"/>
            </a:xfrm>
            <a:custGeom>
              <a:avLst/>
              <a:gdLst/>
              <a:ahLst/>
              <a:cxnLst/>
              <a:rect l="l" t="t" r="r" b="b"/>
              <a:pathLst>
                <a:path w="19" h="8">
                  <a:moveTo>
                    <a:pt x="0" y="8"/>
                  </a:moveTo>
                  <a:lnTo>
                    <a:pt x="0" y="8"/>
                  </a:lnTo>
                  <a:lnTo>
                    <a:pt x="1" y="8"/>
                  </a:lnTo>
                  <a:lnTo>
                    <a:pt x="2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4" y="6"/>
                  </a:lnTo>
                  <a:lnTo>
                    <a:pt x="5" y="6"/>
                  </a:lnTo>
                  <a:lnTo>
                    <a:pt x="6" y="6"/>
                  </a:lnTo>
                  <a:lnTo>
                    <a:pt x="7" y="5"/>
                  </a:lnTo>
                  <a:lnTo>
                    <a:pt x="7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6" y="3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Freeform 218"/>
            <p:cNvSpPr/>
            <p:nvPr/>
          </p:nvSpPr>
          <p:spPr>
            <a:xfrm>
              <a:off x="8421624" y="7095744"/>
              <a:ext cx="173736" cy="82296"/>
            </a:xfrm>
            <a:custGeom>
              <a:avLst/>
              <a:gdLst/>
              <a:ahLst/>
              <a:cxnLst/>
              <a:rect l="l" t="t" r="r" b="b"/>
              <a:pathLst>
                <a:path w="19" h="9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7" y="5"/>
                  </a:lnTo>
                  <a:lnTo>
                    <a:pt x="7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5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9" y="9"/>
                  </a:lnTo>
                  <a:lnTo>
                    <a:pt x="19" y="9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Freeform 219"/>
            <p:cNvSpPr/>
            <p:nvPr/>
          </p:nvSpPr>
          <p:spPr>
            <a:xfrm>
              <a:off x="8366760" y="7114032"/>
              <a:ext cx="45720" cy="146304"/>
            </a:xfrm>
            <a:custGeom>
              <a:avLst/>
              <a:gdLst/>
              <a:ahLst/>
              <a:cxnLst/>
              <a:rect l="l" t="t" r="r" b="b"/>
              <a:pathLst>
                <a:path w="5" h="16">
                  <a:moveTo>
                    <a:pt x="5" y="0"/>
                  </a:moveTo>
                  <a:lnTo>
                    <a:pt x="5" y="0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5"/>
                  </a:lnTo>
                  <a:lnTo>
                    <a:pt x="0" y="15"/>
                  </a:lnTo>
                  <a:lnTo>
                    <a:pt x="0" y="16"/>
                  </a:lnTo>
                  <a:lnTo>
                    <a:pt x="0" y="1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Freeform 220"/>
            <p:cNvSpPr/>
            <p:nvPr/>
          </p:nvSpPr>
          <p:spPr>
            <a:xfrm>
              <a:off x="8266176" y="7095744"/>
              <a:ext cx="137160" cy="54864"/>
            </a:xfrm>
            <a:custGeom>
              <a:avLst/>
              <a:gdLst/>
              <a:ahLst/>
              <a:cxnLst/>
              <a:rect l="l" t="t" r="r" b="b"/>
              <a:pathLst>
                <a:path w="15" h="6">
                  <a:moveTo>
                    <a:pt x="15" y="0"/>
                  </a:moveTo>
                  <a:lnTo>
                    <a:pt x="14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2" y="2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4"/>
                  </a:lnTo>
                  <a:lnTo>
                    <a:pt x="8" y="4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Freeform 221"/>
            <p:cNvSpPr/>
            <p:nvPr/>
          </p:nvSpPr>
          <p:spPr>
            <a:xfrm>
              <a:off x="8293608" y="7150608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3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Freeform 222"/>
            <p:cNvSpPr/>
            <p:nvPr/>
          </p:nvSpPr>
          <p:spPr>
            <a:xfrm>
              <a:off x="8476488" y="6967728"/>
              <a:ext cx="36576" cy="91440"/>
            </a:xfrm>
            <a:custGeom>
              <a:avLst/>
              <a:gdLst/>
              <a:ahLst/>
              <a:cxnLst/>
              <a:rect l="l" t="t" r="r" b="b"/>
              <a:pathLst>
                <a:path w="4" h="10">
                  <a:moveTo>
                    <a:pt x="0" y="10"/>
                  </a:moveTo>
                  <a:lnTo>
                    <a:pt x="0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Freeform 223"/>
            <p:cNvSpPr/>
            <p:nvPr/>
          </p:nvSpPr>
          <p:spPr>
            <a:xfrm>
              <a:off x="8494776" y="7150608"/>
              <a:ext cx="27432" cy="91440"/>
            </a:xfrm>
            <a:custGeom>
              <a:avLst/>
              <a:gdLst/>
              <a:ahLst/>
              <a:cxnLst/>
              <a:rect l="l" t="t" r="r" b="b"/>
              <a:pathLst>
                <a:path w="3" h="10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3" y="1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Freeform 224"/>
            <p:cNvSpPr/>
            <p:nvPr/>
          </p:nvSpPr>
          <p:spPr>
            <a:xfrm>
              <a:off x="8275320" y="7013448"/>
              <a:ext cx="82296" cy="27432"/>
            </a:xfrm>
            <a:custGeom>
              <a:avLst/>
              <a:gdLst/>
              <a:ahLst/>
              <a:cxnLst/>
              <a:rect l="l" t="t" r="r" b="b"/>
              <a:pathLst>
                <a:path w="9" h="3">
                  <a:moveTo>
                    <a:pt x="9" y="2"/>
                  </a:move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Oval 225"/>
            <p:cNvSpPr/>
            <p:nvPr/>
          </p:nvSpPr>
          <p:spPr>
            <a:xfrm>
              <a:off x="8247888" y="6912864"/>
              <a:ext cx="356616" cy="365760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0" name="Starch granule — editable vector group"/>
          <p:cNvGrpSpPr/>
          <p:nvPr/>
        </p:nvGrpSpPr>
        <p:grpSpPr>
          <a:xfrm>
            <a:off x="8604504" y="6739128"/>
            <a:ext cx="237744" cy="237744"/>
            <a:chOff x="8604504" y="6739128"/>
            <a:chExt cx="237744" cy="237744"/>
          </a:xfrm>
        </p:grpSpPr>
        <p:sp>
          <p:nvSpPr>
            <p:cNvPr id="228" name="Editable starch granule"/>
            <p:cNvSpPr/>
            <p:nvPr/>
          </p:nvSpPr>
          <p:spPr>
            <a:xfrm>
              <a:off x="8604504" y="6739128"/>
              <a:ext cx="237744" cy="237744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Freeform 228"/>
            <p:cNvSpPr/>
            <p:nvPr/>
          </p:nvSpPr>
          <p:spPr>
            <a:xfrm>
              <a:off x="8732520" y="6766560"/>
              <a:ext cx="73152" cy="82296"/>
            </a:xfrm>
            <a:custGeom>
              <a:avLst/>
              <a:gdLst/>
              <a:ahLst/>
              <a:cxnLst/>
              <a:rect l="l" t="t" r="r" b="b"/>
              <a:pathLst>
                <a:path w="8" h="9">
                  <a:moveTo>
                    <a:pt x="0" y="9"/>
                  </a:moveTo>
                  <a:lnTo>
                    <a:pt x="0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8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Freeform 229"/>
            <p:cNvSpPr/>
            <p:nvPr/>
          </p:nvSpPr>
          <p:spPr>
            <a:xfrm>
              <a:off x="8705088" y="6757416"/>
              <a:ext cx="27432" cy="82296"/>
            </a:xfrm>
            <a:custGeom>
              <a:avLst/>
              <a:gdLst/>
              <a:ahLst/>
              <a:cxnLst/>
              <a:rect l="l" t="t" r="r" b="b"/>
              <a:pathLst>
                <a:path w="3" h="9">
                  <a:moveTo>
                    <a:pt x="3" y="9"/>
                  </a:move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Freeform 230"/>
            <p:cNvSpPr/>
            <p:nvPr/>
          </p:nvSpPr>
          <p:spPr>
            <a:xfrm>
              <a:off x="8622792" y="6803136"/>
              <a:ext cx="109728" cy="45720"/>
            </a:xfrm>
            <a:custGeom>
              <a:avLst/>
              <a:gdLst/>
              <a:ahLst/>
              <a:cxnLst/>
              <a:rect l="l" t="t" r="r" b="b"/>
              <a:pathLst>
                <a:path w="12" h="5">
                  <a:moveTo>
                    <a:pt x="12" y="5"/>
                  </a:moveTo>
                  <a:lnTo>
                    <a:pt x="12" y="5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Freeform 231"/>
            <p:cNvSpPr/>
            <p:nvPr/>
          </p:nvSpPr>
          <p:spPr>
            <a:xfrm>
              <a:off x="8613648" y="6858000"/>
              <a:ext cx="118872" cy="54864"/>
            </a:xfrm>
            <a:custGeom>
              <a:avLst/>
              <a:gdLst/>
              <a:ahLst/>
              <a:cxnLst/>
              <a:rect l="l" t="t" r="r" b="b"/>
              <a:pathLst>
                <a:path w="13" h="6">
                  <a:moveTo>
                    <a:pt x="13" y="0"/>
                  </a:moveTo>
                  <a:lnTo>
                    <a:pt x="12" y="0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11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8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Freeform 232"/>
            <p:cNvSpPr/>
            <p:nvPr/>
          </p:nvSpPr>
          <p:spPr>
            <a:xfrm>
              <a:off x="8732520" y="6867144"/>
              <a:ext cx="27432" cy="100584"/>
            </a:xfrm>
            <a:custGeom>
              <a:avLst/>
              <a:gdLst/>
              <a:ahLst/>
              <a:cxnLst/>
              <a:rect l="l" t="t" r="r" b="b"/>
              <a:pathLst>
                <a:path w="3" h="11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1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Freeform 233"/>
            <p:cNvSpPr/>
            <p:nvPr/>
          </p:nvSpPr>
          <p:spPr>
            <a:xfrm>
              <a:off x="8741664" y="6858000"/>
              <a:ext cx="91440" cy="36576"/>
            </a:xfrm>
            <a:custGeom>
              <a:avLst/>
              <a:gdLst/>
              <a:ahLst/>
              <a:cxnLst/>
              <a:rect l="l" t="t" r="r" b="b"/>
              <a:pathLst>
                <a:path w="10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10" y="4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Freeform 234"/>
            <p:cNvSpPr/>
            <p:nvPr/>
          </p:nvSpPr>
          <p:spPr>
            <a:xfrm>
              <a:off x="8787384" y="6894576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Freeform 235"/>
            <p:cNvSpPr/>
            <p:nvPr/>
          </p:nvSpPr>
          <p:spPr>
            <a:xfrm>
              <a:off x="8668512" y="6775704"/>
              <a:ext cx="18288" cy="64008"/>
            </a:xfrm>
            <a:custGeom>
              <a:avLst/>
              <a:gdLst/>
              <a:ahLst/>
              <a:cxnLst/>
              <a:rect l="l" t="t" r="r" b="b"/>
              <a:pathLst>
                <a:path w="2" h="7">
                  <a:moveTo>
                    <a:pt x="2" y="7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Freeform 236"/>
            <p:cNvSpPr/>
            <p:nvPr/>
          </p:nvSpPr>
          <p:spPr>
            <a:xfrm>
              <a:off x="8659368" y="6894576"/>
              <a:ext cx="18288" cy="64008"/>
            </a:xfrm>
            <a:custGeom>
              <a:avLst/>
              <a:gdLst/>
              <a:ahLst/>
              <a:cxnLst/>
              <a:rect l="l" t="t" r="r" b="b"/>
              <a:pathLst>
                <a:path w="2" h="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7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Freeform 237"/>
            <p:cNvSpPr/>
            <p:nvPr/>
          </p:nvSpPr>
          <p:spPr>
            <a:xfrm>
              <a:off x="8769096" y="6803136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1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Oval 238"/>
            <p:cNvSpPr/>
            <p:nvPr/>
          </p:nvSpPr>
          <p:spPr>
            <a:xfrm>
              <a:off x="8604504" y="6739128"/>
              <a:ext cx="237744" cy="237744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1" name="•"/>
          <p:cNvSpPr txBox="1"/>
          <p:nvPr/>
        </p:nvSpPr>
        <p:spPr>
          <a:xfrm>
            <a:off x="4261104" y="7360920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42" name="Intact granule"/>
          <p:cNvSpPr txBox="1"/>
          <p:nvPr/>
        </p:nvSpPr>
        <p:spPr>
          <a:xfrm>
            <a:off x="4425696" y="7360920"/>
            <a:ext cx="212140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101010"/>
                </a:solidFill>
                <a:latin typeface="Times New Roman"/>
              </a:defRPr>
            </a:pPr>
            <a:r>
              <a:t>Intact granule</a:t>
            </a:r>
          </a:p>
        </p:txBody>
      </p:sp>
      <p:sp>
        <p:nvSpPr>
          <p:cNvPr id="243" name="•"/>
          <p:cNvSpPr txBox="1"/>
          <p:nvPr/>
        </p:nvSpPr>
        <p:spPr>
          <a:xfrm>
            <a:off x="4261104" y="7543800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44" name="Ordered double helices"/>
          <p:cNvSpPr txBox="1"/>
          <p:nvPr/>
        </p:nvSpPr>
        <p:spPr>
          <a:xfrm>
            <a:off x="4425696" y="7543800"/>
            <a:ext cx="212140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101010"/>
                </a:solidFill>
                <a:latin typeface="Times New Roman"/>
              </a:defRPr>
            </a:pPr>
            <a:r>
              <a:t>Ordered double helices</a:t>
            </a:r>
          </a:p>
        </p:txBody>
      </p:sp>
      <p:sp>
        <p:nvSpPr>
          <p:cNvPr id="245" name="•"/>
          <p:cNvSpPr txBox="1"/>
          <p:nvPr/>
        </p:nvSpPr>
        <p:spPr>
          <a:xfrm>
            <a:off x="4261104" y="7726679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46" name="Strong hydrogen bonding"/>
          <p:cNvSpPr txBox="1"/>
          <p:nvPr/>
        </p:nvSpPr>
        <p:spPr>
          <a:xfrm>
            <a:off x="4425696" y="7726679"/>
            <a:ext cx="212140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30" b="0">
                <a:solidFill>
                  <a:srgbClr val="101010"/>
                </a:solidFill>
                <a:latin typeface="Times New Roman"/>
              </a:defRPr>
            </a:pPr>
            <a:r>
              <a:t>Strong hydrogen bonding</a:t>
            </a:r>
          </a:p>
        </p:txBody>
      </p:sp>
      <p:sp>
        <p:nvSpPr>
          <p:cNvPr id="247" name="•"/>
          <p:cNvSpPr txBox="1"/>
          <p:nvPr/>
        </p:nvSpPr>
        <p:spPr>
          <a:xfrm>
            <a:off x="6702552" y="7360920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9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48" name="Granule fragmentation"/>
          <p:cNvSpPr txBox="1"/>
          <p:nvPr/>
        </p:nvSpPr>
        <p:spPr>
          <a:xfrm>
            <a:off x="6867144" y="7360920"/>
            <a:ext cx="2432304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90" b="0">
                <a:solidFill>
                  <a:srgbClr val="101010"/>
                </a:solidFill>
                <a:latin typeface="Times New Roman"/>
              </a:defRPr>
            </a:pPr>
            <a:r>
              <a:t>Granule fragmentation</a:t>
            </a:r>
          </a:p>
        </p:txBody>
      </p:sp>
      <p:sp>
        <p:nvSpPr>
          <p:cNvPr id="249" name="•"/>
          <p:cNvSpPr txBox="1"/>
          <p:nvPr/>
        </p:nvSpPr>
        <p:spPr>
          <a:xfrm>
            <a:off x="6702552" y="7543800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9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50" name="Weakened hydrogen bonding"/>
          <p:cNvSpPr txBox="1"/>
          <p:nvPr/>
        </p:nvSpPr>
        <p:spPr>
          <a:xfrm>
            <a:off x="6867144" y="7543800"/>
            <a:ext cx="2432304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90" b="0">
                <a:solidFill>
                  <a:srgbClr val="101010"/>
                </a:solidFill>
                <a:latin typeface="Times New Roman"/>
              </a:defRPr>
            </a:pPr>
            <a:r>
              <a:t>Weakened hydrogen bonding</a:t>
            </a:r>
          </a:p>
        </p:txBody>
      </p:sp>
      <p:sp>
        <p:nvSpPr>
          <p:cNvPr id="251" name="•"/>
          <p:cNvSpPr txBox="1"/>
          <p:nvPr/>
        </p:nvSpPr>
        <p:spPr>
          <a:xfrm>
            <a:off x="6702552" y="7726679"/>
            <a:ext cx="10058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90" b="0">
                <a:solidFill>
                  <a:srgbClr val="101010"/>
                </a:solidFill>
                <a:latin typeface="Times New Roman"/>
              </a:defRPr>
            </a:pPr>
            <a:r>
              <a:t>•</a:t>
            </a:r>
          </a:p>
        </p:txBody>
      </p:sp>
      <p:sp>
        <p:nvSpPr>
          <p:cNvPr id="252" name="Chain disorder and loosened packing"/>
          <p:cNvSpPr txBox="1"/>
          <p:nvPr/>
        </p:nvSpPr>
        <p:spPr>
          <a:xfrm>
            <a:off x="6867144" y="7726679"/>
            <a:ext cx="2432304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90" b="0">
                <a:solidFill>
                  <a:srgbClr val="101010"/>
                </a:solidFill>
                <a:latin typeface="Times New Roman"/>
              </a:defRPr>
            </a:pPr>
            <a:r>
              <a:t>Chain disorder and loosened packing</a:t>
            </a:r>
          </a:p>
        </p:txBody>
      </p:sp>
      <p:sp>
        <p:nvSpPr>
          <p:cNvPr id="253" name="Down Arrow 252"/>
          <p:cNvSpPr/>
          <p:nvPr/>
        </p:nvSpPr>
        <p:spPr>
          <a:xfrm>
            <a:off x="4315968" y="8037575"/>
            <a:ext cx="640080" cy="521207"/>
          </a:xfrm>
          <a:prstGeom prst="downArrow">
            <a:avLst/>
          </a:prstGeom>
          <a:ln>
            <a:noFill/>
          </a:ln>
          <a:gradFill>
            <a:gsLst>
              <a:gs pos="0">
                <a:srgbClr val="F3F3F3"/>
              </a:gs>
              <a:gs pos="100000">
                <a:srgbClr val="737373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420624" y="9729216"/>
            <a:ext cx="256032" cy="1819656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+"/>
          <p:cNvSpPr txBox="1"/>
          <p:nvPr/>
        </p:nvSpPr>
        <p:spPr>
          <a:xfrm>
            <a:off x="420624" y="9983967"/>
            <a:ext cx="256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56" name="+"/>
          <p:cNvSpPr txBox="1"/>
          <p:nvPr/>
        </p:nvSpPr>
        <p:spPr>
          <a:xfrm>
            <a:off x="420624" y="10366095"/>
            <a:ext cx="256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57" name="+"/>
          <p:cNvSpPr txBox="1"/>
          <p:nvPr/>
        </p:nvSpPr>
        <p:spPr>
          <a:xfrm>
            <a:off x="420624" y="10748223"/>
            <a:ext cx="256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58" name="+"/>
          <p:cNvSpPr txBox="1"/>
          <p:nvPr/>
        </p:nvSpPr>
        <p:spPr>
          <a:xfrm>
            <a:off x="420624" y="11130351"/>
            <a:ext cx="256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3831336" y="9729216"/>
            <a:ext cx="246888" cy="1819656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−"/>
          <p:cNvSpPr txBox="1"/>
          <p:nvPr/>
        </p:nvSpPr>
        <p:spPr>
          <a:xfrm>
            <a:off x="3831336" y="9983967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1" name="−"/>
          <p:cNvSpPr txBox="1"/>
          <p:nvPr/>
        </p:nvSpPr>
        <p:spPr>
          <a:xfrm>
            <a:off x="3831336" y="10366095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2" name="−"/>
          <p:cNvSpPr txBox="1"/>
          <p:nvPr/>
        </p:nvSpPr>
        <p:spPr>
          <a:xfrm>
            <a:off x="3831336" y="10748223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3" name="−"/>
          <p:cNvSpPr txBox="1"/>
          <p:nvPr/>
        </p:nvSpPr>
        <p:spPr>
          <a:xfrm>
            <a:off x="3831336" y="11130351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4" name="Oval 263"/>
          <p:cNvSpPr/>
          <p:nvPr/>
        </p:nvSpPr>
        <p:spPr>
          <a:xfrm>
            <a:off x="969264" y="9665208"/>
            <a:ext cx="283464" cy="28346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−"/>
          <p:cNvSpPr txBox="1"/>
          <p:nvPr/>
        </p:nvSpPr>
        <p:spPr>
          <a:xfrm>
            <a:off x="969264" y="9721900"/>
            <a:ext cx="283464" cy="192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6" name="Oval 265"/>
          <p:cNvSpPr/>
          <p:nvPr/>
        </p:nvSpPr>
        <p:spPr>
          <a:xfrm>
            <a:off x="1179576" y="10222992"/>
            <a:ext cx="283464" cy="28346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−"/>
          <p:cNvSpPr txBox="1"/>
          <p:nvPr/>
        </p:nvSpPr>
        <p:spPr>
          <a:xfrm>
            <a:off x="1179576" y="10279684"/>
            <a:ext cx="283464" cy="192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68" name="Oval 267"/>
          <p:cNvSpPr/>
          <p:nvPr/>
        </p:nvSpPr>
        <p:spPr>
          <a:xfrm>
            <a:off x="713232" y="10415016"/>
            <a:ext cx="283464" cy="28346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−"/>
          <p:cNvSpPr txBox="1"/>
          <p:nvPr/>
        </p:nvSpPr>
        <p:spPr>
          <a:xfrm>
            <a:off x="713232" y="10471708"/>
            <a:ext cx="283464" cy="192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70" name="Oval 269"/>
          <p:cNvSpPr/>
          <p:nvPr/>
        </p:nvSpPr>
        <p:spPr>
          <a:xfrm>
            <a:off x="850392" y="10954512"/>
            <a:ext cx="283464" cy="28346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−"/>
          <p:cNvSpPr txBox="1"/>
          <p:nvPr/>
        </p:nvSpPr>
        <p:spPr>
          <a:xfrm>
            <a:off x="850392" y="11011204"/>
            <a:ext cx="283464" cy="192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2350008" y="9656064"/>
            <a:ext cx="374904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3" name="Connector 272"/>
          <p:cNvCxnSpPr/>
          <p:nvPr/>
        </p:nvCxnSpPr>
        <p:spPr>
          <a:xfrm>
            <a:off x="2414016" y="9701784"/>
            <a:ext cx="246888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+"/>
          <p:cNvSpPr txBox="1"/>
          <p:nvPr/>
        </p:nvSpPr>
        <p:spPr>
          <a:xfrm>
            <a:off x="2359152" y="9697669"/>
            <a:ext cx="35661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3410712" y="9985248"/>
            <a:ext cx="374904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>
            <a:off x="3474720" y="10030968"/>
            <a:ext cx="246888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+"/>
          <p:cNvSpPr txBox="1"/>
          <p:nvPr/>
        </p:nvSpPr>
        <p:spPr>
          <a:xfrm>
            <a:off x="3419856" y="10026853"/>
            <a:ext cx="35661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2788920" y="10634472"/>
            <a:ext cx="374904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>
            <a:off x="2852928" y="10680192"/>
            <a:ext cx="246888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+"/>
          <p:cNvSpPr txBox="1"/>
          <p:nvPr/>
        </p:nvSpPr>
        <p:spPr>
          <a:xfrm>
            <a:off x="2798064" y="10676077"/>
            <a:ext cx="35661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3182112" y="11109960"/>
            <a:ext cx="374904" cy="32004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>
            <a:off x="3246120" y="11155680"/>
            <a:ext cx="246888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+"/>
          <p:cNvSpPr txBox="1"/>
          <p:nvPr/>
        </p:nvSpPr>
        <p:spPr>
          <a:xfrm>
            <a:off x="3191256" y="11151565"/>
            <a:ext cx="35661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2779776" y="9884664"/>
            <a:ext cx="1005839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Freeform 284"/>
          <p:cNvSpPr/>
          <p:nvPr/>
        </p:nvSpPr>
        <p:spPr>
          <a:xfrm>
            <a:off x="3694176" y="983894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Connector 285"/>
          <p:cNvCxnSpPr/>
          <p:nvPr/>
        </p:nvCxnSpPr>
        <p:spPr>
          <a:xfrm>
            <a:off x="2999232" y="10515600"/>
            <a:ext cx="786383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Freeform 286"/>
          <p:cNvSpPr/>
          <p:nvPr/>
        </p:nvSpPr>
        <p:spPr>
          <a:xfrm>
            <a:off x="3694176" y="1046988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Connector 287"/>
          <p:cNvCxnSpPr/>
          <p:nvPr/>
        </p:nvCxnSpPr>
        <p:spPr>
          <a:xfrm>
            <a:off x="3209544" y="11073384"/>
            <a:ext cx="576071" cy="0"/>
          </a:xfrm>
          <a:prstGeom prst="line">
            <a:avLst/>
          </a:prstGeom>
          <a:ln w="12700">
            <a:solidFill>
              <a:srgbClr val="DE6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Freeform 288"/>
          <p:cNvSpPr/>
          <p:nvPr/>
        </p:nvSpPr>
        <p:spPr>
          <a:xfrm>
            <a:off x="3694176" y="1102766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DE6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0" name="Connector 289"/>
          <p:cNvCxnSpPr/>
          <p:nvPr/>
        </p:nvCxnSpPr>
        <p:spPr>
          <a:xfrm flipH="1">
            <a:off x="731520" y="10158984"/>
            <a:ext cx="521208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Freeform 290"/>
          <p:cNvSpPr/>
          <p:nvPr/>
        </p:nvSpPr>
        <p:spPr>
          <a:xfrm>
            <a:off x="731520" y="1011326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 flipH="1">
            <a:off x="1033271" y="10652760"/>
            <a:ext cx="484633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Freeform 292"/>
          <p:cNvSpPr/>
          <p:nvPr/>
        </p:nvSpPr>
        <p:spPr>
          <a:xfrm>
            <a:off x="1033272" y="106070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4" name="Connector 293"/>
          <p:cNvCxnSpPr/>
          <p:nvPr/>
        </p:nvCxnSpPr>
        <p:spPr>
          <a:xfrm flipH="1">
            <a:off x="886968" y="11548872"/>
            <a:ext cx="1307592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Freeform 294"/>
          <p:cNvSpPr/>
          <p:nvPr/>
        </p:nvSpPr>
        <p:spPr>
          <a:xfrm>
            <a:off x="886968" y="1150315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8" name="Starch granule — editable vector group"/>
          <p:cNvGrpSpPr/>
          <p:nvPr/>
        </p:nvGrpSpPr>
        <p:grpSpPr>
          <a:xfrm>
            <a:off x="1527048" y="9966960"/>
            <a:ext cx="978408" cy="868680"/>
            <a:chOff x="1527048" y="9966960"/>
            <a:chExt cx="978408" cy="868680"/>
          </a:xfrm>
        </p:grpSpPr>
        <p:sp>
          <p:nvSpPr>
            <p:cNvPr id="296" name="Editable starch granule"/>
            <p:cNvSpPr/>
            <p:nvPr/>
          </p:nvSpPr>
          <p:spPr>
            <a:xfrm>
              <a:off x="1527048" y="9966960"/>
              <a:ext cx="978408" cy="868680"/>
            </a:xfrm>
            <a:prstGeom prst="ellipse">
              <a:avLst/>
            </a:prstGeom>
            <a:ln w="1223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Freeform 296"/>
            <p:cNvSpPr/>
            <p:nvPr/>
          </p:nvSpPr>
          <p:spPr>
            <a:xfrm>
              <a:off x="1691640" y="10058400"/>
              <a:ext cx="274320" cy="301752"/>
            </a:xfrm>
            <a:custGeom>
              <a:avLst/>
              <a:gdLst/>
              <a:ahLst/>
              <a:cxnLst/>
              <a:rect l="l" t="t" r="r" b="b"/>
              <a:pathLst>
                <a:path w="30" h="33">
                  <a:moveTo>
                    <a:pt x="30" y="33"/>
                  </a:moveTo>
                  <a:lnTo>
                    <a:pt x="29" y="32"/>
                  </a:lnTo>
                  <a:lnTo>
                    <a:pt x="29" y="31"/>
                  </a:lnTo>
                  <a:lnTo>
                    <a:pt x="28" y="30"/>
                  </a:lnTo>
                  <a:lnTo>
                    <a:pt x="26" y="29"/>
                  </a:lnTo>
                  <a:lnTo>
                    <a:pt x="25" y="28"/>
                  </a:lnTo>
                  <a:lnTo>
                    <a:pt x="24" y="26"/>
                  </a:lnTo>
                  <a:lnTo>
                    <a:pt x="23" y="25"/>
                  </a:lnTo>
                  <a:lnTo>
                    <a:pt x="22" y="24"/>
                  </a:lnTo>
                  <a:lnTo>
                    <a:pt x="21" y="23"/>
                  </a:lnTo>
                  <a:lnTo>
                    <a:pt x="20" y="23"/>
                  </a:lnTo>
                  <a:lnTo>
                    <a:pt x="19" y="22"/>
                  </a:lnTo>
                  <a:lnTo>
                    <a:pt x="18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6" y="22"/>
                  </a:lnTo>
                  <a:lnTo>
                    <a:pt x="15" y="22"/>
                  </a:lnTo>
                  <a:lnTo>
                    <a:pt x="15" y="21"/>
                  </a:lnTo>
                  <a:lnTo>
                    <a:pt x="14" y="20"/>
                  </a:lnTo>
                  <a:lnTo>
                    <a:pt x="14" y="19"/>
                  </a:lnTo>
                  <a:lnTo>
                    <a:pt x="13" y="18"/>
                  </a:lnTo>
                  <a:lnTo>
                    <a:pt x="13" y="17"/>
                  </a:lnTo>
                  <a:lnTo>
                    <a:pt x="12" y="15"/>
                  </a:lnTo>
                  <a:lnTo>
                    <a:pt x="12" y="14"/>
                  </a:lnTo>
                  <a:lnTo>
                    <a:pt x="12" y="12"/>
                  </a:lnTo>
                  <a:lnTo>
                    <a:pt x="11" y="11"/>
                  </a:lnTo>
                  <a:lnTo>
                    <a:pt x="11" y="9"/>
                  </a:lnTo>
                  <a:lnTo>
                    <a:pt x="10" y="8"/>
                  </a:lnTo>
                  <a:lnTo>
                    <a:pt x="9" y="7"/>
                  </a:lnTo>
                  <a:lnTo>
                    <a:pt x="8" y="6"/>
                  </a:lnTo>
                  <a:lnTo>
                    <a:pt x="7" y="5"/>
                  </a:lnTo>
                  <a:lnTo>
                    <a:pt x="5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Freeform 297"/>
            <p:cNvSpPr/>
            <p:nvPr/>
          </p:nvSpPr>
          <p:spPr>
            <a:xfrm>
              <a:off x="1975104" y="10021824"/>
              <a:ext cx="118872" cy="320040"/>
            </a:xfrm>
            <a:custGeom>
              <a:avLst/>
              <a:gdLst/>
              <a:ahLst/>
              <a:cxnLst/>
              <a:rect l="l" t="t" r="r" b="b"/>
              <a:pathLst>
                <a:path w="13" h="35">
                  <a:moveTo>
                    <a:pt x="0" y="35"/>
                  </a:moveTo>
                  <a:lnTo>
                    <a:pt x="1" y="34"/>
                  </a:lnTo>
                  <a:lnTo>
                    <a:pt x="1" y="33"/>
                  </a:lnTo>
                  <a:lnTo>
                    <a:pt x="2" y="32"/>
                  </a:lnTo>
                  <a:lnTo>
                    <a:pt x="3" y="31"/>
                  </a:lnTo>
                  <a:lnTo>
                    <a:pt x="4" y="30"/>
                  </a:lnTo>
                  <a:lnTo>
                    <a:pt x="5" y="29"/>
                  </a:lnTo>
                  <a:lnTo>
                    <a:pt x="6" y="28"/>
                  </a:lnTo>
                  <a:lnTo>
                    <a:pt x="7" y="27"/>
                  </a:lnTo>
                  <a:lnTo>
                    <a:pt x="8" y="25"/>
                  </a:lnTo>
                  <a:lnTo>
                    <a:pt x="8" y="24"/>
                  </a:lnTo>
                  <a:lnTo>
                    <a:pt x="9" y="23"/>
                  </a:lnTo>
                  <a:lnTo>
                    <a:pt x="10" y="21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2" y="17"/>
                  </a:lnTo>
                  <a:lnTo>
                    <a:pt x="12" y="16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11"/>
                  </a:lnTo>
                  <a:lnTo>
                    <a:pt x="13" y="10"/>
                  </a:lnTo>
                  <a:lnTo>
                    <a:pt x="13" y="8"/>
                  </a:lnTo>
                  <a:lnTo>
                    <a:pt x="13" y="6"/>
                  </a:lnTo>
                  <a:lnTo>
                    <a:pt x="13" y="5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1"/>
                  </a:lnTo>
                  <a:lnTo>
                    <a:pt x="12" y="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Freeform 298"/>
            <p:cNvSpPr/>
            <p:nvPr/>
          </p:nvSpPr>
          <p:spPr>
            <a:xfrm>
              <a:off x="1975104" y="10204704"/>
              <a:ext cx="475488" cy="182880"/>
            </a:xfrm>
            <a:custGeom>
              <a:avLst/>
              <a:gdLst/>
              <a:ahLst/>
              <a:cxnLst/>
              <a:rect l="l" t="t" r="r" b="b"/>
              <a:pathLst>
                <a:path w="52" h="20">
                  <a:moveTo>
                    <a:pt x="0" y="20"/>
                  </a:moveTo>
                  <a:lnTo>
                    <a:pt x="1" y="19"/>
                  </a:lnTo>
                  <a:lnTo>
                    <a:pt x="3" y="18"/>
                  </a:lnTo>
                  <a:lnTo>
                    <a:pt x="5" y="18"/>
                  </a:lnTo>
                  <a:lnTo>
                    <a:pt x="7" y="17"/>
                  </a:lnTo>
                  <a:lnTo>
                    <a:pt x="10" y="16"/>
                  </a:lnTo>
                  <a:lnTo>
                    <a:pt x="12" y="15"/>
                  </a:lnTo>
                  <a:lnTo>
                    <a:pt x="14" y="14"/>
                  </a:lnTo>
                  <a:lnTo>
                    <a:pt x="16" y="13"/>
                  </a:lnTo>
                  <a:lnTo>
                    <a:pt x="18" y="13"/>
                  </a:lnTo>
                  <a:lnTo>
                    <a:pt x="20" y="13"/>
                  </a:lnTo>
                  <a:lnTo>
                    <a:pt x="22" y="13"/>
                  </a:lnTo>
                  <a:lnTo>
                    <a:pt x="23" y="13"/>
                  </a:lnTo>
                  <a:lnTo>
                    <a:pt x="25" y="13"/>
                  </a:lnTo>
                  <a:lnTo>
                    <a:pt x="26" y="13"/>
                  </a:lnTo>
                  <a:lnTo>
                    <a:pt x="28" y="13"/>
                  </a:lnTo>
                  <a:lnTo>
                    <a:pt x="29" y="13"/>
                  </a:lnTo>
                  <a:lnTo>
                    <a:pt x="31" y="13"/>
                  </a:lnTo>
                  <a:lnTo>
                    <a:pt x="32" y="13"/>
                  </a:lnTo>
                  <a:lnTo>
                    <a:pt x="34" y="12"/>
                  </a:lnTo>
                  <a:lnTo>
                    <a:pt x="35" y="12"/>
                  </a:lnTo>
                  <a:lnTo>
                    <a:pt x="37" y="11"/>
                  </a:lnTo>
                  <a:lnTo>
                    <a:pt x="38" y="10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3" y="7"/>
                  </a:lnTo>
                  <a:lnTo>
                    <a:pt x="44" y="6"/>
                  </a:lnTo>
                  <a:lnTo>
                    <a:pt x="45" y="5"/>
                  </a:lnTo>
                  <a:lnTo>
                    <a:pt x="46" y="5"/>
                  </a:lnTo>
                  <a:lnTo>
                    <a:pt x="47" y="4"/>
                  </a:lnTo>
                  <a:lnTo>
                    <a:pt x="48" y="3"/>
                  </a:lnTo>
                  <a:lnTo>
                    <a:pt x="49" y="2"/>
                  </a:lnTo>
                  <a:lnTo>
                    <a:pt x="50" y="2"/>
                  </a:lnTo>
                  <a:lnTo>
                    <a:pt x="50" y="1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2" y="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Freeform 299"/>
            <p:cNvSpPr/>
            <p:nvPr/>
          </p:nvSpPr>
          <p:spPr>
            <a:xfrm>
              <a:off x="1993392" y="10405872"/>
              <a:ext cx="484632" cy="182880"/>
            </a:xfrm>
            <a:custGeom>
              <a:avLst/>
              <a:gdLst/>
              <a:ahLst/>
              <a:cxnLst/>
              <a:rect l="l" t="t" r="r" b="b"/>
              <a:pathLst>
                <a:path w="53" h="20">
                  <a:moveTo>
                    <a:pt x="0" y="0"/>
                  </a:moveTo>
                  <a:lnTo>
                    <a:pt x="1" y="1"/>
                  </a:lnTo>
                  <a:lnTo>
                    <a:pt x="3" y="2"/>
                  </a:lnTo>
                  <a:lnTo>
                    <a:pt x="4" y="3"/>
                  </a:lnTo>
                  <a:lnTo>
                    <a:pt x="6" y="4"/>
                  </a:lnTo>
                  <a:lnTo>
                    <a:pt x="7" y="6"/>
                  </a:lnTo>
                  <a:lnTo>
                    <a:pt x="9" y="7"/>
                  </a:lnTo>
                  <a:lnTo>
                    <a:pt x="11" y="8"/>
                  </a:lnTo>
                  <a:lnTo>
                    <a:pt x="13" y="9"/>
                  </a:lnTo>
                  <a:lnTo>
                    <a:pt x="14" y="10"/>
                  </a:lnTo>
                  <a:lnTo>
                    <a:pt x="16" y="11"/>
                  </a:lnTo>
                  <a:lnTo>
                    <a:pt x="17" y="11"/>
                  </a:lnTo>
                  <a:lnTo>
                    <a:pt x="18" y="12"/>
                  </a:lnTo>
                  <a:lnTo>
                    <a:pt x="19" y="12"/>
                  </a:lnTo>
                  <a:lnTo>
                    <a:pt x="21" y="13"/>
                  </a:lnTo>
                  <a:lnTo>
                    <a:pt x="22" y="13"/>
                  </a:lnTo>
                  <a:lnTo>
                    <a:pt x="23" y="13"/>
                  </a:lnTo>
                  <a:lnTo>
                    <a:pt x="25" y="14"/>
                  </a:lnTo>
                  <a:lnTo>
                    <a:pt x="26" y="14"/>
                  </a:lnTo>
                  <a:lnTo>
                    <a:pt x="28" y="14"/>
                  </a:lnTo>
                  <a:lnTo>
                    <a:pt x="30" y="14"/>
                  </a:lnTo>
                  <a:lnTo>
                    <a:pt x="32" y="13"/>
                  </a:lnTo>
                  <a:lnTo>
                    <a:pt x="34" y="13"/>
                  </a:lnTo>
                  <a:lnTo>
                    <a:pt x="36" y="13"/>
                  </a:lnTo>
                  <a:lnTo>
                    <a:pt x="38" y="13"/>
                  </a:lnTo>
                  <a:lnTo>
                    <a:pt x="40" y="13"/>
                  </a:lnTo>
                  <a:lnTo>
                    <a:pt x="42" y="13"/>
                  </a:lnTo>
                  <a:lnTo>
                    <a:pt x="43" y="13"/>
                  </a:lnTo>
                  <a:lnTo>
                    <a:pt x="45" y="13"/>
                  </a:lnTo>
                  <a:lnTo>
                    <a:pt x="46" y="14"/>
                  </a:lnTo>
                  <a:lnTo>
                    <a:pt x="47" y="15"/>
                  </a:lnTo>
                  <a:lnTo>
                    <a:pt x="48" y="16"/>
                  </a:lnTo>
                  <a:lnTo>
                    <a:pt x="50" y="17"/>
                  </a:lnTo>
                  <a:lnTo>
                    <a:pt x="51" y="18"/>
                  </a:lnTo>
                  <a:lnTo>
                    <a:pt x="51" y="19"/>
                  </a:lnTo>
                  <a:lnTo>
                    <a:pt x="52" y="20"/>
                  </a:lnTo>
                  <a:lnTo>
                    <a:pt x="53" y="2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Freeform 300"/>
            <p:cNvSpPr/>
            <p:nvPr/>
          </p:nvSpPr>
          <p:spPr>
            <a:xfrm>
              <a:off x="1847088" y="10442448"/>
              <a:ext cx="128016" cy="347472"/>
            </a:xfrm>
            <a:custGeom>
              <a:avLst/>
              <a:gdLst/>
              <a:ahLst/>
              <a:cxnLst/>
              <a:rect l="l" t="t" r="r" b="b"/>
              <a:pathLst>
                <a:path w="14" h="38">
                  <a:moveTo>
                    <a:pt x="14" y="0"/>
                  </a:moveTo>
                  <a:lnTo>
                    <a:pt x="14" y="1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10" y="6"/>
                  </a:lnTo>
                  <a:lnTo>
                    <a:pt x="9" y="8"/>
                  </a:lnTo>
                  <a:lnTo>
                    <a:pt x="8" y="10"/>
                  </a:lnTo>
                  <a:lnTo>
                    <a:pt x="7" y="12"/>
                  </a:lnTo>
                  <a:lnTo>
                    <a:pt x="6" y="14"/>
                  </a:lnTo>
                  <a:lnTo>
                    <a:pt x="6" y="15"/>
                  </a:lnTo>
                  <a:lnTo>
                    <a:pt x="5" y="17"/>
                  </a:lnTo>
                  <a:lnTo>
                    <a:pt x="6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7" y="22"/>
                  </a:lnTo>
                  <a:lnTo>
                    <a:pt x="7" y="23"/>
                  </a:lnTo>
                  <a:lnTo>
                    <a:pt x="8" y="24"/>
                  </a:lnTo>
                  <a:lnTo>
                    <a:pt x="8" y="26"/>
                  </a:lnTo>
                  <a:lnTo>
                    <a:pt x="8" y="27"/>
                  </a:lnTo>
                  <a:lnTo>
                    <a:pt x="7" y="28"/>
                  </a:lnTo>
                  <a:lnTo>
                    <a:pt x="7" y="30"/>
                  </a:lnTo>
                  <a:lnTo>
                    <a:pt x="6" y="31"/>
                  </a:lnTo>
                  <a:lnTo>
                    <a:pt x="5" y="33"/>
                  </a:lnTo>
                  <a:lnTo>
                    <a:pt x="4" y="34"/>
                  </a:lnTo>
                  <a:lnTo>
                    <a:pt x="3" y="35"/>
                  </a:lnTo>
                  <a:lnTo>
                    <a:pt x="2" y="36"/>
                  </a:lnTo>
                  <a:lnTo>
                    <a:pt x="1" y="37"/>
                  </a:lnTo>
                  <a:lnTo>
                    <a:pt x="0" y="38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Freeform 301"/>
            <p:cNvSpPr/>
            <p:nvPr/>
          </p:nvSpPr>
          <p:spPr>
            <a:xfrm>
              <a:off x="1572768" y="10405872"/>
              <a:ext cx="374904" cy="128016"/>
            </a:xfrm>
            <a:custGeom>
              <a:avLst/>
              <a:gdLst/>
              <a:ahLst/>
              <a:cxnLst/>
              <a:rect l="l" t="t" r="r" b="b"/>
              <a:pathLst>
                <a:path w="41" h="14">
                  <a:moveTo>
                    <a:pt x="41" y="0"/>
                  </a:moveTo>
                  <a:lnTo>
                    <a:pt x="40" y="1"/>
                  </a:lnTo>
                  <a:lnTo>
                    <a:pt x="39" y="1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3"/>
                  </a:lnTo>
                  <a:lnTo>
                    <a:pt x="32" y="3"/>
                  </a:lnTo>
                  <a:lnTo>
                    <a:pt x="30" y="4"/>
                  </a:lnTo>
                  <a:lnTo>
                    <a:pt x="29" y="4"/>
                  </a:lnTo>
                  <a:lnTo>
                    <a:pt x="27" y="5"/>
                  </a:lnTo>
                  <a:lnTo>
                    <a:pt x="26" y="6"/>
                  </a:lnTo>
                  <a:lnTo>
                    <a:pt x="24" y="7"/>
                  </a:lnTo>
                  <a:lnTo>
                    <a:pt x="23" y="8"/>
                  </a:lnTo>
                  <a:lnTo>
                    <a:pt x="22" y="9"/>
                  </a:lnTo>
                  <a:lnTo>
                    <a:pt x="21" y="10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7" y="13"/>
                  </a:lnTo>
                  <a:lnTo>
                    <a:pt x="15" y="14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4"/>
                  </a:lnTo>
                  <a:lnTo>
                    <a:pt x="6" y="14"/>
                  </a:lnTo>
                  <a:lnTo>
                    <a:pt x="4" y="13"/>
                  </a:lnTo>
                  <a:lnTo>
                    <a:pt x="3" y="13"/>
                  </a:lnTo>
                  <a:lnTo>
                    <a:pt x="1" y="13"/>
                  </a:lnTo>
                  <a:lnTo>
                    <a:pt x="0" y="13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Freeform 302"/>
            <p:cNvSpPr/>
            <p:nvPr/>
          </p:nvSpPr>
          <p:spPr>
            <a:xfrm>
              <a:off x="1664208" y="10524744"/>
              <a:ext cx="73152" cy="192024"/>
            </a:xfrm>
            <a:custGeom>
              <a:avLst/>
              <a:gdLst/>
              <a:ahLst/>
              <a:cxnLst/>
              <a:rect l="l" t="t" r="r" b="b"/>
              <a:pathLst>
                <a:path w="8" h="21">
                  <a:moveTo>
                    <a:pt x="7" y="0"/>
                  </a:moveTo>
                  <a:lnTo>
                    <a:pt x="8" y="1"/>
                  </a:lnTo>
                  <a:lnTo>
                    <a:pt x="8" y="2"/>
                  </a:lnTo>
                  <a:lnTo>
                    <a:pt x="8" y="3"/>
                  </a:lnTo>
                  <a:lnTo>
                    <a:pt x="8" y="5"/>
                  </a:lnTo>
                  <a:lnTo>
                    <a:pt x="8" y="7"/>
                  </a:lnTo>
                  <a:lnTo>
                    <a:pt x="8" y="9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6" y="15"/>
                  </a:lnTo>
                  <a:lnTo>
                    <a:pt x="5" y="16"/>
                  </a:lnTo>
                  <a:lnTo>
                    <a:pt x="4" y="17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0" y="21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Freeform 303"/>
            <p:cNvSpPr/>
            <p:nvPr/>
          </p:nvSpPr>
          <p:spPr>
            <a:xfrm>
              <a:off x="2157984" y="10104120"/>
              <a:ext cx="100584" cy="219456"/>
            </a:xfrm>
            <a:custGeom>
              <a:avLst/>
              <a:gdLst/>
              <a:ahLst/>
              <a:cxnLst/>
              <a:rect l="l" t="t" r="r" b="b"/>
              <a:pathLst>
                <a:path w="11" h="24">
                  <a:moveTo>
                    <a:pt x="1" y="24"/>
                  </a:moveTo>
                  <a:lnTo>
                    <a:pt x="1" y="23"/>
                  </a:lnTo>
                  <a:lnTo>
                    <a:pt x="1" y="22"/>
                  </a:lnTo>
                  <a:lnTo>
                    <a:pt x="1" y="21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1" y="13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3" y="9"/>
                  </a:lnTo>
                  <a:lnTo>
                    <a:pt x="5" y="7"/>
                  </a:lnTo>
                  <a:lnTo>
                    <a:pt x="6" y="6"/>
                  </a:lnTo>
                  <a:lnTo>
                    <a:pt x="7" y="4"/>
                  </a:lnTo>
                  <a:lnTo>
                    <a:pt x="8" y="3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11" y="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Freeform 304"/>
            <p:cNvSpPr/>
            <p:nvPr/>
          </p:nvSpPr>
          <p:spPr>
            <a:xfrm>
              <a:off x="2203704" y="10533888"/>
              <a:ext cx="64008" cy="219456"/>
            </a:xfrm>
            <a:custGeom>
              <a:avLst/>
              <a:gdLst/>
              <a:ahLst/>
              <a:cxnLst/>
              <a:rect l="l" t="t" r="r" b="b"/>
              <a:pathLst>
                <a:path w="7" h="24">
                  <a:moveTo>
                    <a:pt x="3" y="0"/>
                  </a:moveTo>
                  <a:lnTo>
                    <a:pt x="3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1" y="4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5"/>
                  </a:lnTo>
                  <a:lnTo>
                    <a:pt x="2" y="17"/>
                  </a:lnTo>
                  <a:lnTo>
                    <a:pt x="3" y="18"/>
                  </a:lnTo>
                  <a:lnTo>
                    <a:pt x="4" y="20"/>
                  </a:lnTo>
                  <a:lnTo>
                    <a:pt x="5" y="21"/>
                  </a:lnTo>
                  <a:lnTo>
                    <a:pt x="6" y="23"/>
                  </a:lnTo>
                  <a:lnTo>
                    <a:pt x="7" y="24"/>
                  </a:lnTo>
                  <a:lnTo>
                    <a:pt x="7" y="24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Freeform 305"/>
            <p:cNvSpPr/>
            <p:nvPr/>
          </p:nvSpPr>
          <p:spPr>
            <a:xfrm>
              <a:off x="1591056" y="10204704"/>
              <a:ext cx="228600" cy="54864"/>
            </a:xfrm>
            <a:custGeom>
              <a:avLst/>
              <a:gdLst/>
              <a:ahLst/>
              <a:cxnLst/>
              <a:rect l="l" t="t" r="r" b="b"/>
              <a:pathLst>
                <a:path w="25" h="6">
                  <a:moveTo>
                    <a:pt x="25" y="4"/>
                  </a:moveTo>
                  <a:lnTo>
                    <a:pt x="24" y="5"/>
                  </a:lnTo>
                  <a:lnTo>
                    <a:pt x="23" y="5"/>
                  </a:lnTo>
                  <a:lnTo>
                    <a:pt x="22" y="5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0" y="5"/>
                  </a:lnTo>
                  <a:lnTo>
                    <a:pt x="9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4" y="2"/>
                  </a:lnTo>
                  <a:lnTo>
                    <a:pt x="3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1223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Oval 306"/>
            <p:cNvSpPr/>
            <p:nvPr/>
          </p:nvSpPr>
          <p:spPr>
            <a:xfrm>
              <a:off x="1527048" y="9966960"/>
              <a:ext cx="978408" cy="868680"/>
            </a:xfrm>
            <a:prstGeom prst="ellipse">
              <a:avLst/>
            </a:prstGeom>
            <a:noFill/>
            <a:ln w="1223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1" name="Starch granule — editable vector group"/>
          <p:cNvGrpSpPr/>
          <p:nvPr/>
        </p:nvGrpSpPr>
        <p:grpSpPr>
          <a:xfrm>
            <a:off x="1353312" y="9656064"/>
            <a:ext cx="402336" cy="393192"/>
            <a:chOff x="1353312" y="9656064"/>
            <a:chExt cx="402336" cy="393192"/>
          </a:xfrm>
        </p:grpSpPr>
        <p:sp>
          <p:nvSpPr>
            <p:cNvPr id="309" name="Editable starch granule"/>
            <p:cNvSpPr/>
            <p:nvPr/>
          </p:nvSpPr>
          <p:spPr>
            <a:xfrm>
              <a:off x="1353312" y="9656064"/>
              <a:ext cx="402336" cy="393192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Freeform 309"/>
            <p:cNvSpPr/>
            <p:nvPr/>
          </p:nvSpPr>
          <p:spPr>
            <a:xfrm>
              <a:off x="1572768" y="9701784"/>
              <a:ext cx="118872" cy="128016"/>
            </a:xfrm>
            <a:custGeom>
              <a:avLst/>
              <a:gdLst/>
              <a:ahLst/>
              <a:cxnLst/>
              <a:rect l="l" t="t" r="r" b="b"/>
              <a:pathLst>
                <a:path w="13" h="14">
                  <a:moveTo>
                    <a:pt x="0" y="14"/>
                  </a:moveTo>
                  <a:lnTo>
                    <a:pt x="0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3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Freeform 310"/>
            <p:cNvSpPr/>
            <p:nvPr/>
          </p:nvSpPr>
          <p:spPr>
            <a:xfrm>
              <a:off x="1517904" y="9683496"/>
              <a:ext cx="54864" cy="137160"/>
            </a:xfrm>
            <a:custGeom>
              <a:avLst/>
              <a:gdLst/>
              <a:ahLst/>
              <a:cxnLst/>
              <a:rect l="l" t="t" r="r" b="b"/>
              <a:pathLst>
                <a:path w="6" h="15">
                  <a:moveTo>
                    <a:pt x="6" y="15"/>
                  </a:moveTo>
                  <a:lnTo>
                    <a:pt x="6" y="15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2" y="9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Freeform 311"/>
            <p:cNvSpPr/>
            <p:nvPr/>
          </p:nvSpPr>
          <p:spPr>
            <a:xfrm>
              <a:off x="1380744" y="9765792"/>
              <a:ext cx="192024" cy="82296"/>
            </a:xfrm>
            <a:custGeom>
              <a:avLst/>
              <a:gdLst/>
              <a:ahLst/>
              <a:cxnLst/>
              <a:rect l="l" t="t" r="r" b="b"/>
              <a:pathLst>
                <a:path w="21" h="9">
                  <a:moveTo>
                    <a:pt x="21" y="9"/>
                  </a:moveTo>
                  <a:lnTo>
                    <a:pt x="20" y="8"/>
                  </a:lnTo>
                  <a:lnTo>
                    <a:pt x="20" y="8"/>
                  </a:lnTo>
                  <a:lnTo>
                    <a:pt x="19" y="8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5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5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0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Freeform 312"/>
            <p:cNvSpPr/>
            <p:nvPr/>
          </p:nvSpPr>
          <p:spPr>
            <a:xfrm>
              <a:off x="1362456" y="9857232"/>
              <a:ext cx="201168" cy="82296"/>
            </a:xfrm>
            <a:custGeom>
              <a:avLst/>
              <a:gdLst/>
              <a:ahLst/>
              <a:cxnLst/>
              <a:rect l="l" t="t" r="r" b="b"/>
              <a:pathLst>
                <a:path w="22" h="9">
                  <a:moveTo>
                    <a:pt x="22" y="0"/>
                  </a:moveTo>
                  <a:lnTo>
                    <a:pt x="21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7" y="4"/>
                  </a:lnTo>
                  <a:lnTo>
                    <a:pt x="16" y="4"/>
                  </a:lnTo>
                  <a:lnTo>
                    <a:pt x="16" y="5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0" y="6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5"/>
                  </a:lnTo>
                  <a:lnTo>
                    <a:pt x="4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0" y="9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Freeform 313"/>
            <p:cNvSpPr/>
            <p:nvPr/>
          </p:nvSpPr>
          <p:spPr>
            <a:xfrm>
              <a:off x="1572768" y="9875520"/>
              <a:ext cx="45720" cy="155448"/>
            </a:xfrm>
            <a:custGeom>
              <a:avLst/>
              <a:gdLst/>
              <a:ahLst/>
              <a:cxnLst/>
              <a:rect l="l" t="t" r="r" b="b"/>
              <a:pathLst>
                <a:path w="5" h="17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7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Freeform 314"/>
            <p:cNvSpPr/>
            <p:nvPr/>
          </p:nvSpPr>
          <p:spPr>
            <a:xfrm>
              <a:off x="1581912" y="9857232"/>
              <a:ext cx="155448" cy="54864"/>
            </a:xfrm>
            <a:custGeom>
              <a:avLst/>
              <a:gdLst/>
              <a:ahLst/>
              <a:cxnLst/>
              <a:rect l="l" t="t" r="r" b="b"/>
              <a:pathLst>
                <a:path w="17" h="6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3"/>
                  </a:lnTo>
                  <a:lnTo>
                    <a:pt x="7" y="3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5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7" y="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Freeform 315"/>
            <p:cNvSpPr/>
            <p:nvPr/>
          </p:nvSpPr>
          <p:spPr>
            <a:xfrm>
              <a:off x="1673352" y="9912096"/>
              <a:ext cx="27432" cy="82296"/>
            </a:xfrm>
            <a:custGeom>
              <a:avLst/>
              <a:gdLst/>
              <a:ahLst/>
              <a:cxnLst/>
              <a:rect l="l" t="t" r="r" b="b"/>
              <a:pathLst>
                <a:path w="3" h="9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3" y="9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Freeform 316"/>
            <p:cNvSpPr/>
            <p:nvPr/>
          </p:nvSpPr>
          <p:spPr>
            <a:xfrm>
              <a:off x="1453896" y="9720072"/>
              <a:ext cx="36576" cy="100584"/>
            </a:xfrm>
            <a:custGeom>
              <a:avLst/>
              <a:gdLst/>
              <a:ahLst/>
              <a:cxnLst/>
              <a:rect l="l" t="t" r="r" b="b"/>
              <a:pathLst>
                <a:path w="4" h="11">
                  <a:moveTo>
                    <a:pt x="4" y="11"/>
                  </a:moveTo>
                  <a:lnTo>
                    <a:pt x="4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7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Freeform 317"/>
            <p:cNvSpPr/>
            <p:nvPr/>
          </p:nvSpPr>
          <p:spPr>
            <a:xfrm>
              <a:off x="1453896" y="9912096"/>
              <a:ext cx="27432" cy="100584"/>
            </a:xfrm>
            <a:custGeom>
              <a:avLst/>
              <a:gdLst/>
              <a:ahLst/>
              <a:cxnLst/>
              <a:rect l="l" t="t" r="r" b="b"/>
              <a:pathLst>
                <a:path w="3" h="11">
                  <a:moveTo>
                    <a:pt x="1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Freeform 318"/>
            <p:cNvSpPr/>
            <p:nvPr/>
          </p:nvSpPr>
          <p:spPr>
            <a:xfrm>
              <a:off x="1636776" y="9765792"/>
              <a:ext cx="91440" cy="27432"/>
            </a:xfrm>
            <a:custGeom>
              <a:avLst/>
              <a:gdLst/>
              <a:ahLst/>
              <a:cxnLst/>
              <a:rect l="l" t="t" r="r" b="b"/>
              <a:pathLst>
                <a:path w="10" h="3">
                  <a:moveTo>
                    <a:pt x="0" y="2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Oval 319"/>
            <p:cNvSpPr/>
            <p:nvPr/>
          </p:nvSpPr>
          <p:spPr>
            <a:xfrm>
              <a:off x="1353312" y="9656064"/>
              <a:ext cx="402336" cy="393192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4" name="Starch granule — editable vector group"/>
          <p:cNvGrpSpPr/>
          <p:nvPr/>
        </p:nvGrpSpPr>
        <p:grpSpPr>
          <a:xfrm>
            <a:off x="2551176" y="10177272"/>
            <a:ext cx="420624" cy="411480"/>
            <a:chOff x="2551176" y="10177272"/>
            <a:chExt cx="420624" cy="411480"/>
          </a:xfrm>
        </p:grpSpPr>
        <p:sp>
          <p:nvSpPr>
            <p:cNvPr id="322" name="Editable starch granule"/>
            <p:cNvSpPr/>
            <p:nvPr/>
          </p:nvSpPr>
          <p:spPr>
            <a:xfrm>
              <a:off x="2551176" y="10177272"/>
              <a:ext cx="420624" cy="411480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Freeform 322"/>
            <p:cNvSpPr/>
            <p:nvPr/>
          </p:nvSpPr>
          <p:spPr>
            <a:xfrm>
              <a:off x="2779776" y="10222992"/>
              <a:ext cx="118872" cy="137160"/>
            </a:xfrm>
            <a:custGeom>
              <a:avLst/>
              <a:gdLst/>
              <a:ahLst/>
              <a:cxnLst/>
              <a:rect l="l" t="t" r="r" b="b"/>
              <a:pathLst>
                <a:path w="13" h="15">
                  <a:moveTo>
                    <a:pt x="0" y="15"/>
                  </a:moveTo>
                  <a:lnTo>
                    <a:pt x="1" y="15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5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3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Freeform 323"/>
            <p:cNvSpPr/>
            <p:nvPr/>
          </p:nvSpPr>
          <p:spPr>
            <a:xfrm>
              <a:off x="2724912" y="10204704"/>
              <a:ext cx="54864" cy="146304"/>
            </a:xfrm>
            <a:custGeom>
              <a:avLst/>
              <a:gdLst/>
              <a:ahLst/>
              <a:cxnLst/>
              <a:rect l="l" t="t" r="r" b="b"/>
              <a:pathLst>
                <a:path w="6" h="16">
                  <a:moveTo>
                    <a:pt x="6" y="16"/>
                  </a:moveTo>
                  <a:lnTo>
                    <a:pt x="6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Freeform 324"/>
            <p:cNvSpPr/>
            <p:nvPr/>
          </p:nvSpPr>
          <p:spPr>
            <a:xfrm>
              <a:off x="2578608" y="10287000"/>
              <a:ext cx="201168" cy="91440"/>
            </a:xfrm>
            <a:custGeom>
              <a:avLst/>
              <a:gdLst/>
              <a:ahLst/>
              <a:cxnLst/>
              <a:rect l="l" t="t" r="r" b="b"/>
              <a:pathLst>
                <a:path w="22" h="10">
                  <a:moveTo>
                    <a:pt x="22" y="10"/>
                  </a:moveTo>
                  <a:lnTo>
                    <a:pt x="21" y="9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8"/>
                  </a:lnTo>
                  <a:lnTo>
                    <a:pt x="18" y="8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5" y="7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8" y="6"/>
                  </a:lnTo>
                  <a:lnTo>
                    <a:pt x="7" y="6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Freeform 325"/>
            <p:cNvSpPr/>
            <p:nvPr/>
          </p:nvSpPr>
          <p:spPr>
            <a:xfrm>
              <a:off x="2560320" y="10387584"/>
              <a:ext cx="210312" cy="82296"/>
            </a:xfrm>
            <a:custGeom>
              <a:avLst/>
              <a:gdLst/>
              <a:ahLst/>
              <a:cxnLst/>
              <a:rect l="l" t="t" r="r" b="b"/>
              <a:pathLst>
                <a:path w="23" h="9">
                  <a:moveTo>
                    <a:pt x="23" y="0"/>
                  </a:moveTo>
                  <a:lnTo>
                    <a:pt x="23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7" y="4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5" y="5"/>
                  </a:lnTo>
                  <a:lnTo>
                    <a:pt x="15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0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6"/>
                  </a:lnTo>
                  <a:lnTo>
                    <a:pt x="3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9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Freeform 326"/>
            <p:cNvSpPr/>
            <p:nvPr/>
          </p:nvSpPr>
          <p:spPr>
            <a:xfrm>
              <a:off x="2779776" y="10405872"/>
              <a:ext cx="54864" cy="164592"/>
            </a:xfrm>
            <a:custGeom>
              <a:avLst/>
              <a:gdLst/>
              <a:ahLst/>
              <a:cxnLst/>
              <a:rect l="l" t="t" r="r" b="b"/>
              <a:pathLst>
                <a:path w="6" h="18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6" y="17"/>
                  </a:lnTo>
                  <a:lnTo>
                    <a:pt x="6" y="18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Freeform 327"/>
            <p:cNvSpPr/>
            <p:nvPr/>
          </p:nvSpPr>
          <p:spPr>
            <a:xfrm>
              <a:off x="2788920" y="10387584"/>
              <a:ext cx="164592" cy="54864"/>
            </a:xfrm>
            <a:custGeom>
              <a:avLst/>
              <a:gdLst/>
              <a:ahLst/>
              <a:cxnLst/>
              <a:rect l="l" t="t" r="r" b="b"/>
              <a:pathLst>
                <a:path w="18" h="6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3"/>
                  </a:lnTo>
                  <a:lnTo>
                    <a:pt x="7" y="3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5" y="6"/>
                  </a:lnTo>
                  <a:lnTo>
                    <a:pt x="16" y="6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8" y="6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Freeform 328"/>
            <p:cNvSpPr/>
            <p:nvPr/>
          </p:nvSpPr>
          <p:spPr>
            <a:xfrm>
              <a:off x="2880360" y="10442448"/>
              <a:ext cx="36576" cy="91440"/>
            </a:xfrm>
            <a:custGeom>
              <a:avLst/>
              <a:gdLst/>
              <a:ahLst/>
              <a:cxnLst/>
              <a:rect l="l" t="t" r="r" b="b"/>
              <a:pathLst>
                <a:path w="4" h="10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1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Freeform 329"/>
            <p:cNvSpPr/>
            <p:nvPr/>
          </p:nvSpPr>
          <p:spPr>
            <a:xfrm>
              <a:off x="2651760" y="10241280"/>
              <a:ext cx="45720" cy="100584"/>
            </a:xfrm>
            <a:custGeom>
              <a:avLst/>
              <a:gdLst/>
              <a:ahLst/>
              <a:cxnLst/>
              <a:rect l="l" t="t" r="r" b="b"/>
              <a:pathLst>
                <a:path w="5" h="11">
                  <a:moveTo>
                    <a:pt x="5" y="11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8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Freeform 330"/>
            <p:cNvSpPr/>
            <p:nvPr/>
          </p:nvSpPr>
          <p:spPr>
            <a:xfrm>
              <a:off x="2651760" y="10442448"/>
              <a:ext cx="27432" cy="109728"/>
            </a:xfrm>
            <a:custGeom>
              <a:avLst/>
              <a:gdLst/>
              <a:ahLst/>
              <a:cxnLst/>
              <a:rect l="l" t="t" r="r" b="b"/>
              <a:pathLst>
                <a:path w="3" h="12">
                  <a:moveTo>
                    <a:pt x="2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Freeform 331"/>
            <p:cNvSpPr/>
            <p:nvPr/>
          </p:nvSpPr>
          <p:spPr>
            <a:xfrm>
              <a:off x="2843784" y="10287000"/>
              <a:ext cx="100584" cy="27432"/>
            </a:xfrm>
            <a:custGeom>
              <a:avLst/>
              <a:gdLst/>
              <a:ahLst/>
              <a:cxnLst/>
              <a:rect l="l" t="t" r="r" b="b"/>
              <a:pathLst>
                <a:path w="11" h="3">
                  <a:moveTo>
                    <a:pt x="0" y="2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8" y="2"/>
                  </a:lnTo>
                  <a:lnTo>
                    <a:pt x="9" y="2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1" y="0"/>
                  </a:lnTo>
                </a:path>
              </a:pathLst>
            </a:custGeom>
            <a:noFill/>
            <a:ln w="5715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Oval 332"/>
            <p:cNvSpPr/>
            <p:nvPr/>
          </p:nvSpPr>
          <p:spPr>
            <a:xfrm>
              <a:off x="2551176" y="10177272"/>
              <a:ext cx="420624" cy="411480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7" name="Starch granule — editable vector group"/>
          <p:cNvGrpSpPr/>
          <p:nvPr/>
        </p:nvGrpSpPr>
        <p:grpSpPr>
          <a:xfrm>
            <a:off x="1399032" y="10826496"/>
            <a:ext cx="576072" cy="576072"/>
            <a:chOff x="1399032" y="10826496"/>
            <a:chExt cx="576072" cy="576072"/>
          </a:xfrm>
        </p:grpSpPr>
        <p:sp>
          <p:nvSpPr>
            <p:cNvPr id="335" name="Editable starch granule"/>
            <p:cNvSpPr/>
            <p:nvPr/>
          </p:nvSpPr>
          <p:spPr>
            <a:xfrm>
              <a:off x="1399032" y="10826496"/>
              <a:ext cx="576072" cy="576072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Freeform 335"/>
            <p:cNvSpPr/>
            <p:nvPr/>
          </p:nvSpPr>
          <p:spPr>
            <a:xfrm>
              <a:off x="1499616" y="10890504"/>
              <a:ext cx="155448" cy="192024"/>
            </a:xfrm>
            <a:custGeom>
              <a:avLst/>
              <a:gdLst/>
              <a:ahLst/>
              <a:cxnLst/>
              <a:rect l="l" t="t" r="r" b="b"/>
              <a:pathLst>
                <a:path w="17" h="21">
                  <a:moveTo>
                    <a:pt x="17" y="21"/>
                  </a:moveTo>
                  <a:lnTo>
                    <a:pt x="17" y="2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5" y="19"/>
                  </a:lnTo>
                  <a:lnTo>
                    <a:pt x="14" y="18"/>
                  </a:lnTo>
                  <a:lnTo>
                    <a:pt x="14" y="17"/>
                  </a:lnTo>
                  <a:lnTo>
                    <a:pt x="13" y="16"/>
                  </a:lnTo>
                  <a:lnTo>
                    <a:pt x="12" y="16"/>
                  </a:lnTo>
                  <a:lnTo>
                    <a:pt x="12" y="15"/>
                  </a:lnTo>
                  <a:lnTo>
                    <a:pt x="11" y="15"/>
                  </a:lnTo>
                  <a:lnTo>
                    <a:pt x="11" y="14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7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7" y="9"/>
                  </a:lnTo>
                  <a:lnTo>
                    <a:pt x="6" y="8"/>
                  </a:lnTo>
                  <a:lnTo>
                    <a:pt x="6" y="7"/>
                  </a:lnTo>
                  <a:lnTo>
                    <a:pt x="6" y="6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Freeform 336"/>
            <p:cNvSpPr/>
            <p:nvPr/>
          </p:nvSpPr>
          <p:spPr>
            <a:xfrm>
              <a:off x="1664208" y="10863072"/>
              <a:ext cx="73152" cy="210312"/>
            </a:xfrm>
            <a:custGeom>
              <a:avLst/>
              <a:gdLst/>
              <a:ahLst/>
              <a:cxnLst/>
              <a:rect l="l" t="t" r="r" b="b"/>
              <a:pathLst>
                <a:path w="8" h="23">
                  <a:moveTo>
                    <a:pt x="0" y="23"/>
                  </a:moveTo>
                  <a:lnTo>
                    <a:pt x="0" y="23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4" y="18"/>
                  </a:lnTo>
                  <a:lnTo>
                    <a:pt x="4" y="17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3"/>
                  </a:lnTo>
                  <a:lnTo>
                    <a:pt x="7" y="2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Freeform 337"/>
            <p:cNvSpPr/>
            <p:nvPr/>
          </p:nvSpPr>
          <p:spPr>
            <a:xfrm>
              <a:off x="1664208" y="10981944"/>
              <a:ext cx="274320" cy="118872"/>
            </a:xfrm>
            <a:custGeom>
              <a:avLst/>
              <a:gdLst/>
              <a:ahLst/>
              <a:cxnLst/>
              <a:rect l="l" t="t" r="r" b="b"/>
              <a:pathLst>
                <a:path w="30" h="13">
                  <a:moveTo>
                    <a:pt x="0" y="13"/>
                  </a:moveTo>
                  <a:lnTo>
                    <a:pt x="1" y="13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10" y="9"/>
                  </a:lnTo>
                  <a:lnTo>
                    <a:pt x="11" y="9"/>
                  </a:lnTo>
                  <a:lnTo>
                    <a:pt x="12" y="9"/>
                  </a:lnTo>
                  <a:lnTo>
                    <a:pt x="13" y="9"/>
                  </a:lnTo>
                  <a:lnTo>
                    <a:pt x="14" y="9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7" y="9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20" y="8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3" y="6"/>
                  </a:lnTo>
                  <a:lnTo>
                    <a:pt x="24" y="6"/>
                  </a:lnTo>
                  <a:lnTo>
                    <a:pt x="25" y="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0" y="0"/>
                  </a:lnTo>
                  <a:lnTo>
                    <a:pt x="30" y="0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Freeform 338"/>
            <p:cNvSpPr/>
            <p:nvPr/>
          </p:nvSpPr>
          <p:spPr>
            <a:xfrm>
              <a:off x="1673352" y="11119104"/>
              <a:ext cx="283464" cy="118872"/>
            </a:xfrm>
            <a:custGeom>
              <a:avLst/>
              <a:gdLst/>
              <a:ahLst/>
              <a:cxnLst/>
              <a:rect l="l" t="t" r="r" b="b"/>
              <a:pathLst>
                <a:path w="31" h="13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4" y="4"/>
                  </a:lnTo>
                  <a:lnTo>
                    <a:pt x="5" y="4"/>
                  </a:lnTo>
                  <a:lnTo>
                    <a:pt x="7" y="5"/>
                  </a:lnTo>
                  <a:lnTo>
                    <a:pt x="8" y="6"/>
                  </a:lnTo>
                  <a:lnTo>
                    <a:pt x="8" y="6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2" y="8"/>
                  </a:lnTo>
                  <a:lnTo>
                    <a:pt x="13" y="8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7" y="9"/>
                  </a:lnTo>
                  <a:lnTo>
                    <a:pt x="19" y="9"/>
                  </a:lnTo>
                  <a:lnTo>
                    <a:pt x="20" y="9"/>
                  </a:lnTo>
                  <a:lnTo>
                    <a:pt x="21" y="8"/>
                  </a:lnTo>
                  <a:lnTo>
                    <a:pt x="22" y="8"/>
                  </a:lnTo>
                  <a:lnTo>
                    <a:pt x="23" y="8"/>
                  </a:lnTo>
                  <a:lnTo>
                    <a:pt x="24" y="8"/>
                  </a:lnTo>
                  <a:lnTo>
                    <a:pt x="25" y="8"/>
                  </a:lnTo>
                  <a:lnTo>
                    <a:pt x="26" y="9"/>
                  </a:lnTo>
                  <a:lnTo>
                    <a:pt x="27" y="9"/>
                  </a:lnTo>
                  <a:lnTo>
                    <a:pt x="28" y="10"/>
                  </a:lnTo>
                  <a:lnTo>
                    <a:pt x="29" y="10"/>
                  </a:lnTo>
                  <a:lnTo>
                    <a:pt x="29" y="11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1" y="13"/>
                  </a:lnTo>
                  <a:lnTo>
                    <a:pt x="31" y="13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Freeform 339"/>
            <p:cNvSpPr/>
            <p:nvPr/>
          </p:nvSpPr>
          <p:spPr>
            <a:xfrm>
              <a:off x="1591056" y="11146536"/>
              <a:ext cx="73152" cy="228600"/>
            </a:xfrm>
            <a:custGeom>
              <a:avLst/>
              <a:gdLst/>
              <a:ahLst/>
              <a:cxnLst/>
              <a:rect l="l" t="t" r="r" b="b"/>
              <a:pathLst>
                <a:path w="8" h="25">
                  <a:moveTo>
                    <a:pt x="8" y="0"/>
                  </a:moveTo>
                  <a:lnTo>
                    <a:pt x="8" y="0"/>
                  </a:lnTo>
                  <a:lnTo>
                    <a:pt x="7" y="1"/>
                  </a:lnTo>
                  <a:lnTo>
                    <a:pt x="6" y="2"/>
                  </a:lnTo>
                  <a:lnTo>
                    <a:pt x="6" y="4"/>
                  </a:lnTo>
                  <a:lnTo>
                    <a:pt x="5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0" y="24"/>
                  </a:lnTo>
                  <a:lnTo>
                    <a:pt x="0" y="25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Freeform 340"/>
            <p:cNvSpPr/>
            <p:nvPr/>
          </p:nvSpPr>
          <p:spPr>
            <a:xfrm>
              <a:off x="1426464" y="11119104"/>
              <a:ext cx="219456" cy="82296"/>
            </a:xfrm>
            <a:custGeom>
              <a:avLst/>
              <a:gdLst/>
              <a:ahLst/>
              <a:cxnLst/>
              <a:rect l="l" t="t" r="r" b="b"/>
              <a:pathLst>
                <a:path w="24" h="9">
                  <a:moveTo>
                    <a:pt x="24" y="0"/>
                  </a:moveTo>
                  <a:lnTo>
                    <a:pt x="24" y="0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8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4" y="5"/>
                  </a:lnTo>
                  <a:lnTo>
                    <a:pt x="13" y="6"/>
                  </a:lnTo>
                  <a:lnTo>
                    <a:pt x="12" y="7"/>
                  </a:lnTo>
                  <a:lnTo>
                    <a:pt x="11" y="7"/>
                  </a:lnTo>
                  <a:lnTo>
                    <a:pt x="11" y="8"/>
                  </a:lnTo>
                  <a:lnTo>
                    <a:pt x="10" y="9"/>
                  </a:lnTo>
                  <a:lnTo>
                    <a:pt x="9" y="9"/>
                  </a:lnTo>
                  <a:lnTo>
                    <a:pt x="8" y="9"/>
                  </a:lnTo>
                  <a:lnTo>
                    <a:pt x="7" y="9"/>
                  </a:lnTo>
                  <a:lnTo>
                    <a:pt x="6" y="9"/>
                  </a:lnTo>
                  <a:lnTo>
                    <a:pt x="5" y="9"/>
                  </a:lnTo>
                  <a:lnTo>
                    <a:pt x="4" y="9"/>
                  </a:lnTo>
                  <a:lnTo>
                    <a:pt x="3" y="9"/>
                  </a:lnTo>
                  <a:lnTo>
                    <a:pt x="2" y="9"/>
                  </a:lnTo>
                  <a:lnTo>
                    <a:pt x="1" y="8"/>
                  </a:lnTo>
                  <a:lnTo>
                    <a:pt x="0" y="8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Freeform 341"/>
            <p:cNvSpPr/>
            <p:nvPr/>
          </p:nvSpPr>
          <p:spPr>
            <a:xfrm>
              <a:off x="1481328" y="11192256"/>
              <a:ext cx="45720" cy="128016"/>
            </a:xfrm>
            <a:custGeom>
              <a:avLst/>
              <a:gdLst/>
              <a:ahLst/>
              <a:cxnLst/>
              <a:rect l="l" t="t" r="r" b="b"/>
              <a:pathLst>
                <a:path w="5" h="14">
                  <a:moveTo>
                    <a:pt x="4" y="0"/>
                  </a:moveTo>
                  <a:lnTo>
                    <a:pt x="4" y="1"/>
                  </a:lnTo>
                  <a:lnTo>
                    <a:pt x="4" y="2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7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0" y="14"/>
                  </a:lnTo>
                  <a:lnTo>
                    <a:pt x="0" y="14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Freeform 342"/>
            <p:cNvSpPr/>
            <p:nvPr/>
          </p:nvSpPr>
          <p:spPr>
            <a:xfrm>
              <a:off x="1773936" y="10917936"/>
              <a:ext cx="54864" cy="146304"/>
            </a:xfrm>
            <a:custGeom>
              <a:avLst/>
              <a:gdLst/>
              <a:ahLst/>
              <a:cxnLst/>
              <a:rect l="l" t="t" r="r" b="b"/>
              <a:pathLst>
                <a:path w="6" h="16">
                  <a:moveTo>
                    <a:pt x="0" y="16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2" y="6"/>
                  </a:lnTo>
                  <a:lnTo>
                    <a:pt x="2" y="5"/>
                  </a:lnTo>
                  <a:lnTo>
                    <a:pt x="3" y="4"/>
                  </a:lnTo>
                  <a:lnTo>
                    <a:pt x="4" y="3"/>
                  </a:lnTo>
                  <a:lnTo>
                    <a:pt x="5" y="2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0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Freeform 343"/>
            <p:cNvSpPr/>
            <p:nvPr/>
          </p:nvSpPr>
          <p:spPr>
            <a:xfrm>
              <a:off x="1792224" y="11201400"/>
              <a:ext cx="45720" cy="146304"/>
            </a:xfrm>
            <a:custGeom>
              <a:avLst/>
              <a:gdLst/>
              <a:ahLst/>
              <a:cxnLst/>
              <a:rect l="l" t="t" r="r" b="b"/>
              <a:pathLst>
                <a:path w="5" h="16">
                  <a:moveTo>
                    <a:pt x="2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9"/>
                  </a:lnTo>
                  <a:lnTo>
                    <a:pt x="1" y="10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3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5" y="16"/>
                  </a:lnTo>
                  <a:lnTo>
                    <a:pt x="5" y="16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Freeform 344"/>
            <p:cNvSpPr/>
            <p:nvPr/>
          </p:nvSpPr>
          <p:spPr>
            <a:xfrm>
              <a:off x="1435608" y="10981944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5" h="5">
                  <a:moveTo>
                    <a:pt x="15" y="3"/>
                  </a:moveTo>
                  <a:lnTo>
                    <a:pt x="14" y="3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5"/>
                  </a:lnTo>
                  <a:lnTo>
                    <a:pt x="8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720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Oval 345"/>
            <p:cNvSpPr/>
            <p:nvPr/>
          </p:nvSpPr>
          <p:spPr>
            <a:xfrm>
              <a:off x="1399032" y="10826496"/>
              <a:ext cx="576072" cy="576072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Starch granule — editable vector group"/>
          <p:cNvGrpSpPr/>
          <p:nvPr/>
        </p:nvGrpSpPr>
        <p:grpSpPr>
          <a:xfrm>
            <a:off x="2176272" y="10872216"/>
            <a:ext cx="484632" cy="475488"/>
            <a:chOff x="2176272" y="10872216"/>
            <a:chExt cx="484632" cy="475488"/>
          </a:xfrm>
        </p:grpSpPr>
        <p:sp>
          <p:nvSpPr>
            <p:cNvPr id="348" name="Editable starch granule"/>
            <p:cNvSpPr/>
            <p:nvPr/>
          </p:nvSpPr>
          <p:spPr>
            <a:xfrm>
              <a:off x="2176272" y="10872216"/>
              <a:ext cx="484632" cy="475488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Freeform 348"/>
            <p:cNvSpPr/>
            <p:nvPr/>
          </p:nvSpPr>
          <p:spPr>
            <a:xfrm>
              <a:off x="2441448" y="10927080"/>
              <a:ext cx="137160" cy="155448"/>
            </a:xfrm>
            <a:custGeom>
              <a:avLst/>
              <a:gdLst/>
              <a:ahLst/>
              <a:cxnLst/>
              <a:rect l="l" t="t" r="r" b="b"/>
              <a:pathLst>
                <a:path w="15" h="17">
                  <a:moveTo>
                    <a:pt x="0" y="17"/>
                  </a:moveTo>
                  <a:lnTo>
                    <a:pt x="0" y="17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2" y="15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7" y="12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9" y="9"/>
                  </a:lnTo>
                  <a:lnTo>
                    <a:pt x="9" y="9"/>
                  </a:lnTo>
                  <a:lnTo>
                    <a:pt x="9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4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5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Freeform 349"/>
            <p:cNvSpPr/>
            <p:nvPr/>
          </p:nvSpPr>
          <p:spPr>
            <a:xfrm>
              <a:off x="2377440" y="10899648"/>
              <a:ext cx="64008" cy="173736"/>
            </a:xfrm>
            <a:custGeom>
              <a:avLst/>
              <a:gdLst/>
              <a:ahLst/>
              <a:cxnLst/>
              <a:rect l="l" t="t" r="r" b="b"/>
              <a:pathLst>
                <a:path w="7" h="19">
                  <a:moveTo>
                    <a:pt x="7" y="19"/>
                  </a:moveTo>
                  <a:lnTo>
                    <a:pt x="6" y="19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3" y="15"/>
                  </a:lnTo>
                  <a:lnTo>
                    <a:pt x="3" y="14"/>
                  </a:lnTo>
                  <a:lnTo>
                    <a:pt x="3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1" y="9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Freeform 350"/>
            <p:cNvSpPr/>
            <p:nvPr/>
          </p:nvSpPr>
          <p:spPr>
            <a:xfrm>
              <a:off x="2203704" y="11000232"/>
              <a:ext cx="237744" cy="100584"/>
            </a:xfrm>
            <a:custGeom>
              <a:avLst/>
              <a:gdLst/>
              <a:ahLst/>
              <a:cxnLst/>
              <a:rect l="l" t="t" r="r" b="b"/>
              <a:pathLst>
                <a:path w="26" h="11">
                  <a:moveTo>
                    <a:pt x="26" y="11"/>
                  </a:moveTo>
                  <a:lnTo>
                    <a:pt x="25" y="11"/>
                  </a:lnTo>
                  <a:lnTo>
                    <a:pt x="24" y="10"/>
                  </a:lnTo>
                  <a:lnTo>
                    <a:pt x="23" y="10"/>
                  </a:lnTo>
                  <a:lnTo>
                    <a:pt x="22" y="9"/>
                  </a:lnTo>
                  <a:lnTo>
                    <a:pt x="21" y="9"/>
                  </a:lnTo>
                  <a:lnTo>
                    <a:pt x="20" y="8"/>
                  </a:lnTo>
                  <a:lnTo>
                    <a:pt x="19" y="8"/>
                  </a:lnTo>
                  <a:lnTo>
                    <a:pt x="18" y="8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5" y="7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1" y="8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8" y="7"/>
                  </a:lnTo>
                  <a:lnTo>
                    <a:pt x="7" y="6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Freeform 351"/>
            <p:cNvSpPr/>
            <p:nvPr/>
          </p:nvSpPr>
          <p:spPr>
            <a:xfrm>
              <a:off x="2194560" y="11119104"/>
              <a:ext cx="237744" cy="91440"/>
            </a:xfrm>
            <a:custGeom>
              <a:avLst/>
              <a:gdLst/>
              <a:ahLst/>
              <a:cxnLst/>
              <a:rect l="l" t="t" r="r" b="b"/>
              <a:pathLst>
                <a:path w="26" h="10">
                  <a:moveTo>
                    <a:pt x="26" y="0"/>
                  </a:moveTo>
                  <a:lnTo>
                    <a:pt x="25" y="0"/>
                  </a:lnTo>
                  <a:lnTo>
                    <a:pt x="24" y="0"/>
                  </a:lnTo>
                  <a:lnTo>
                    <a:pt x="24" y="1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1" y="3"/>
                  </a:lnTo>
                  <a:lnTo>
                    <a:pt x="20" y="4"/>
                  </a:lnTo>
                  <a:lnTo>
                    <a:pt x="19" y="4"/>
                  </a:lnTo>
                  <a:lnTo>
                    <a:pt x="19" y="5"/>
                  </a:lnTo>
                  <a:lnTo>
                    <a:pt x="18" y="5"/>
                  </a:lnTo>
                  <a:lnTo>
                    <a:pt x="17" y="5"/>
                  </a:lnTo>
                  <a:lnTo>
                    <a:pt x="17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5" y="6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1" y="7"/>
                  </a:lnTo>
                  <a:lnTo>
                    <a:pt x="10" y="7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6"/>
                  </a:lnTo>
                  <a:lnTo>
                    <a:pt x="6" y="6"/>
                  </a:lnTo>
                  <a:lnTo>
                    <a:pt x="5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Freeform 352"/>
            <p:cNvSpPr/>
            <p:nvPr/>
          </p:nvSpPr>
          <p:spPr>
            <a:xfrm>
              <a:off x="2441448" y="11137392"/>
              <a:ext cx="64008" cy="182880"/>
            </a:xfrm>
            <a:custGeom>
              <a:avLst/>
              <a:gdLst/>
              <a:ahLst/>
              <a:cxnLst/>
              <a:rect l="l" t="t" r="r" b="b"/>
              <a:pathLst>
                <a:path w="7" h="20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6" y="19"/>
                  </a:lnTo>
                  <a:lnTo>
                    <a:pt x="6" y="20"/>
                  </a:lnTo>
                  <a:lnTo>
                    <a:pt x="7" y="2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Freeform 353"/>
            <p:cNvSpPr/>
            <p:nvPr/>
          </p:nvSpPr>
          <p:spPr>
            <a:xfrm>
              <a:off x="2450592" y="11119104"/>
              <a:ext cx="182880" cy="64008"/>
            </a:xfrm>
            <a:custGeom>
              <a:avLst/>
              <a:gdLst/>
              <a:ahLst/>
              <a:cxnLst/>
              <a:rect l="l" t="t" r="r" b="b"/>
              <a:pathLst>
                <a:path w="20" h="7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0" y="5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3" y="7"/>
                  </a:lnTo>
                  <a:lnTo>
                    <a:pt x="14" y="7"/>
                  </a:lnTo>
                  <a:lnTo>
                    <a:pt x="15" y="7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19" y="6"/>
                  </a:lnTo>
                  <a:lnTo>
                    <a:pt x="20" y="6"/>
                  </a:lnTo>
                  <a:lnTo>
                    <a:pt x="20" y="6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Freeform 354"/>
            <p:cNvSpPr/>
            <p:nvPr/>
          </p:nvSpPr>
          <p:spPr>
            <a:xfrm>
              <a:off x="2560320" y="11173968"/>
              <a:ext cx="36576" cy="109728"/>
            </a:xfrm>
            <a:custGeom>
              <a:avLst/>
              <a:gdLst/>
              <a:ahLst/>
              <a:cxnLst/>
              <a:rect l="l" t="t" r="r" b="b"/>
              <a:pathLst>
                <a:path w="4" h="12">
                  <a:moveTo>
                    <a:pt x="0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4" y="12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Freeform 355"/>
            <p:cNvSpPr/>
            <p:nvPr/>
          </p:nvSpPr>
          <p:spPr>
            <a:xfrm>
              <a:off x="2295144" y="10945368"/>
              <a:ext cx="54864" cy="118872"/>
            </a:xfrm>
            <a:custGeom>
              <a:avLst/>
              <a:gdLst/>
              <a:ahLst/>
              <a:cxnLst/>
              <a:rect l="l" t="t" r="r" b="b"/>
              <a:pathLst>
                <a:path w="6" h="13">
                  <a:moveTo>
                    <a:pt x="6" y="13"/>
                  </a:moveTo>
                  <a:lnTo>
                    <a:pt x="6" y="13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Freeform 356"/>
            <p:cNvSpPr/>
            <p:nvPr/>
          </p:nvSpPr>
          <p:spPr>
            <a:xfrm>
              <a:off x="2295144" y="11183112"/>
              <a:ext cx="27432" cy="118872"/>
            </a:xfrm>
            <a:custGeom>
              <a:avLst/>
              <a:gdLst/>
              <a:ahLst/>
              <a:cxnLst/>
              <a:rect l="l" t="t" r="r" b="b"/>
              <a:pathLst>
                <a:path w="3" h="13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lnTo>
                    <a:pt x="2" y="9"/>
                  </a:lnTo>
                  <a:lnTo>
                    <a:pt x="2" y="10"/>
                  </a:lnTo>
                  <a:lnTo>
                    <a:pt x="1" y="11"/>
                  </a:lnTo>
                  <a:lnTo>
                    <a:pt x="1" y="12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3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Freeform 357"/>
            <p:cNvSpPr/>
            <p:nvPr/>
          </p:nvSpPr>
          <p:spPr>
            <a:xfrm>
              <a:off x="2514600" y="11000232"/>
              <a:ext cx="109728" cy="36576"/>
            </a:xfrm>
            <a:custGeom>
              <a:avLst/>
              <a:gdLst/>
              <a:ahLst/>
              <a:cxnLst/>
              <a:rect l="l" t="t" r="r" b="b"/>
              <a:pathLst>
                <a:path w="12" h="4">
                  <a:moveTo>
                    <a:pt x="0" y="3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6" y="4"/>
                  </a:lnTo>
                  <a:lnTo>
                    <a:pt x="7" y="3"/>
                  </a:lnTo>
                  <a:lnTo>
                    <a:pt x="7" y="3"/>
                  </a:lnTo>
                  <a:lnTo>
                    <a:pt x="8" y="3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2" y="0"/>
                  </a:lnTo>
                  <a:lnTo>
                    <a:pt x="12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Oval 358"/>
            <p:cNvSpPr/>
            <p:nvPr/>
          </p:nvSpPr>
          <p:spPr>
            <a:xfrm>
              <a:off x="2176272" y="10872216"/>
              <a:ext cx="484632" cy="475488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61" name="Rounded Rectangle 360"/>
          <p:cNvSpPr/>
          <p:nvPr/>
        </p:nvSpPr>
        <p:spPr>
          <a:xfrm>
            <a:off x="393192" y="11841480"/>
            <a:ext cx="3648456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 cap="rnd">
            <a:solidFill>
              <a:srgbClr val="86B8E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630936" y="12015216"/>
            <a:ext cx="502920" cy="0"/>
          </a:xfrm>
          <a:prstGeom prst="line">
            <a:avLst/>
          </a:prstGeom>
          <a:ln w="12700">
            <a:solidFill>
              <a:srgbClr val="E4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Freeform 362"/>
          <p:cNvSpPr/>
          <p:nvPr/>
        </p:nvSpPr>
        <p:spPr>
          <a:xfrm>
            <a:off x="1042416" y="119694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4" name="Connector 363"/>
          <p:cNvCxnSpPr/>
          <p:nvPr/>
        </p:nvCxnSpPr>
        <p:spPr>
          <a:xfrm>
            <a:off x="630936" y="12252960"/>
            <a:ext cx="502920" cy="0"/>
          </a:xfrm>
          <a:prstGeom prst="line">
            <a:avLst/>
          </a:prstGeom>
          <a:ln w="12700">
            <a:solidFill>
              <a:srgbClr val="72B6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Freeform 364"/>
          <p:cNvSpPr/>
          <p:nvPr/>
        </p:nvSpPr>
        <p:spPr>
          <a:xfrm>
            <a:off x="1042416" y="122072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72B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Anion migration (to − electrode)"/>
          <p:cNvSpPr txBox="1"/>
          <p:nvPr/>
        </p:nvSpPr>
        <p:spPr>
          <a:xfrm>
            <a:off x="1179576" y="11932920"/>
            <a:ext cx="2788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10" b="0">
                <a:solidFill>
                  <a:srgbClr val="101010"/>
                </a:solidFill>
                <a:latin typeface="Times New Roman"/>
              </a:defRPr>
            </a:pPr>
            <a:r>
              <a:t>Anion migration (to − electrode)</a:t>
            </a:r>
          </a:p>
        </p:txBody>
      </p:sp>
      <p:sp>
        <p:nvSpPr>
          <p:cNvPr id="367" name="Cation migration (to + electrode)"/>
          <p:cNvSpPr txBox="1"/>
          <p:nvPr/>
        </p:nvSpPr>
        <p:spPr>
          <a:xfrm>
            <a:off x="1179576" y="12179808"/>
            <a:ext cx="2788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10" b="0">
                <a:solidFill>
                  <a:srgbClr val="101010"/>
                </a:solidFill>
                <a:latin typeface="Times New Roman"/>
              </a:defRPr>
            </a:pPr>
            <a:r>
              <a:t>Cation migration (to + electrode)</a:t>
            </a:r>
          </a:p>
        </p:txBody>
      </p:sp>
      <p:sp>
        <p:nvSpPr>
          <p:cNvPr id="368" name="Different anions polar:"/>
          <p:cNvSpPr txBox="1"/>
          <p:nvPr/>
        </p:nvSpPr>
        <p:spPr>
          <a:xfrm>
            <a:off x="5687568" y="8942832"/>
            <a:ext cx="338328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A6DB4"/>
                </a:solidFill>
                <a:latin typeface="Times New Roman"/>
              </a:defRPr>
            </a:pPr>
            <a:r>
              <a:t>Different anions polar:</a:t>
            </a:r>
          </a:p>
        </p:txBody>
      </p:sp>
      <p:sp>
        <p:nvSpPr>
          <p:cNvPr id="369" name="Cl⁻"/>
          <p:cNvSpPr txBox="1"/>
          <p:nvPr/>
        </p:nvSpPr>
        <p:spPr>
          <a:xfrm>
            <a:off x="5788152" y="9226296"/>
            <a:ext cx="42976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01010"/>
                </a:solidFill>
                <a:latin typeface="Times New Roman"/>
              </a:defRPr>
            </a:pPr>
            <a:r>
              <a:t>Cl⁻</a:t>
            </a:r>
          </a:p>
        </p:txBody>
      </p:sp>
      <p:sp>
        <p:nvSpPr>
          <p:cNvPr id="370" name="&gt;"/>
          <p:cNvSpPr txBox="1"/>
          <p:nvPr/>
        </p:nvSpPr>
        <p:spPr>
          <a:xfrm>
            <a:off x="7004304" y="9226296"/>
            <a:ext cx="274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01010"/>
                </a:solidFill>
                <a:latin typeface="Times New Roman"/>
              </a:defRPr>
            </a:pPr>
            <a:r>
              <a:t>&gt;</a:t>
            </a:r>
          </a:p>
        </p:txBody>
      </p:sp>
      <p:sp>
        <p:nvSpPr>
          <p:cNvPr id="371" name="[Oac]⁻"/>
          <p:cNvSpPr txBox="1"/>
          <p:nvPr/>
        </p:nvSpPr>
        <p:spPr>
          <a:xfrm>
            <a:off x="7726679" y="9226296"/>
            <a:ext cx="832104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01010"/>
                </a:solidFill>
                <a:latin typeface="Times New Roman"/>
              </a:defRPr>
            </a:pPr>
            <a:r>
              <a:t>[Oac]⁻</a:t>
            </a:r>
          </a:p>
        </p:txBody>
      </p:sp>
      <p:sp>
        <p:nvSpPr>
          <p:cNvPr id="372" name="Oval 371"/>
          <p:cNvSpPr/>
          <p:nvPr/>
        </p:nvSpPr>
        <p:spPr>
          <a:xfrm>
            <a:off x="5559552" y="9537192"/>
            <a:ext cx="859536" cy="749808"/>
          </a:xfrm>
          <a:prstGeom prst="ellipse">
            <a:avLst/>
          </a:prstGeom>
          <a:noFill/>
          <a:ln w="10160" cap="rnd">
            <a:solidFill>
              <a:srgbClr val="4A7FDE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7662672" y="9592056"/>
            <a:ext cx="832104" cy="768096"/>
          </a:xfrm>
          <a:prstGeom prst="ellipse">
            <a:avLst/>
          </a:prstGeom>
          <a:noFill/>
          <a:ln w="10160" cap="rnd">
            <a:solidFill>
              <a:srgbClr val="4A7FDE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Cl"/>
          <p:cNvSpPr txBox="1"/>
          <p:nvPr/>
        </p:nvSpPr>
        <p:spPr>
          <a:xfrm>
            <a:off x="5824728" y="9784080"/>
            <a:ext cx="3657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01010"/>
                </a:solidFill>
                <a:latin typeface="Times New Roman"/>
              </a:defRPr>
            </a:pPr>
            <a:r>
              <a:t>Cl</a:t>
            </a:r>
          </a:p>
        </p:txBody>
      </p:sp>
      <p:sp>
        <p:nvSpPr>
          <p:cNvPr id="375" name="Oval 374"/>
          <p:cNvSpPr/>
          <p:nvPr/>
        </p:nvSpPr>
        <p:spPr>
          <a:xfrm>
            <a:off x="5751576" y="9811512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5879592" y="9720072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6025896" y="9729216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6172200" y="9829800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6172200" y="10012680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6025896" y="10140696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5879592" y="10131552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5751576" y="10012680"/>
            <a:ext cx="54864" cy="54864"/>
          </a:xfrm>
          <a:prstGeom prst="ellipse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"/>
          <p:cNvSpPr txBox="1"/>
          <p:nvPr/>
        </p:nvSpPr>
        <p:spPr>
          <a:xfrm>
            <a:off x="7955279" y="9582912"/>
            <a:ext cx="2286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01010"/>
                </a:solidFill>
                <a:latin typeface="Times New Roman"/>
              </a:defRPr>
            </a:pPr>
            <a:r>
              <a:t>O</a:t>
            </a:r>
          </a:p>
        </p:txBody>
      </p:sp>
      <p:sp>
        <p:nvSpPr>
          <p:cNvPr id="384" name="C"/>
          <p:cNvSpPr txBox="1"/>
          <p:nvPr/>
        </p:nvSpPr>
        <p:spPr>
          <a:xfrm>
            <a:off x="7936992" y="9857232"/>
            <a:ext cx="22860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01010"/>
                </a:solidFill>
                <a:latin typeface="Times New Roman"/>
              </a:defRPr>
            </a:pPr>
            <a:r>
              <a:t>C</a:t>
            </a:r>
          </a:p>
        </p:txBody>
      </p:sp>
      <p:sp>
        <p:nvSpPr>
          <p:cNvPr id="385" name="CH₃"/>
          <p:cNvSpPr txBox="1"/>
          <p:nvPr/>
        </p:nvSpPr>
        <p:spPr>
          <a:xfrm>
            <a:off x="7754112" y="10012680"/>
            <a:ext cx="39319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01010"/>
                </a:solidFill>
                <a:latin typeface="Times New Roman"/>
              </a:defRPr>
            </a:pPr>
            <a:r>
              <a:t>CH₃</a:t>
            </a:r>
          </a:p>
        </p:txBody>
      </p:sp>
      <p:sp>
        <p:nvSpPr>
          <p:cNvPr id="386" name="O⁻"/>
          <p:cNvSpPr txBox="1"/>
          <p:nvPr/>
        </p:nvSpPr>
        <p:spPr>
          <a:xfrm>
            <a:off x="8202168" y="10021824"/>
            <a:ext cx="3108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01010"/>
                </a:solidFill>
                <a:latin typeface="Times New Roman"/>
              </a:defRPr>
            </a:pPr>
            <a:r>
              <a:t>O⁻</a:t>
            </a:r>
          </a:p>
        </p:txBody>
      </p:sp>
      <p:cxnSp>
        <p:nvCxnSpPr>
          <p:cNvPr id="387" name="Connector 386"/>
          <p:cNvCxnSpPr/>
          <p:nvPr/>
        </p:nvCxnSpPr>
        <p:spPr>
          <a:xfrm>
            <a:off x="8037575" y="9784080"/>
            <a:ext cx="0" cy="109728"/>
          </a:xfrm>
          <a:prstGeom prst="line">
            <a:avLst/>
          </a:prstGeom>
          <a:ln w="1016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8083296" y="9784080"/>
            <a:ext cx="0" cy="109728"/>
          </a:xfrm>
          <a:prstGeom prst="line">
            <a:avLst/>
          </a:prstGeom>
          <a:ln w="1016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H="1">
            <a:off x="7900416" y="10021824"/>
            <a:ext cx="64008" cy="64008"/>
          </a:xfrm>
          <a:prstGeom prst="line">
            <a:avLst/>
          </a:prstGeom>
          <a:ln w="1016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8138160" y="10021824"/>
            <a:ext cx="82296" cy="64008"/>
          </a:xfrm>
          <a:prstGeom prst="line">
            <a:avLst/>
          </a:prstGeom>
          <a:ln w="1016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Different alkyl chain lengths:"/>
          <p:cNvSpPr txBox="1"/>
          <p:nvPr/>
        </p:nvSpPr>
        <p:spPr>
          <a:xfrm>
            <a:off x="5678424" y="10351008"/>
            <a:ext cx="352958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A6DB4"/>
                </a:solidFill>
                <a:latin typeface="Times New Roman"/>
              </a:defRPr>
            </a:pPr>
            <a:r>
              <a:t>Different alkyl chain lengths:</a:t>
            </a:r>
          </a:p>
        </p:txBody>
      </p:sp>
      <p:sp>
        <p:nvSpPr>
          <p:cNvPr id="392" name="[Bmim]⁺&gt;[Amim]⁺&gt;[Emim]⁺"/>
          <p:cNvSpPr txBox="1"/>
          <p:nvPr/>
        </p:nvSpPr>
        <p:spPr>
          <a:xfrm>
            <a:off x="5632704" y="10643616"/>
            <a:ext cx="33832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80" b="1">
                <a:solidFill>
                  <a:srgbClr val="101010"/>
                </a:solidFill>
                <a:latin typeface="Times New Roman"/>
              </a:defRPr>
            </a:pPr>
            <a:r>
              <a:t>[Bmim]⁺&gt;[Amim]⁺&gt;[Emim]⁺</a:t>
            </a:r>
          </a:p>
        </p:txBody>
      </p:sp>
      <p:grpSp>
        <p:nvGrpSpPr>
          <p:cNvPr id="409" name="Editable butyl imidazolium structure"/>
          <p:cNvGrpSpPr/>
          <p:nvPr/>
        </p:nvGrpSpPr>
        <p:grpSpPr>
          <a:xfrm>
            <a:off x="4553712" y="11027664"/>
            <a:ext cx="1581912" cy="411480"/>
            <a:chOff x="4553712" y="11027664"/>
            <a:chExt cx="1581912" cy="411480"/>
          </a:xfrm>
        </p:grpSpPr>
        <p:cxnSp>
          <p:nvCxnSpPr>
            <p:cNvPr id="393" name="Connector 392"/>
            <p:cNvCxnSpPr/>
            <p:nvPr/>
          </p:nvCxnSpPr>
          <p:spPr>
            <a:xfrm>
              <a:off x="4873752" y="11027664"/>
              <a:ext cx="246888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Connector 393"/>
            <p:cNvCxnSpPr/>
            <p:nvPr/>
          </p:nvCxnSpPr>
          <p:spPr>
            <a:xfrm flipH="1">
              <a:off x="4773168" y="11027664"/>
              <a:ext cx="100584" cy="219456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Connector 394"/>
            <p:cNvCxnSpPr/>
            <p:nvPr/>
          </p:nvCxnSpPr>
          <p:spPr>
            <a:xfrm>
              <a:off x="5120640" y="11027664"/>
              <a:ext cx="82296" cy="210312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Connector 395"/>
            <p:cNvCxnSpPr/>
            <p:nvPr/>
          </p:nvCxnSpPr>
          <p:spPr>
            <a:xfrm>
              <a:off x="4809744" y="11329416"/>
              <a:ext cx="192024" cy="9144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Connector 396"/>
            <p:cNvCxnSpPr/>
            <p:nvPr/>
          </p:nvCxnSpPr>
          <p:spPr>
            <a:xfrm flipV="1">
              <a:off x="5001768" y="11320272"/>
              <a:ext cx="164592" cy="10058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Connector 397"/>
            <p:cNvCxnSpPr/>
            <p:nvPr/>
          </p:nvCxnSpPr>
          <p:spPr>
            <a:xfrm>
              <a:off x="4901184" y="11064240"/>
              <a:ext cx="192024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Connector 398"/>
            <p:cNvCxnSpPr/>
            <p:nvPr/>
          </p:nvCxnSpPr>
          <p:spPr>
            <a:xfrm flipV="1">
              <a:off x="5020056" y="11301984"/>
              <a:ext cx="109728" cy="64008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Connector 399"/>
            <p:cNvCxnSpPr/>
            <p:nvPr/>
          </p:nvCxnSpPr>
          <p:spPr>
            <a:xfrm flipH="1">
              <a:off x="4553712" y="11311128"/>
              <a:ext cx="173736" cy="5486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1" name="Rectangle 400"/>
            <p:cNvSpPr/>
            <p:nvPr/>
          </p:nvSpPr>
          <p:spPr>
            <a:xfrm>
              <a:off x="4727448" y="11219688"/>
              <a:ext cx="146304" cy="155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5148072" y="11201400"/>
              <a:ext cx="237744" cy="1645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N"/>
            <p:cNvSpPr txBox="1"/>
            <p:nvPr/>
          </p:nvSpPr>
          <p:spPr>
            <a:xfrm>
              <a:off x="4727448" y="11201400"/>
              <a:ext cx="192024" cy="20116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</a:t>
              </a:r>
            </a:p>
          </p:txBody>
        </p:sp>
        <p:sp>
          <p:nvSpPr>
            <p:cNvPr id="404" name="N⁺"/>
            <p:cNvSpPr txBox="1"/>
            <p:nvPr/>
          </p:nvSpPr>
          <p:spPr>
            <a:xfrm>
              <a:off x="5138928" y="11183112"/>
              <a:ext cx="301752" cy="21945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N⁺</a:t>
              </a:r>
            </a:p>
          </p:txBody>
        </p:sp>
        <p:cxnSp>
          <p:nvCxnSpPr>
            <p:cNvPr id="405" name="Connector 404"/>
            <p:cNvCxnSpPr/>
            <p:nvPr/>
          </p:nvCxnSpPr>
          <p:spPr>
            <a:xfrm>
              <a:off x="5266944" y="11311128"/>
              <a:ext cx="210312" cy="128016"/>
            </a:xfrm>
            <a:prstGeom prst="line">
              <a:avLst/>
            </a:prstGeom>
            <a:ln w="16510">
              <a:solidFill>
                <a:srgbClr val="147B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Connector 405"/>
            <p:cNvCxnSpPr/>
            <p:nvPr/>
          </p:nvCxnSpPr>
          <p:spPr>
            <a:xfrm flipV="1">
              <a:off x="5477256" y="11311128"/>
              <a:ext cx="219456" cy="128016"/>
            </a:xfrm>
            <a:prstGeom prst="line">
              <a:avLst/>
            </a:prstGeom>
            <a:ln w="16510">
              <a:solidFill>
                <a:srgbClr val="147B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Connector 406"/>
            <p:cNvCxnSpPr/>
            <p:nvPr/>
          </p:nvCxnSpPr>
          <p:spPr>
            <a:xfrm>
              <a:off x="5696712" y="11311128"/>
              <a:ext cx="219456" cy="128016"/>
            </a:xfrm>
            <a:prstGeom prst="line">
              <a:avLst/>
            </a:prstGeom>
            <a:ln w="16510">
              <a:solidFill>
                <a:srgbClr val="147B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Connector 407"/>
            <p:cNvCxnSpPr/>
            <p:nvPr/>
          </p:nvCxnSpPr>
          <p:spPr>
            <a:xfrm flipV="1">
              <a:off x="5916168" y="11311128"/>
              <a:ext cx="219456" cy="128016"/>
            </a:xfrm>
            <a:prstGeom prst="line">
              <a:avLst/>
            </a:prstGeom>
            <a:ln w="16510">
              <a:solidFill>
                <a:srgbClr val="147B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6" name="Editable allyl imidazolium structure"/>
          <p:cNvGrpSpPr/>
          <p:nvPr/>
        </p:nvGrpSpPr>
        <p:grpSpPr>
          <a:xfrm>
            <a:off x="6400800" y="11027664"/>
            <a:ext cx="1362456" cy="457200"/>
            <a:chOff x="6400800" y="11027664"/>
            <a:chExt cx="1362456" cy="457200"/>
          </a:xfrm>
        </p:grpSpPr>
        <p:cxnSp>
          <p:nvCxnSpPr>
            <p:cNvPr id="410" name="Connector 409"/>
            <p:cNvCxnSpPr/>
            <p:nvPr/>
          </p:nvCxnSpPr>
          <p:spPr>
            <a:xfrm>
              <a:off x="6720840" y="11027664"/>
              <a:ext cx="246888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Connector 410"/>
            <p:cNvCxnSpPr/>
            <p:nvPr/>
          </p:nvCxnSpPr>
          <p:spPr>
            <a:xfrm flipH="1">
              <a:off x="6620256" y="11027664"/>
              <a:ext cx="100584" cy="219456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Connector 411"/>
            <p:cNvCxnSpPr/>
            <p:nvPr/>
          </p:nvCxnSpPr>
          <p:spPr>
            <a:xfrm>
              <a:off x="6967728" y="11027664"/>
              <a:ext cx="82296" cy="210312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Connector 412"/>
            <p:cNvCxnSpPr/>
            <p:nvPr/>
          </p:nvCxnSpPr>
          <p:spPr>
            <a:xfrm>
              <a:off x="6656832" y="11329416"/>
              <a:ext cx="192024" cy="9144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Connector 413"/>
            <p:cNvCxnSpPr/>
            <p:nvPr/>
          </p:nvCxnSpPr>
          <p:spPr>
            <a:xfrm flipV="1">
              <a:off x="6848856" y="11320272"/>
              <a:ext cx="164592" cy="10058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Connector 414"/>
            <p:cNvCxnSpPr/>
            <p:nvPr/>
          </p:nvCxnSpPr>
          <p:spPr>
            <a:xfrm>
              <a:off x="6748272" y="11064240"/>
              <a:ext cx="192024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Connector 415"/>
            <p:cNvCxnSpPr/>
            <p:nvPr/>
          </p:nvCxnSpPr>
          <p:spPr>
            <a:xfrm flipV="1">
              <a:off x="6867144" y="11301984"/>
              <a:ext cx="109728" cy="64008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Connector 416"/>
            <p:cNvCxnSpPr/>
            <p:nvPr/>
          </p:nvCxnSpPr>
          <p:spPr>
            <a:xfrm flipH="1">
              <a:off x="6400800" y="11311128"/>
              <a:ext cx="173736" cy="5486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8" name="Rectangle 417"/>
            <p:cNvSpPr/>
            <p:nvPr/>
          </p:nvSpPr>
          <p:spPr>
            <a:xfrm>
              <a:off x="6574536" y="11219688"/>
              <a:ext cx="146304" cy="155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6995160" y="11201400"/>
              <a:ext cx="237744" cy="1645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N"/>
            <p:cNvSpPr txBox="1"/>
            <p:nvPr/>
          </p:nvSpPr>
          <p:spPr>
            <a:xfrm>
              <a:off x="6574536" y="11201400"/>
              <a:ext cx="192024" cy="20116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</a:t>
              </a:r>
            </a:p>
          </p:txBody>
        </p:sp>
        <p:sp>
          <p:nvSpPr>
            <p:cNvPr id="421" name="N⁺"/>
            <p:cNvSpPr txBox="1"/>
            <p:nvPr/>
          </p:nvSpPr>
          <p:spPr>
            <a:xfrm>
              <a:off x="6986016" y="11183112"/>
              <a:ext cx="301752" cy="21945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N⁺</a:t>
              </a:r>
            </a:p>
          </p:txBody>
        </p:sp>
        <p:cxnSp>
          <p:nvCxnSpPr>
            <p:cNvPr id="422" name="Connector 421"/>
            <p:cNvCxnSpPr/>
            <p:nvPr/>
          </p:nvCxnSpPr>
          <p:spPr>
            <a:xfrm>
              <a:off x="7114032" y="11311128"/>
              <a:ext cx="210312" cy="128016"/>
            </a:xfrm>
            <a:prstGeom prst="line">
              <a:avLst/>
            </a:prstGeom>
            <a:ln w="16510">
              <a:solidFill>
                <a:srgbClr val="002C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Connector 422"/>
            <p:cNvCxnSpPr/>
            <p:nvPr/>
          </p:nvCxnSpPr>
          <p:spPr>
            <a:xfrm flipV="1">
              <a:off x="7324344" y="11311128"/>
              <a:ext cx="219456" cy="128016"/>
            </a:xfrm>
            <a:prstGeom prst="line">
              <a:avLst/>
            </a:prstGeom>
            <a:ln w="16510">
              <a:solidFill>
                <a:srgbClr val="002C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Connector 423"/>
            <p:cNvCxnSpPr/>
            <p:nvPr/>
          </p:nvCxnSpPr>
          <p:spPr>
            <a:xfrm>
              <a:off x="7543800" y="11311128"/>
              <a:ext cx="219456" cy="128016"/>
            </a:xfrm>
            <a:prstGeom prst="line">
              <a:avLst/>
            </a:prstGeom>
            <a:ln w="16510">
              <a:solidFill>
                <a:srgbClr val="002C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Connector 424"/>
            <p:cNvCxnSpPr/>
            <p:nvPr/>
          </p:nvCxnSpPr>
          <p:spPr>
            <a:xfrm>
              <a:off x="7552944" y="11356848"/>
              <a:ext cx="201168" cy="128016"/>
            </a:xfrm>
            <a:prstGeom prst="line">
              <a:avLst/>
            </a:prstGeom>
            <a:ln w="12700">
              <a:solidFill>
                <a:srgbClr val="002C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1" name="Editable ethyl imidazolium structure"/>
          <p:cNvGrpSpPr/>
          <p:nvPr/>
        </p:nvGrpSpPr>
        <p:grpSpPr>
          <a:xfrm>
            <a:off x="8055864" y="11027664"/>
            <a:ext cx="1143000" cy="411480"/>
            <a:chOff x="8055864" y="11027664"/>
            <a:chExt cx="1143000" cy="411480"/>
          </a:xfrm>
        </p:grpSpPr>
        <p:cxnSp>
          <p:nvCxnSpPr>
            <p:cNvPr id="427" name="Connector 426"/>
            <p:cNvCxnSpPr/>
            <p:nvPr/>
          </p:nvCxnSpPr>
          <p:spPr>
            <a:xfrm>
              <a:off x="8375904" y="11027664"/>
              <a:ext cx="246888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Connector 427"/>
            <p:cNvCxnSpPr/>
            <p:nvPr/>
          </p:nvCxnSpPr>
          <p:spPr>
            <a:xfrm flipH="1">
              <a:off x="8275320" y="11027664"/>
              <a:ext cx="100584" cy="219456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Connector 428"/>
            <p:cNvCxnSpPr/>
            <p:nvPr/>
          </p:nvCxnSpPr>
          <p:spPr>
            <a:xfrm>
              <a:off x="8622792" y="11027664"/>
              <a:ext cx="82296" cy="210312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Connector 429"/>
            <p:cNvCxnSpPr/>
            <p:nvPr/>
          </p:nvCxnSpPr>
          <p:spPr>
            <a:xfrm>
              <a:off x="8311896" y="11329416"/>
              <a:ext cx="192024" cy="9144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Connector 430"/>
            <p:cNvCxnSpPr/>
            <p:nvPr/>
          </p:nvCxnSpPr>
          <p:spPr>
            <a:xfrm flipV="1">
              <a:off x="8503920" y="11320272"/>
              <a:ext cx="164592" cy="10058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Connector 431"/>
            <p:cNvCxnSpPr/>
            <p:nvPr/>
          </p:nvCxnSpPr>
          <p:spPr>
            <a:xfrm>
              <a:off x="8403336" y="11064240"/>
              <a:ext cx="192024" cy="0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Connector 432"/>
            <p:cNvCxnSpPr/>
            <p:nvPr/>
          </p:nvCxnSpPr>
          <p:spPr>
            <a:xfrm flipV="1">
              <a:off x="8522208" y="11301984"/>
              <a:ext cx="109728" cy="64008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Connector 433"/>
            <p:cNvCxnSpPr/>
            <p:nvPr/>
          </p:nvCxnSpPr>
          <p:spPr>
            <a:xfrm flipH="1">
              <a:off x="8055864" y="11311128"/>
              <a:ext cx="173736" cy="54864"/>
            </a:xfrm>
            <a:prstGeom prst="line">
              <a:avLst/>
            </a:prstGeom>
            <a:ln w="11430">
              <a:solidFill>
                <a:srgbClr val="10101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5" name="Rectangle 434"/>
            <p:cNvSpPr/>
            <p:nvPr/>
          </p:nvSpPr>
          <p:spPr>
            <a:xfrm>
              <a:off x="8229600" y="11219688"/>
              <a:ext cx="146304" cy="1554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Rectangle 435"/>
            <p:cNvSpPr/>
            <p:nvPr/>
          </p:nvSpPr>
          <p:spPr>
            <a:xfrm>
              <a:off x="8650224" y="11201400"/>
              <a:ext cx="237744" cy="1645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N"/>
            <p:cNvSpPr txBox="1"/>
            <p:nvPr/>
          </p:nvSpPr>
          <p:spPr>
            <a:xfrm>
              <a:off x="8229600" y="11201400"/>
              <a:ext cx="192024" cy="201168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</a:t>
              </a:r>
            </a:p>
          </p:txBody>
        </p:sp>
        <p:sp>
          <p:nvSpPr>
            <p:cNvPr id="438" name="N⁺"/>
            <p:cNvSpPr txBox="1"/>
            <p:nvPr/>
          </p:nvSpPr>
          <p:spPr>
            <a:xfrm>
              <a:off x="8641080" y="11183112"/>
              <a:ext cx="301752" cy="219456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0" b="0">
                  <a:solidFill>
                    <a:srgbClr val="101010"/>
                  </a:solidFill>
                  <a:latin typeface="Times New Roman"/>
                </a:defRPr>
              </a:pPr>
              <a:r>
                <a:t>N⁺</a:t>
              </a:r>
            </a:p>
          </p:txBody>
        </p:sp>
        <p:cxnSp>
          <p:nvCxnSpPr>
            <p:cNvPr id="439" name="Connector 438"/>
            <p:cNvCxnSpPr/>
            <p:nvPr/>
          </p:nvCxnSpPr>
          <p:spPr>
            <a:xfrm>
              <a:off x="8769096" y="11311128"/>
              <a:ext cx="210312" cy="128016"/>
            </a:xfrm>
            <a:prstGeom prst="line">
              <a:avLst/>
            </a:prstGeom>
            <a:ln w="16510">
              <a:solidFill>
                <a:srgbClr val="ED0D0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Connector 439"/>
            <p:cNvCxnSpPr/>
            <p:nvPr/>
          </p:nvCxnSpPr>
          <p:spPr>
            <a:xfrm flipV="1">
              <a:off x="8979408" y="11311128"/>
              <a:ext cx="219456" cy="128016"/>
            </a:xfrm>
            <a:prstGeom prst="line">
              <a:avLst/>
            </a:prstGeom>
            <a:ln w="16510">
              <a:solidFill>
                <a:srgbClr val="ED0D0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1" name="Editable schematic polymer contact fringe"/>
          <p:cNvGrpSpPr/>
          <p:nvPr/>
        </p:nvGrpSpPr>
        <p:grpSpPr>
          <a:xfrm>
            <a:off x="4818888" y="11579837"/>
            <a:ext cx="1307592" cy="311035"/>
            <a:chOff x="4818888" y="11579837"/>
            <a:chExt cx="1307592" cy="311035"/>
          </a:xfrm>
        </p:grpSpPr>
        <p:sp>
          <p:nvSpPr>
            <p:cNvPr id="442" name="Freeform 441"/>
            <p:cNvSpPr/>
            <p:nvPr/>
          </p:nvSpPr>
          <p:spPr>
            <a:xfrm>
              <a:off x="4818888" y="11612880"/>
              <a:ext cx="1307592" cy="73152"/>
            </a:xfrm>
            <a:custGeom>
              <a:avLst/>
              <a:gdLst/>
              <a:ahLst/>
              <a:cxnLst/>
              <a:rect l="l" t="t" r="r" b="b"/>
              <a:pathLst>
                <a:path w="143" h="8">
                  <a:moveTo>
                    <a:pt x="0" y="4"/>
                  </a:moveTo>
                  <a:lnTo>
                    <a:pt x="1" y="4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2"/>
                  </a:lnTo>
                  <a:lnTo>
                    <a:pt x="26" y="2"/>
                  </a:lnTo>
                  <a:lnTo>
                    <a:pt x="27" y="2"/>
                  </a:lnTo>
                  <a:lnTo>
                    <a:pt x="28" y="3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5"/>
                  </a:lnTo>
                  <a:lnTo>
                    <a:pt x="34" y="5"/>
                  </a:lnTo>
                  <a:lnTo>
                    <a:pt x="35" y="5"/>
                  </a:lnTo>
                  <a:lnTo>
                    <a:pt x="36" y="6"/>
                  </a:lnTo>
                  <a:lnTo>
                    <a:pt x="37" y="6"/>
                  </a:lnTo>
                  <a:lnTo>
                    <a:pt x="38" y="6"/>
                  </a:lnTo>
                  <a:lnTo>
                    <a:pt x="39" y="7"/>
                  </a:lnTo>
                  <a:lnTo>
                    <a:pt x="40" y="7"/>
                  </a:lnTo>
                  <a:lnTo>
                    <a:pt x="41" y="7"/>
                  </a:lnTo>
                  <a:lnTo>
                    <a:pt x="42" y="7"/>
                  </a:lnTo>
                  <a:lnTo>
                    <a:pt x="43" y="8"/>
                  </a:lnTo>
                  <a:lnTo>
                    <a:pt x="44" y="8"/>
                  </a:lnTo>
                  <a:lnTo>
                    <a:pt x="45" y="8"/>
                  </a:lnTo>
                  <a:lnTo>
                    <a:pt x="46" y="8"/>
                  </a:lnTo>
                  <a:lnTo>
                    <a:pt x="47" y="8"/>
                  </a:lnTo>
                  <a:lnTo>
                    <a:pt x="48" y="8"/>
                  </a:lnTo>
                  <a:lnTo>
                    <a:pt x="49" y="8"/>
                  </a:lnTo>
                  <a:lnTo>
                    <a:pt x="50" y="8"/>
                  </a:lnTo>
                  <a:lnTo>
                    <a:pt x="51" y="8"/>
                  </a:lnTo>
                  <a:lnTo>
                    <a:pt x="52" y="7"/>
                  </a:lnTo>
                  <a:lnTo>
                    <a:pt x="53" y="7"/>
                  </a:lnTo>
                  <a:lnTo>
                    <a:pt x="54" y="7"/>
                  </a:lnTo>
                  <a:lnTo>
                    <a:pt x="55" y="7"/>
                  </a:lnTo>
                  <a:lnTo>
                    <a:pt x="56" y="7"/>
                  </a:lnTo>
                  <a:lnTo>
                    <a:pt x="57" y="6"/>
                  </a:lnTo>
                  <a:lnTo>
                    <a:pt x="58" y="6"/>
                  </a:lnTo>
                  <a:lnTo>
                    <a:pt x="59" y="5"/>
                  </a:lnTo>
                  <a:lnTo>
                    <a:pt x="60" y="5"/>
                  </a:lnTo>
                  <a:lnTo>
                    <a:pt x="61" y="5"/>
                  </a:lnTo>
                  <a:lnTo>
                    <a:pt x="62" y="4"/>
                  </a:lnTo>
                  <a:lnTo>
                    <a:pt x="63" y="4"/>
                  </a:lnTo>
                  <a:lnTo>
                    <a:pt x="64" y="4"/>
                  </a:lnTo>
                  <a:lnTo>
                    <a:pt x="65" y="3"/>
                  </a:lnTo>
                  <a:lnTo>
                    <a:pt x="66" y="3"/>
                  </a:lnTo>
                  <a:lnTo>
                    <a:pt x="67" y="2"/>
                  </a:lnTo>
                  <a:lnTo>
                    <a:pt x="68" y="2"/>
                  </a:lnTo>
                  <a:lnTo>
                    <a:pt x="69" y="2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3" y="0"/>
                  </a:lnTo>
                  <a:lnTo>
                    <a:pt x="74" y="0"/>
                  </a:lnTo>
                  <a:lnTo>
                    <a:pt x="75" y="0"/>
                  </a:lnTo>
                  <a:lnTo>
                    <a:pt x="76" y="0"/>
                  </a:lnTo>
                  <a:lnTo>
                    <a:pt x="77" y="0"/>
                  </a:lnTo>
                  <a:lnTo>
                    <a:pt x="78" y="0"/>
                  </a:lnTo>
                  <a:lnTo>
                    <a:pt x="79" y="0"/>
                  </a:lnTo>
                  <a:lnTo>
                    <a:pt x="80" y="0"/>
                  </a:lnTo>
                  <a:lnTo>
                    <a:pt x="81" y="0"/>
                  </a:lnTo>
                  <a:lnTo>
                    <a:pt x="82" y="0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5" y="1"/>
                  </a:lnTo>
                  <a:lnTo>
                    <a:pt x="86" y="1"/>
                  </a:lnTo>
                  <a:lnTo>
                    <a:pt x="87" y="2"/>
                  </a:lnTo>
                  <a:lnTo>
                    <a:pt x="88" y="2"/>
                  </a:lnTo>
                  <a:lnTo>
                    <a:pt x="89" y="2"/>
                  </a:lnTo>
                  <a:lnTo>
                    <a:pt x="90" y="3"/>
                  </a:lnTo>
                  <a:lnTo>
                    <a:pt x="91" y="3"/>
                  </a:lnTo>
                  <a:lnTo>
                    <a:pt x="92" y="3"/>
                  </a:lnTo>
                  <a:lnTo>
                    <a:pt x="93" y="4"/>
                  </a:lnTo>
                  <a:lnTo>
                    <a:pt x="94" y="4"/>
                  </a:lnTo>
                  <a:lnTo>
                    <a:pt x="95" y="5"/>
                  </a:lnTo>
                  <a:lnTo>
                    <a:pt x="96" y="5"/>
                  </a:lnTo>
                  <a:lnTo>
                    <a:pt x="97" y="5"/>
                  </a:lnTo>
                  <a:lnTo>
                    <a:pt x="98" y="6"/>
                  </a:lnTo>
                  <a:lnTo>
                    <a:pt x="99" y="6"/>
                  </a:lnTo>
                  <a:lnTo>
                    <a:pt x="100" y="6"/>
                  </a:lnTo>
                  <a:lnTo>
                    <a:pt x="101" y="7"/>
                  </a:lnTo>
                  <a:lnTo>
                    <a:pt x="102" y="7"/>
                  </a:lnTo>
                  <a:lnTo>
                    <a:pt x="103" y="7"/>
                  </a:lnTo>
                  <a:lnTo>
                    <a:pt x="104" y="7"/>
                  </a:lnTo>
                  <a:lnTo>
                    <a:pt x="105" y="8"/>
                  </a:lnTo>
                  <a:lnTo>
                    <a:pt x="106" y="8"/>
                  </a:lnTo>
                  <a:lnTo>
                    <a:pt x="107" y="8"/>
                  </a:lnTo>
                  <a:lnTo>
                    <a:pt x="108" y="8"/>
                  </a:lnTo>
                  <a:lnTo>
                    <a:pt x="109" y="8"/>
                  </a:lnTo>
                  <a:lnTo>
                    <a:pt x="110" y="8"/>
                  </a:lnTo>
                  <a:lnTo>
                    <a:pt x="111" y="8"/>
                  </a:lnTo>
                  <a:lnTo>
                    <a:pt x="112" y="8"/>
                  </a:lnTo>
                  <a:lnTo>
                    <a:pt x="113" y="8"/>
                  </a:lnTo>
                  <a:lnTo>
                    <a:pt x="114" y="7"/>
                  </a:lnTo>
                  <a:lnTo>
                    <a:pt x="115" y="7"/>
                  </a:lnTo>
                  <a:lnTo>
                    <a:pt x="116" y="7"/>
                  </a:lnTo>
                  <a:lnTo>
                    <a:pt x="117" y="7"/>
                  </a:lnTo>
                  <a:lnTo>
                    <a:pt x="118" y="6"/>
                  </a:lnTo>
                  <a:lnTo>
                    <a:pt x="119" y="6"/>
                  </a:lnTo>
                  <a:lnTo>
                    <a:pt x="120" y="6"/>
                  </a:lnTo>
                  <a:lnTo>
                    <a:pt x="121" y="5"/>
                  </a:lnTo>
                  <a:lnTo>
                    <a:pt x="122" y="5"/>
                  </a:lnTo>
                  <a:lnTo>
                    <a:pt x="123" y="5"/>
                  </a:lnTo>
                  <a:lnTo>
                    <a:pt x="124" y="4"/>
                  </a:lnTo>
                  <a:lnTo>
                    <a:pt x="125" y="4"/>
                  </a:lnTo>
                  <a:lnTo>
                    <a:pt x="126" y="4"/>
                  </a:lnTo>
                  <a:lnTo>
                    <a:pt x="127" y="3"/>
                  </a:lnTo>
                  <a:lnTo>
                    <a:pt x="128" y="3"/>
                  </a:lnTo>
                  <a:lnTo>
                    <a:pt x="129" y="2"/>
                  </a:lnTo>
                  <a:lnTo>
                    <a:pt x="130" y="2"/>
                  </a:lnTo>
                  <a:lnTo>
                    <a:pt x="131" y="2"/>
                  </a:lnTo>
                  <a:lnTo>
                    <a:pt x="132" y="1"/>
                  </a:lnTo>
                  <a:lnTo>
                    <a:pt x="133" y="1"/>
                  </a:lnTo>
                  <a:lnTo>
                    <a:pt x="134" y="1"/>
                  </a:lnTo>
                  <a:lnTo>
                    <a:pt x="135" y="1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9" y="0"/>
                  </a:lnTo>
                  <a:lnTo>
                    <a:pt x="140" y="0"/>
                  </a:lnTo>
                  <a:lnTo>
                    <a:pt x="141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43" y="0"/>
                  </a:lnTo>
                </a:path>
              </a:pathLst>
            </a:custGeom>
            <a:noFill/>
            <a:ln w="1651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Oval 442"/>
            <p:cNvSpPr/>
            <p:nvPr/>
          </p:nvSpPr>
          <p:spPr>
            <a:xfrm>
              <a:off x="4965192" y="11579837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4" name="Connector 443"/>
            <p:cNvCxnSpPr/>
            <p:nvPr/>
          </p:nvCxnSpPr>
          <p:spPr>
            <a:xfrm flipH="1">
              <a:off x="4956048" y="11662133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5" name="Oval 444"/>
            <p:cNvSpPr/>
            <p:nvPr/>
          </p:nvSpPr>
          <p:spPr>
            <a:xfrm>
              <a:off x="5294376" y="11634840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6" name="Connector 445"/>
            <p:cNvCxnSpPr/>
            <p:nvPr/>
          </p:nvCxnSpPr>
          <p:spPr>
            <a:xfrm>
              <a:off x="5330952" y="11717136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7" name="Oval 446"/>
            <p:cNvSpPr/>
            <p:nvPr/>
          </p:nvSpPr>
          <p:spPr>
            <a:xfrm>
              <a:off x="5623560" y="11607036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8" name="Connector 447"/>
            <p:cNvCxnSpPr/>
            <p:nvPr/>
          </p:nvCxnSpPr>
          <p:spPr>
            <a:xfrm flipH="1">
              <a:off x="5614416" y="11689332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9" name="Oval 448"/>
            <p:cNvSpPr/>
            <p:nvPr/>
          </p:nvSpPr>
          <p:spPr>
            <a:xfrm>
              <a:off x="5952744" y="11601265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0" name="Connector 449"/>
            <p:cNvCxnSpPr/>
            <p:nvPr/>
          </p:nvCxnSpPr>
          <p:spPr>
            <a:xfrm>
              <a:off x="5989320" y="11683561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5" name="Editable schematic polymer contact fringe"/>
          <p:cNvGrpSpPr/>
          <p:nvPr/>
        </p:nvGrpSpPr>
        <p:grpSpPr>
          <a:xfrm>
            <a:off x="6382512" y="11578064"/>
            <a:ext cx="1399032" cy="326473"/>
            <a:chOff x="6382512" y="11578064"/>
            <a:chExt cx="1399032" cy="326473"/>
          </a:xfrm>
        </p:grpSpPr>
        <p:sp>
          <p:nvSpPr>
            <p:cNvPr id="452" name="Freeform 451"/>
            <p:cNvSpPr/>
            <p:nvPr/>
          </p:nvSpPr>
          <p:spPr>
            <a:xfrm>
              <a:off x="6382512" y="11612880"/>
              <a:ext cx="1399032" cy="73152"/>
            </a:xfrm>
            <a:custGeom>
              <a:avLst/>
              <a:gdLst/>
              <a:ahLst/>
              <a:cxnLst/>
              <a:rect l="l" t="t" r="r" b="b"/>
              <a:pathLst>
                <a:path w="153" h="8">
                  <a:moveTo>
                    <a:pt x="0" y="4"/>
                  </a:moveTo>
                  <a:lnTo>
                    <a:pt x="1" y="4"/>
                  </a:lnTo>
                  <a:lnTo>
                    <a:pt x="1" y="3"/>
                  </a:lnTo>
                  <a:lnTo>
                    <a:pt x="2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7" y="2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1" y="3"/>
                  </a:lnTo>
                  <a:lnTo>
                    <a:pt x="32" y="3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7"/>
                  </a:lnTo>
                  <a:lnTo>
                    <a:pt x="42" y="7"/>
                  </a:lnTo>
                  <a:lnTo>
                    <a:pt x="44" y="7"/>
                  </a:lnTo>
                  <a:lnTo>
                    <a:pt x="45" y="7"/>
                  </a:lnTo>
                  <a:lnTo>
                    <a:pt x="46" y="8"/>
                  </a:lnTo>
                  <a:lnTo>
                    <a:pt x="47" y="8"/>
                  </a:lnTo>
                  <a:lnTo>
                    <a:pt x="48" y="8"/>
                  </a:lnTo>
                  <a:lnTo>
                    <a:pt x="49" y="8"/>
                  </a:lnTo>
                  <a:lnTo>
                    <a:pt x="50" y="8"/>
                  </a:lnTo>
                  <a:lnTo>
                    <a:pt x="51" y="8"/>
                  </a:lnTo>
                  <a:lnTo>
                    <a:pt x="52" y="8"/>
                  </a:lnTo>
                  <a:lnTo>
                    <a:pt x="53" y="8"/>
                  </a:lnTo>
                  <a:lnTo>
                    <a:pt x="54" y="8"/>
                  </a:lnTo>
                  <a:lnTo>
                    <a:pt x="55" y="7"/>
                  </a:lnTo>
                  <a:lnTo>
                    <a:pt x="56" y="7"/>
                  </a:lnTo>
                  <a:lnTo>
                    <a:pt x="57" y="7"/>
                  </a:lnTo>
                  <a:lnTo>
                    <a:pt x="58" y="7"/>
                  </a:lnTo>
                  <a:lnTo>
                    <a:pt x="60" y="7"/>
                  </a:lnTo>
                  <a:lnTo>
                    <a:pt x="61" y="6"/>
                  </a:lnTo>
                  <a:lnTo>
                    <a:pt x="62" y="6"/>
                  </a:lnTo>
                  <a:lnTo>
                    <a:pt x="63" y="5"/>
                  </a:lnTo>
                  <a:lnTo>
                    <a:pt x="64" y="5"/>
                  </a:lnTo>
                  <a:lnTo>
                    <a:pt x="65" y="5"/>
                  </a:lnTo>
                  <a:lnTo>
                    <a:pt x="66" y="4"/>
                  </a:lnTo>
                  <a:lnTo>
                    <a:pt x="67" y="4"/>
                  </a:lnTo>
                  <a:lnTo>
                    <a:pt x="68" y="4"/>
                  </a:lnTo>
                  <a:lnTo>
                    <a:pt x="69" y="3"/>
                  </a:lnTo>
                  <a:lnTo>
                    <a:pt x="70" y="3"/>
                  </a:lnTo>
                  <a:lnTo>
                    <a:pt x="71" y="2"/>
                  </a:lnTo>
                  <a:lnTo>
                    <a:pt x="72" y="2"/>
                  </a:lnTo>
                  <a:lnTo>
                    <a:pt x="73" y="2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79" y="0"/>
                  </a:lnTo>
                  <a:lnTo>
                    <a:pt x="80" y="0"/>
                  </a:lnTo>
                  <a:lnTo>
                    <a:pt x="81" y="0"/>
                  </a:lnTo>
                  <a:lnTo>
                    <a:pt x="82" y="0"/>
                  </a:lnTo>
                  <a:lnTo>
                    <a:pt x="83" y="0"/>
                  </a:lnTo>
                  <a:lnTo>
                    <a:pt x="84" y="0"/>
                  </a:lnTo>
                  <a:lnTo>
                    <a:pt x="85" y="0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8" y="0"/>
                  </a:lnTo>
                  <a:lnTo>
                    <a:pt x="89" y="1"/>
                  </a:lnTo>
                  <a:lnTo>
                    <a:pt x="90" y="1"/>
                  </a:lnTo>
                  <a:lnTo>
                    <a:pt x="91" y="1"/>
                  </a:lnTo>
                  <a:lnTo>
                    <a:pt x="92" y="1"/>
                  </a:lnTo>
                  <a:lnTo>
                    <a:pt x="94" y="2"/>
                  </a:lnTo>
                  <a:lnTo>
                    <a:pt x="95" y="2"/>
                  </a:lnTo>
                  <a:lnTo>
                    <a:pt x="96" y="2"/>
                  </a:lnTo>
                  <a:lnTo>
                    <a:pt x="97" y="3"/>
                  </a:lnTo>
                  <a:lnTo>
                    <a:pt x="98" y="3"/>
                  </a:lnTo>
                  <a:lnTo>
                    <a:pt x="99" y="3"/>
                  </a:lnTo>
                  <a:lnTo>
                    <a:pt x="100" y="4"/>
                  </a:lnTo>
                  <a:lnTo>
                    <a:pt x="101" y="4"/>
                  </a:lnTo>
                  <a:lnTo>
                    <a:pt x="102" y="5"/>
                  </a:lnTo>
                  <a:lnTo>
                    <a:pt x="103" y="5"/>
                  </a:lnTo>
                  <a:lnTo>
                    <a:pt x="104" y="5"/>
                  </a:lnTo>
                  <a:lnTo>
                    <a:pt x="105" y="6"/>
                  </a:lnTo>
                  <a:lnTo>
                    <a:pt x="106" y="6"/>
                  </a:lnTo>
                  <a:lnTo>
                    <a:pt x="107" y="6"/>
                  </a:lnTo>
                  <a:lnTo>
                    <a:pt x="108" y="7"/>
                  </a:lnTo>
                  <a:lnTo>
                    <a:pt x="109" y="7"/>
                  </a:lnTo>
                  <a:lnTo>
                    <a:pt x="110" y="7"/>
                  </a:lnTo>
                  <a:lnTo>
                    <a:pt x="112" y="7"/>
                  </a:lnTo>
                  <a:lnTo>
                    <a:pt x="113" y="8"/>
                  </a:lnTo>
                  <a:lnTo>
                    <a:pt x="114" y="8"/>
                  </a:lnTo>
                  <a:lnTo>
                    <a:pt x="115" y="8"/>
                  </a:lnTo>
                  <a:lnTo>
                    <a:pt x="116" y="8"/>
                  </a:lnTo>
                  <a:lnTo>
                    <a:pt x="117" y="8"/>
                  </a:lnTo>
                  <a:lnTo>
                    <a:pt x="118" y="8"/>
                  </a:lnTo>
                  <a:lnTo>
                    <a:pt x="119" y="8"/>
                  </a:lnTo>
                  <a:lnTo>
                    <a:pt x="120" y="8"/>
                  </a:lnTo>
                  <a:lnTo>
                    <a:pt x="121" y="8"/>
                  </a:lnTo>
                  <a:lnTo>
                    <a:pt x="122" y="7"/>
                  </a:lnTo>
                  <a:lnTo>
                    <a:pt x="123" y="7"/>
                  </a:lnTo>
                  <a:lnTo>
                    <a:pt x="124" y="7"/>
                  </a:lnTo>
                  <a:lnTo>
                    <a:pt x="125" y="7"/>
                  </a:lnTo>
                  <a:lnTo>
                    <a:pt x="126" y="6"/>
                  </a:lnTo>
                  <a:lnTo>
                    <a:pt x="128" y="6"/>
                  </a:lnTo>
                  <a:lnTo>
                    <a:pt x="129" y="6"/>
                  </a:lnTo>
                  <a:lnTo>
                    <a:pt x="130" y="5"/>
                  </a:lnTo>
                  <a:lnTo>
                    <a:pt x="131" y="5"/>
                  </a:lnTo>
                  <a:lnTo>
                    <a:pt x="132" y="5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5" y="4"/>
                  </a:lnTo>
                  <a:lnTo>
                    <a:pt x="136" y="3"/>
                  </a:lnTo>
                  <a:lnTo>
                    <a:pt x="137" y="3"/>
                  </a:lnTo>
                  <a:lnTo>
                    <a:pt x="138" y="2"/>
                  </a:lnTo>
                  <a:lnTo>
                    <a:pt x="139" y="2"/>
                  </a:lnTo>
                  <a:lnTo>
                    <a:pt x="140" y="2"/>
                  </a:lnTo>
                  <a:lnTo>
                    <a:pt x="141" y="1"/>
                  </a:lnTo>
                  <a:lnTo>
                    <a:pt x="142" y="1"/>
                  </a:lnTo>
                  <a:lnTo>
                    <a:pt x="143" y="1"/>
                  </a:lnTo>
                  <a:lnTo>
                    <a:pt x="145" y="1"/>
                  </a:lnTo>
                  <a:lnTo>
                    <a:pt x="146" y="0"/>
                  </a:lnTo>
                  <a:lnTo>
                    <a:pt x="147" y="0"/>
                  </a:lnTo>
                  <a:lnTo>
                    <a:pt x="148" y="0"/>
                  </a:lnTo>
                  <a:lnTo>
                    <a:pt x="149" y="0"/>
                  </a:lnTo>
                  <a:lnTo>
                    <a:pt x="151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53" y="0"/>
                  </a:lnTo>
                </a:path>
              </a:pathLst>
            </a:custGeom>
            <a:noFill/>
            <a:ln w="1651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Oval 452"/>
            <p:cNvSpPr/>
            <p:nvPr/>
          </p:nvSpPr>
          <p:spPr>
            <a:xfrm>
              <a:off x="6528816" y="11578064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4" name="Connector 453"/>
            <p:cNvCxnSpPr/>
            <p:nvPr/>
          </p:nvCxnSpPr>
          <p:spPr>
            <a:xfrm flipH="1">
              <a:off x="6519672" y="11660360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Oval 454"/>
            <p:cNvSpPr/>
            <p:nvPr/>
          </p:nvSpPr>
          <p:spPr>
            <a:xfrm>
              <a:off x="6744614" y="11642883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6" name="Connector 455"/>
            <p:cNvCxnSpPr/>
            <p:nvPr/>
          </p:nvCxnSpPr>
          <p:spPr>
            <a:xfrm>
              <a:off x="6781190" y="11725179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Oval 456"/>
            <p:cNvSpPr/>
            <p:nvPr/>
          </p:nvSpPr>
          <p:spPr>
            <a:xfrm>
              <a:off x="6960412" y="11611361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8" name="Connector 457"/>
            <p:cNvCxnSpPr/>
            <p:nvPr/>
          </p:nvCxnSpPr>
          <p:spPr>
            <a:xfrm flipH="1">
              <a:off x="6951268" y="11693657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Oval 458"/>
            <p:cNvSpPr/>
            <p:nvPr/>
          </p:nvSpPr>
          <p:spPr>
            <a:xfrm>
              <a:off x="7176211" y="11584715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0" name="Connector 459"/>
            <p:cNvCxnSpPr/>
            <p:nvPr/>
          </p:nvCxnSpPr>
          <p:spPr>
            <a:xfrm>
              <a:off x="7212787" y="11667011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" name="Oval 460"/>
            <p:cNvSpPr/>
            <p:nvPr/>
          </p:nvSpPr>
          <p:spPr>
            <a:xfrm>
              <a:off x="7392009" y="11648505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2" name="Connector 461"/>
            <p:cNvCxnSpPr/>
            <p:nvPr/>
          </p:nvCxnSpPr>
          <p:spPr>
            <a:xfrm flipH="1">
              <a:off x="7382865" y="11730801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3" name="Oval 462"/>
            <p:cNvSpPr/>
            <p:nvPr/>
          </p:nvSpPr>
          <p:spPr>
            <a:xfrm>
              <a:off x="7607808" y="11597903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4" name="Connector 463"/>
            <p:cNvCxnSpPr/>
            <p:nvPr/>
          </p:nvCxnSpPr>
          <p:spPr>
            <a:xfrm>
              <a:off x="7644383" y="11680199"/>
              <a:ext cx="45721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3" name="Editable schematic polymer contact fringe"/>
          <p:cNvGrpSpPr/>
          <p:nvPr/>
        </p:nvGrpSpPr>
        <p:grpSpPr>
          <a:xfrm>
            <a:off x="7863840" y="11578840"/>
            <a:ext cx="1344168" cy="324203"/>
            <a:chOff x="7863840" y="11578840"/>
            <a:chExt cx="1344168" cy="324203"/>
          </a:xfrm>
        </p:grpSpPr>
        <p:sp>
          <p:nvSpPr>
            <p:cNvPr id="466" name="Freeform 465"/>
            <p:cNvSpPr/>
            <p:nvPr/>
          </p:nvSpPr>
          <p:spPr>
            <a:xfrm>
              <a:off x="7863840" y="11612880"/>
              <a:ext cx="1344168" cy="73152"/>
            </a:xfrm>
            <a:custGeom>
              <a:avLst/>
              <a:gdLst/>
              <a:ahLst/>
              <a:cxnLst/>
              <a:rect l="l" t="t" r="r" b="b"/>
              <a:pathLst>
                <a:path w="147" h="8">
                  <a:moveTo>
                    <a:pt x="0" y="4"/>
                  </a:moveTo>
                  <a:lnTo>
                    <a:pt x="1" y="4"/>
                  </a:lnTo>
                  <a:lnTo>
                    <a:pt x="1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5" y="2"/>
                  </a:lnTo>
                  <a:lnTo>
                    <a:pt x="6" y="2"/>
                  </a:lnTo>
                  <a:lnTo>
                    <a:pt x="7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5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0" y="0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6" y="2"/>
                  </a:lnTo>
                  <a:lnTo>
                    <a:pt x="27" y="2"/>
                  </a:lnTo>
                  <a:lnTo>
                    <a:pt x="28" y="2"/>
                  </a:lnTo>
                  <a:lnTo>
                    <a:pt x="29" y="3"/>
                  </a:lnTo>
                  <a:lnTo>
                    <a:pt x="30" y="3"/>
                  </a:lnTo>
                  <a:lnTo>
                    <a:pt x="31" y="3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5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6"/>
                  </a:lnTo>
                  <a:lnTo>
                    <a:pt x="38" y="6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1" y="7"/>
                  </a:lnTo>
                  <a:lnTo>
                    <a:pt x="42" y="7"/>
                  </a:lnTo>
                  <a:lnTo>
                    <a:pt x="43" y="7"/>
                  </a:lnTo>
                  <a:lnTo>
                    <a:pt x="44" y="8"/>
                  </a:lnTo>
                  <a:lnTo>
                    <a:pt x="45" y="8"/>
                  </a:lnTo>
                  <a:lnTo>
                    <a:pt x="46" y="8"/>
                  </a:lnTo>
                  <a:lnTo>
                    <a:pt x="47" y="8"/>
                  </a:lnTo>
                  <a:lnTo>
                    <a:pt x="48" y="8"/>
                  </a:lnTo>
                  <a:lnTo>
                    <a:pt x="49" y="8"/>
                  </a:lnTo>
                  <a:lnTo>
                    <a:pt x="50" y="8"/>
                  </a:lnTo>
                  <a:lnTo>
                    <a:pt x="51" y="8"/>
                  </a:lnTo>
                  <a:lnTo>
                    <a:pt x="52" y="8"/>
                  </a:lnTo>
                  <a:lnTo>
                    <a:pt x="53" y="7"/>
                  </a:lnTo>
                  <a:lnTo>
                    <a:pt x="54" y="7"/>
                  </a:lnTo>
                  <a:lnTo>
                    <a:pt x="55" y="7"/>
                  </a:lnTo>
                  <a:lnTo>
                    <a:pt x="56" y="7"/>
                  </a:lnTo>
                  <a:lnTo>
                    <a:pt x="57" y="7"/>
                  </a:lnTo>
                  <a:lnTo>
                    <a:pt x="58" y="6"/>
                  </a:lnTo>
                  <a:lnTo>
                    <a:pt x="59" y="6"/>
                  </a:lnTo>
                  <a:lnTo>
                    <a:pt x="60" y="5"/>
                  </a:lnTo>
                  <a:lnTo>
                    <a:pt x="61" y="5"/>
                  </a:lnTo>
                  <a:lnTo>
                    <a:pt x="62" y="5"/>
                  </a:lnTo>
                  <a:lnTo>
                    <a:pt x="63" y="4"/>
                  </a:lnTo>
                  <a:lnTo>
                    <a:pt x="64" y="4"/>
                  </a:lnTo>
                  <a:lnTo>
                    <a:pt x="65" y="4"/>
                  </a:lnTo>
                  <a:lnTo>
                    <a:pt x="66" y="3"/>
                  </a:lnTo>
                  <a:lnTo>
                    <a:pt x="67" y="3"/>
                  </a:lnTo>
                  <a:lnTo>
                    <a:pt x="68" y="2"/>
                  </a:lnTo>
                  <a:lnTo>
                    <a:pt x="69" y="2"/>
                  </a:lnTo>
                  <a:lnTo>
                    <a:pt x="70" y="2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0"/>
                  </a:lnTo>
                  <a:lnTo>
                    <a:pt x="77" y="0"/>
                  </a:lnTo>
                  <a:lnTo>
                    <a:pt x="78" y="0"/>
                  </a:lnTo>
                  <a:lnTo>
                    <a:pt x="79" y="0"/>
                  </a:lnTo>
                  <a:lnTo>
                    <a:pt x="80" y="0"/>
                  </a:lnTo>
                  <a:lnTo>
                    <a:pt x="81" y="0"/>
                  </a:lnTo>
                  <a:lnTo>
                    <a:pt x="82" y="0"/>
                  </a:lnTo>
                  <a:lnTo>
                    <a:pt x="83" y="0"/>
                  </a:lnTo>
                  <a:lnTo>
                    <a:pt x="84" y="0"/>
                  </a:lnTo>
                  <a:lnTo>
                    <a:pt x="85" y="0"/>
                  </a:lnTo>
                  <a:lnTo>
                    <a:pt x="86" y="1"/>
                  </a:lnTo>
                  <a:lnTo>
                    <a:pt x="87" y="1"/>
                  </a:lnTo>
                  <a:lnTo>
                    <a:pt x="88" y="1"/>
                  </a:lnTo>
                  <a:lnTo>
                    <a:pt x="89" y="1"/>
                  </a:lnTo>
                  <a:lnTo>
                    <a:pt x="90" y="2"/>
                  </a:lnTo>
                  <a:lnTo>
                    <a:pt x="91" y="2"/>
                  </a:lnTo>
                  <a:lnTo>
                    <a:pt x="92" y="2"/>
                  </a:lnTo>
                  <a:lnTo>
                    <a:pt x="93" y="3"/>
                  </a:lnTo>
                  <a:lnTo>
                    <a:pt x="94" y="3"/>
                  </a:lnTo>
                  <a:lnTo>
                    <a:pt x="95" y="3"/>
                  </a:lnTo>
                  <a:lnTo>
                    <a:pt x="96" y="4"/>
                  </a:lnTo>
                  <a:lnTo>
                    <a:pt x="97" y="4"/>
                  </a:lnTo>
                  <a:lnTo>
                    <a:pt x="98" y="5"/>
                  </a:lnTo>
                  <a:lnTo>
                    <a:pt x="99" y="5"/>
                  </a:lnTo>
                  <a:lnTo>
                    <a:pt x="100" y="5"/>
                  </a:lnTo>
                  <a:lnTo>
                    <a:pt x="101" y="6"/>
                  </a:lnTo>
                  <a:lnTo>
                    <a:pt x="102" y="6"/>
                  </a:lnTo>
                  <a:lnTo>
                    <a:pt x="103" y="6"/>
                  </a:lnTo>
                  <a:lnTo>
                    <a:pt x="104" y="7"/>
                  </a:lnTo>
                  <a:lnTo>
                    <a:pt x="105" y="7"/>
                  </a:lnTo>
                  <a:lnTo>
                    <a:pt x="106" y="7"/>
                  </a:lnTo>
                  <a:lnTo>
                    <a:pt x="107" y="7"/>
                  </a:lnTo>
                  <a:lnTo>
                    <a:pt x="108" y="8"/>
                  </a:lnTo>
                  <a:lnTo>
                    <a:pt x="109" y="8"/>
                  </a:lnTo>
                  <a:lnTo>
                    <a:pt x="110" y="8"/>
                  </a:lnTo>
                  <a:lnTo>
                    <a:pt x="111" y="8"/>
                  </a:lnTo>
                  <a:lnTo>
                    <a:pt x="112" y="8"/>
                  </a:lnTo>
                  <a:lnTo>
                    <a:pt x="113" y="8"/>
                  </a:lnTo>
                  <a:lnTo>
                    <a:pt x="114" y="8"/>
                  </a:lnTo>
                  <a:lnTo>
                    <a:pt x="115" y="8"/>
                  </a:lnTo>
                  <a:lnTo>
                    <a:pt x="116" y="8"/>
                  </a:lnTo>
                  <a:lnTo>
                    <a:pt x="117" y="7"/>
                  </a:lnTo>
                  <a:lnTo>
                    <a:pt x="118" y="7"/>
                  </a:lnTo>
                  <a:lnTo>
                    <a:pt x="119" y="7"/>
                  </a:lnTo>
                  <a:lnTo>
                    <a:pt x="120" y="7"/>
                  </a:lnTo>
                  <a:lnTo>
                    <a:pt x="121" y="6"/>
                  </a:lnTo>
                  <a:lnTo>
                    <a:pt x="122" y="6"/>
                  </a:lnTo>
                  <a:lnTo>
                    <a:pt x="124" y="6"/>
                  </a:lnTo>
                  <a:lnTo>
                    <a:pt x="125" y="5"/>
                  </a:lnTo>
                  <a:lnTo>
                    <a:pt x="126" y="5"/>
                  </a:lnTo>
                  <a:lnTo>
                    <a:pt x="127" y="5"/>
                  </a:lnTo>
                  <a:lnTo>
                    <a:pt x="128" y="4"/>
                  </a:lnTo>
                  <a:lnTo>
                    <a:pt x="129" y="4"/>
                  </a:lnTo>
                  <a:lnTo>
                    <a:pt x="130" y="4"/>
                  </a:lnTo>
                  <a:lnTo>
                    <a:pt x="131" y="3"/>
                  </a:lnTo>
                  <a:lnTo>
                    <a:pt x="132" y="3"/>
                  </a:lnTo>
                  <a:lnTo>
                    <a:pt x="133" y="2"/>
                  </a:lnTo>
                  <a:lnTo>
                    <a:pt x="134" y="2"/>
                  </a:lnTo>
                  <a:lnTo>
                    <a:pt x="135" y="2"/>
                  </a:lnTo>
                  <a:lnTo>
                    <a:pt x="136" y="1"/>
                  </a:lnTo>
                  <a:lnTo>
                    <a:pt x="137" y="1"/>
                  </a:lnTo>
                  <a:lnTo>
                    <a:pt x="138" y="1"/>
                  </a:lnTo>
                  <a:lnTo>
                    <a:pt x="139" y="1"/>
                  </a:lnTo>
                  <a:lnTo>
                    <a:pt x="140" y="0"/>
                  </a:lnTo>
                  <a:lnTo>
                    <a:pt x="141" y="0"/>
                  </a:lnTo>
                  <a:lnTo>
                    <a:pt x="142" y="0"/>
                  </a:lnTo>
                  <a:lnTo>
                    <a:pt x="144" y="0"/>
                  </a:lnTo>
                  <a:lnTo>
                    <a:pt x="145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7" y="0"/>
                  </a:lnTo>
                </a:path>
              </a:pathLst>
            </a:custGeom>
            <a:noFill/>
            <a:ln w="16510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Oval 466"/>
            <p:cNvSpPr/>
            <p:nvPr/>
          </p:nvSpPr>
          <p:spPr>
            <a:xfrm>
              <a:off x="8010144" y="11579028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8" name="Connector 467"/>
            <p:cNvCxnSpPr/>
            <p:nvPr/>
          </p:nvCxnSpPr>
          <p:spPr>
            <a:xfrm flipH="1">
              <a:off x="8001000" y="11661324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9" name="Oval 468"/>
            <p:cNvSpPr/>
            <p:nvPr/>
          </p:nvSpPr>
          <p:spPr>
            <a:xfrm>
              <a:off x="8156448" y="11626614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0" name="Connector 469"/>
            <p:cNvCxnSpPr/>
            <p:nvPr/>
          </p:nvCxnSpPr>
          <p:spPr>
            <a:xfrm>
              <a:off x="8193024" y="11708910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Oval 470"/>
            <p:cNvSpPr/>
            <p:nvPr/>
          </p:nvSpPr>
          <p:spPr>
            <a:xfrm>
              <a:off x="8302752" y="11646826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2" name="Connector 471"/>
            <p:cNvCxnSpPr/>
            <p:nvPr/>
          </p:nvCxnSpPr>
          <p:spPr>
            <a:xfrm flipH="1">
              <a:off x="8293608" y="11729122"/>
              <a:ext cx="45719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3" name="Oval 472"/>
            <p:cNvSpPr/>
            <p:nvPr/>
          </p:nvSpPr>
          <p:spPr>
            <a:xfrm>
              <a:off x="8449056" y="11599379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4" name="Connector 473"/>
            <p:cNvCxnSpPr/>
            <p:nvPr/>
          </p:nvCxnSpPr>
          <p:spPr>
            <a:xfrm>
              <a:off x="8485632" y="11681675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5" name="Oval 474"/>
            <p:cNvSpPr/>
            <p:nvPr/>
          </p:nvSpPr>
          <p:spPr>
            <a:xfrm>
              <a:off x="8595360" y="11578840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6" name="Connector 475"/>
            <p:cNvCxnSpPr/>
            <p:nvPr/>
          </p:nvCxnSpPr>
          <p:spPr>
            <a:xfrm flipH="1">
              <a:off x="8586216" y="11661136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7" name="Oval 476"/>
            <p:cNvSpPr/>
            <p:nvPr/>
          </p:nvSpPr>
          <p:spPr>
            <a:xfrm>
              <a:off x="8741664" y="11626145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8" name="Connector 477"/>
            <p:cNvCxnSpPr/>
            <p:nvPr/>
          </p:nvCxnSpPr>
          <p:spPr>
            <a:xfrm>
              <a:off x="8778240" y="11708441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9" name="Oval 478"/>
            <p:cNvSpPr/>
            <p:nvPr/>
          </p:nvSpPr>
          <p:spPr>
            <a:xfrm>
              <a:off x="8887968" y="11647011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0" name="Connector 479"/>
            <p:cNvCxnSpPr/>
            <p:nvPr/>
          </p:nvCxnSpPr>
          <p:spPr>
            <a:xfrm flipH="1">
              <a:off x="8878824" y="11729307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1" name="Oval 480"/>
            <p:cNvSpPr/>
            <p:nvPr/>
          </p:nvSpPr>
          <p:spPr>
            <a:xfrm>
              <a:off x="9034272" y="11599850"/>
              <a:ext cx="73152" cy="73152"/>
            </a:xfrm>
            <a:prstGeom prst="ellipse">
              <a:avLst/>
            </a:prstGeom>
            <a:solidFill>
              <a:srgbClr val="FFFFFF"/>
            </a:solidFill>
            <a:ln w="7620" cap="rnd">
              <a:solidFill>
                <a:srgbClr val="5577A2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2" name="Connector 481"/>
            <p:cNvCxnSpPr/>
            <p:nvPr/>
          </p:nvCxnSpPr>
          <p:spPr>
            <a:xfrm>
              <a:off x="9070848" y="11682146"/>
              <a:ext cx="45720" cy="173736"/>
            </a:xfrm>
            <a:prstGeom prst="line">
              <a:avLst/>
            </a:prstGeom>
            <a:ln w="5715">
              <a:solidFill>
                <a:srgbClr val="FF5A5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4" name="Weaker disruption"/>
          <p:cNvSpPr txBox="1"/>
          <p:nvPr/>
        </p:nvSpPr>
        <p:spPr>
          <a:xfrm>
            <a:off x="4626864" y="11951208"/>
            <a:ext cx="162763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01010"/>
                </a:solidFill>
                <a:latin typeface="Times New Roman"/>
              </a:defRPr>
            </a:pPr>
            <a:r>
              <a:t>Weaker disruption</a:t>
            </a:r>
          </a:p>
        </p:txBody>
      </p:sp>
      <p:sp>
        <p:nvSpPr>
          <p:cNvPr id="485" name="Moderate disruption"/>
          <p:cNvSpPr txBox="1"/>
          <p:nvPr/>
        </p:nvSpPr>
        <p:spPr>
          <a:xfrm>
            <a:off x="6199632" y="11951208"/>
            <a:ext cx="1645920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01010"/>
                </a:solidFill>
                <a:latin typeface="Times New Roman"/>
              </a:defRPr>
            </a:pPr>
            <a:r>
              <a:t>Moderate disruption</a:t>
            </a:r>
          </a:p>
        </p:txBody>
      </p:sp>
      <p:sp>
        <p:nvSpPr>
          <p:cNvPr id="486" name="Stronger disruption"/>
          <p:cNvSpPr txBox="1"/>
          <p:nvPr/>
        </p:nvSpPr>
        <p:spPr>
          <a:xfrm>
            <a:off x="7827264" y="11951208"/>
            <a:ext cx="1517904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40" b="1">
                <a:solidFill>
                  <a:srgbClr val="101010"/>
                </a:solidFill>
                <a:latin typeface="Times New Roman"/>
              </a:defRPr>
            </a:pPr>
            <a:r>
              <a:t>Stronger disruption</a:t>
            </a:r>
          </a:p>
        </p:txBody>
      </p:sp>
      <p:sp>
        <p:nvSpPr>
          <p:cNvPr id="487" name="Right Arrow 486"/>
          <p:cNvSpPr/>
          <p:nvPr/>
        </p:nvSpPr>
        <p:spPr>
          <a:xfrm>
            <a:off x="4928616" y="12179808"/>
            <a:ext cx="4160520" cy="265176"/>
          </a:xfrm>
          <a:prstGeom prst="rightArrow">
            <a:avLst/>
          </a:prstGeom>
          <a:ln>
            <a:noFill/>
          </a:ln>
          <a:gradFill>
            <a:gsLst>
              <a:gs pos="0">
                <a:srgbClr val="F8FBFF"/>
              </a:gs>
              <a:gs pos="100000">
                <a:srgbClr val="366EC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Starch disruption"/>
          <p:cNvSpPr txBox="1"/>
          <p:nvPr/>
        </p:nvSpPr>
        <p:spPr>
          <a:xfrm>
            <a:off x="6318504" y="12426696"/>
            <a:ext cx="2221992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01010"/>
                </a:solidFill>
                <a:latin typeface="Times New Roman"/>
              </a:defRPr>
            </a:pPr>
            <a:r>
              <a:t>Starch disruption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1682496" y="13030200"/>
            <a:ext cx="6236208" cy="658368"/>
          </a:xfrm>
          <a:prstGeom prst="roundRect">
            <a:avLst>
              <a:gd name="adj" fmla="val 17000"/>
            </a:avLst>
          </a:prstGeom>
          <a:solidFill>
            <a:srgbClr val="FFFFFF"/>
          </a:solidFill>
          <a:ln w="12700" cap="rnd">
            <a:solidFill>
              <a:srgbClr val="789CE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02" name="Starch granule — editable vector group"/>
          <p:cNvGrpSpPr/>
          <p:nvPr/>
        </p:nvGrpSpPr>
        <p:grpSpPr>
          <a:xfrm>
            <a:off x="2002536" y="13103352"/>
            <a:ext cx="484632" cy="484632"/>
            <a:chOff x="2002536" y="13103352"/>
            <a:chExt cx="484632" cy="484632"/>
          </a:xfrm>
        </p:grpSpPr>
        <p:sp>
          <p:nvSpPr>
            <p:cNvPr id="490" name="Editable starch granule"/>
            <p:cNvSpPr/>
            <p:nvPr/>
          </p:nvSpPr>
          <p:spPr>
            <a:xfrm>
              <a:off x="2002536" y="13103352"/>
              <a:ext cx="484632" cy="484632"/>
            </a:xfrm>
            <a:prstGeom prst="ellipse">
              <a:avLst/>
            </a:prstGeom>
            <a:ln w="7620" cap="rnd">
              <a:solidFill>
                <a:srgbClr val="163769"/>
              </a:solidFill>
              <a:round/>
            </a:ln>
            <a:gradFill>
              <a:gsLst>
                <a:gs pos="0">
                  <a:srgbClr val="FFFFFF"/>
                </a:gs>
                <a:gs pos="100000">
                  <a:srgbClr val="F7FBFF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Freeform 490"/>
            <p:cNvSpPr/>
            <p:nvPr/>
          </p:nvSpPr>
          <p:spPr>
            <a:xfrm>
              <a:off x="2084832" y="13158216"/>
              <a:ext cx="137160" cy="164592"/>
            </a:xfrm>
            <a:custGeom>
              <a:avLst/>
              <a:gdLst/>
              <a:ahLst/>
              <a:cxnLst/>
              <a:rect l="l" t="t" r="r" b="b"/>
              <a:pathLst>
                <a:path w="15" h="18">
                  <a:moveTo>
                    <a:pt x="15" y="18"/>
                  </a:moveTo>
                  <a:lnTo>
                    <a:pt x="15" y="17"/>
                  </a:lnTo>
                  <a:lnTo>
                    <a:pt x="14" y="17"/>
                  </a:lnTo>
                  <a:lnTo>
                    <a:pt x="14" y="16"/>
                  </a:lnTo>
                  <a:lnTo>
                    <a:pt x="13" y="16"/>
                  </a:lnTo>
                  <a:lnTo>
                    <a:pt x="12" y="15"/>
                  </a:lnTo>
                  <a:lnTo>
                    <a:pt x="12" y="14"/>
                  </a:lnTo>
                  <a:lnTo>
                    <a:pt x="11" y="14"/>
                  </a:lnTo>
                  <a:lnTo>
                    <a:pt x="11" y="13"/>
                  </a:lnTo>
                  <a:lnTo>
                    <a:pt x="10" y="13"/>
                  </a:lnTo>
                  <a:lnTo>
                    <a:pt x="10" y="12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6" y="9"/>
                  </a:lnTo>
                  <a:lnTo>
                    <a:pt x="6" y="8"/>
                  </a:lnTo>
                  <a:lnTo>
                    <a:pt x="6" y="7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Freeform 491"/>
            <p:cNvSpPr/>
            <p:nvPr/>
          </p:nvSpPr>
          <p:spPr>
            <a:xfrm>
              <a:off x="2221992" y="13130784"/>
              <a:ext cx="64008" cy="182880"/>
            </a:xfrm>
            <a:custGeom>
              <a:avLst/>
              <a:gdLst/>
              <a:ahLst/>
              <a:cxnLst/>
              <a:rect l="l" t="t" r="r" b="b"/>
              <a:pathLst>
                <a:path w="7" h="20">
                  <a:moveTo>
                    <a:pt x="0" y="20"/>
                  </a:moveTo>
                  <a:lnTo>
                    <a:pt x="1" y="19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2" y="18"/>
                  </a:lnTo>
                  <a:lnTo>
                    <a:pt x="2" y="17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5"/>
                  </a:lnTo>
                  <a:lnTo>
                    <a:pt x="7" y="4"/>
                  </a:lnTo>
                  <a:lnTo>
                    <a:pt x="7" y="3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Freeform 492"/>
            <p:cNvSpPr/>
            <p:nvPr/>
          </p:nvSpPr>
          <p:spPr>
            <a:xfrm>
              <a:off x="2221992" y="13231368"/>
              <a:ext cx="237744" cy="100584"/>
            </a:xfrm>
            <a:custGeom>
              <a:avLst/>
              <a:gdLst/>
              <a:ahLst/>
              <a:cxnLst/>
              <a:rect l="l" t="t" r="r" b="b"/>
              <a:pathLst>
                <a:path w="26" h="11">
                  <a:moveTo>
                    <a:pt x="0" y="11"/>
                  </a:moveTo>
                  <a:lnTo>
                    <a:pt x="1" y="11"/>
                  </a:lnTo>
                  <a:lnTo>
                    <a:pt x="2" y="11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8"/>
                  </a:lnTo>
                  <a:lnTo>
                    <a:pt x="12" y="8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14" y="8"/>
                  </a:lnTo>
                  <a:lnTo>
                    <a:pt x="15" y="8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19" y="6"/>
                  </a:lnTo>
                  <a:lnTo>
                    <a:pt x="20" y="6"/>
                  </a:lnTo>
                  <a:lnTo>
                    <a:pt x="21" y="5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6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Freeform 493"/>
            <p:cNvSpPr/>
            <p:nvPr/>
          </p:nvSpPr>
          <p:spPr>
            <a:xfrm>
              <a:off x="2231136" y="13350240"/>
              <a:ext cx="237744" cy="100584"/>
            </a:xfrm>
            <a:custGeom>
              <a:avLst/>
              <a:gdLst/>
              <a:ahLst/>
              <a:cxnLst/>
              <a:rect l="l" t="t" r="r" b="b"/>
              <a:pathLst>
                <a:path w="26" h="11">
                  <a:moveTo>
                    <a:pt x="0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4" y="3"/>
                  </a:lnTo>
                  <a:lnTo>
                    <a:pt x="5" y="4"/>
                  </a:lnTo>
                  <a:lnTo>
                    <a:pt x="6" y="4"/>
                  </a:lnTo>
                  <a:lnTo>
                    <a:pt x="7" y="5"/>
                  </a:lnTo>
                  <a:lnTo>
                    <a:pt x="7" y="5"/>
                  </a:lnTo>
                  <a:lnTo>
                    <a:pt x="8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3" y="7"/>
                  </a:lnTo>
                  <a:lnTo>
                    <a:pt x="14" y="7"/>
                  </a:lnTo>
                  <a:lnTo>
                    <a:pt x="15" y="7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20" y="7"/>
                  </a:lnTo>
                  <a:lnTo>
                    <a:pt x="21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3" y="8"/>
                  </a:lnTo>
                  <a:lnTo>
                    <a:pt x="24" y="8"/>
                  </a:lnTo>
                  <a:lnTo>
                    <a:pt x="24" y="9"/>
                  </a:lnTo>
                  <a:lnTo>
                    <a:pt x="25" y="9"/>
                  </a:lnTo>
                  <a:lnTo>
                    <a:pt x="25" y="10"/>
                  </a:lnTo>
                  <a:lnTo>
                    <a:pt x="26" y="10"/>
                  </a:lnTo>
                  <a:lnTo>
                    <a:pt x="26" y="11"/>
                  </a:lnTo>
                  <a:lnTo>
                    <a:pt x="26" y="11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Freeform 494"/>
            <p:cNvSpPr/>
            <p:nvPr/>
          </p:nvSpPr>
          <p:spPr>
            <a:xfrm>
              <a:off x="2157984" y="13368528"/>
              <a:ext cx="64008" cy="192024"/>
            </a:xfrm>
            <a:custGeom>
              <a:avLst/>
              <a:gdLst/>
              <a:ahLst/>
              <a:cxnLst/>
              <a:rect l="l" t="t" r="r" b="b"/>
              <a:pathLst>
                <a:path w="7" h="21">
                  <a:moveTo>
                    <a:pt x="7" y="0"/>
                  </a:moveTo>
                  <a:lnTo>
                    <a:pt x="7" y="1"/>
                  </a:lnTo>
                  <a:lnTo>
                    <a:pt x="7" y="2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1" y="20"/>
                  </a:lnTo>
                  <a:lnTo>
                    <a:pt x="1" y="21"/>
                  </a:lnTo>
                  <a:lnTo>
                    <a:pt x="0" y="21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Freeform 495"/>
            <p:cNvSpPr/>
            <p:nvPr/>
          </p:nvSpPr>
          <p:spPr>
            <a:xfrm>
              <a:off x="2029968" y="13350240"/>
              <a:ext cx="182880" cy="73152"/>
            </a:xfrm>
            <a:custGeom>
              <a:avLst/>
              <a:gdLst/>
              <a:ahLst/>
              <a:cxnLst/>
              <a:rect l="l" t="t" r="r" b="b"/>
              <a:pathLst>
                <a:path w="20" h="8">
                  <a:moveTo>
                    <a:pt x="20" y="0"/>
                  </a:moveTo>
                  <a:lnTo>
                    <a:pt x="19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9" y="6"/>
                  </a:lnTo>
                  <a:lnTo>
                    <a:pt x="8" y="7"/>
                  </a:lnTo>
                  <a:lnTo>
                    <a:pt x="8" y="7"/>
                  </a:lnTo>
                  <a:lnTo>
                    <a:pt x="7" y="7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3" y="8"/>
                  </a:lnTo>
                  <a:lnTo>
                    <a:pt x="3" y="7"/>
                  </a:lnTo>
                  <a:lnTo>
                    <a:pt x="2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7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Freeform 496"/>
            <p:cNvSpPr/>
            <p:nvPr/>
          </p:nvSpPr>
          <p:spPr>
            <a:xfrm>
              <a:off x="2066544" y="13414248"/>
              <a:ext cx="36576" cy="109728"/>
            </a:xfrm>
            <a:custGeom>
              <a:avLst/>
              <a:gdLst/>
              <a:ahLst/>
              <a:cxnLst/>
              <a:rect l="l" t="t" r="r" b="b"/>
              <a:pathLst>
                <a:path w="4" h="12">
                  <a:moveTo>
                    <a:pt x="4" y="0"/>
                  </a:moveTo>
                  <a:lnTo>
                    <a:pt x="4" y="0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12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Freeform 497"/>
            <p:cNvSpPr/>
            <p:nvPr/>
          </p:nvSpPr>
          <p:spPr>
            <a:xfrm>
              <a:off x="2313432" y="13176504"/>
              <a:ext cx="54864" cy="128016"/>
            </a:xfrm>
            <a:custGeom>
              <a:avLst/>
              <a:gdLst/>
              <a:ahLst/>
              <a:cxnLst/>
              <a:rect l="l" t="t" r="r" b="b"/>
              <a:pathLst>
                <a:path w="6" h="14">
                  <a:moveTo>
                    <a:pt x="0" y="14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3"/>
                  </a:lnTo>
                  <a:lnTo>
                    <a:pt x="4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Freeform 498"/>
            <p:cNvSpPr/>
            <p:nvPr/>
          </p:nvSpPr>
          <p:spPr>
            <a:xfrm>
              <a:off x="2340864" y="13414248"/>
              <a:ext cx="27432" cy="128016"/>
            </a:xfrm>
            <a:custGeom>
              <a:avLst/>
              <a:gdLst/>
              <a:ahLst/>
              <a:cxnLst/>
              <a:rect l="l" t="t" r="r" b="b"/>
              <a:pathLst>
                <a:path w="3" h="14">
                  <a:moveTo>
                    <a:pt x="1" y="0"/>
                  </a:move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4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Freeform 499"/>
            <p:cNvSpPr/>
            <p:nvPr/>
          </p:nvSpPr>
          <p:spPr>
            <a:xfrm>
              <a:off x="2039112" y="13231368"/>
              <a:ext cx="109728" cy="36576"/>
            </a:xfrm>
            <a:custGeom>
              <a:avLst/>
              <a:gdLst/>
              <a:ahLst/>
              <a:cxnLst/>
              <a:rect l="l" t="t" r="r" b="b"/>
              <a:pathLst>
                <a:path w="12" h="4">
                  <a:moveTo>
                    <a:pt x="12" y="3"/>
                  </a:moveTo>
                  <a:lnTo>
                    <a:pt x="12" y="3"/>
                  </a:lnTo>
                  <a:lnTo>
                    <a:pt x="11" y="3"/>
                  </a:lnTo>
                  <a:lnTo>
                    <a:pt x="10" y="3"/>
                  </a:lnTo>
                  <a:lnTo>
                    <a:pt x="10" y="4"/>
                  </a:lnTo>
                  <a:lnTo>
                    <a:pt x="9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6057">
              <a:solidFill>
                <a:srgbClr val="203F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Oval 500"/>
            <p:cNvSpPr/>
            <p:nvPr/>
          </p:nvSpPr>
          <p:spPr>
            <a:xfrm>
              <a:off x="2002536" y="13103352"/>
              <a:ext cx="484632" cy="484632"/>
            </a:xfrm>
            <a:prstGeom prst="ellipse">
              <a:avLst/>
            </a:prstGeom>
            <a:noFill/>
            <a:ln w="7620" cap="rnd">
              <a:solidFill>
                <a:srgbClr val="163769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03" name="Starch granule"/>
          <p:cNvSpPr txBox="1"/>
          <p:nvPr/>
        </p:nvSpPr>
        <p:spPr>
          <a:xfrm>
            <a:off x="2587752" y="13203936"/>
            <a:ext cx="1581912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80" b="1">
                <a:solidFill>
                  <a:srgbClr val="101010"/>
                </a:solidFill>
                <a:latin typeface="Times New Roman"/>
              </a:defRPr>
            </a:pPr>
            <a:r>
              <a:t>Starch granule</a:t>
            </a:r>
          </a:p>
        </p:txBody>
      </p:sp>
      <p:sp>
        <p:nvSpPr>
          <p:cNvPr id="504" name="Rounded Rectangle 503"/>
          <p:cNvSpPr/>
          <p:nvPr/>
        </p:nvSpPr>
        <p:spPr>
          <a:xfrm>
            <a:off x="4206240" y="13167360"/>
            <a:ext cx="393192" cy="292608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5" name="Connector 504"/>
          <p:cNvCxnSpPr/>
          <p:nvPr/>
        </p:nvCxnSpPr>
        <p:spPr>
          <a:xfrm>
            <a:off x="4270248" y="13213080"/>
            <a:ext cx="265176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6" name="+"/>
          <p:cNvSpPr txBox="1"/>
          <p:nvPr/>
        </p:nvSpPr>
        <p:spPr>
          <a:xfrm>
            <a:off x="4215384" y="13205399"/>
            <a:ext cx="374904" cy="234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507" name="Cation (IL⁺)"/>
          <p:cNvSpPr txBox="1"/>
          <p:nvPr/>
        </p:nvSpPr>
        <p:spPr>
          <a:xfrm>
            <a:off x="4645152" y="13203936"/>
            <a:ext cx="143560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01010"/>
                </a:solidFill>
                <a:latin typeface="Times New Roman"/>
              </a:defRPr>
            </a:pPr>
            <a:r>
              <a:t>Cation (IL⁺)</a:t>
            </a:r>
          </a:p>
        </p:txBody>
      </p:sp>
      <p:sp>
        <p:nvSpPr>
          <p:cNvPr id="508" name="Oval 507"/>
          <p:cNvSpPr/>
          <p:nvPr/>
        </p:nvSpPr>
        <p:spPr>
          <a:xfrm>
            <a:off x="6217920" y="13176504"/>
            <a:ext cx="283464" cy="28346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−"/>
          <p:cNvSpPr txBox="1"/>
          <p:nvPr/>
        </p:nvSpPr>
        <p:spPr>
          <a:xfrm>
            <a:off x="6217920" y="13233196"/>
            <a:ext cx="283464" cy="192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510" name="Anion (IL⁻)"/>
          <p:cNvSpPr txBox="1"/>
          <p:nvPr/>
        </p:nvSpPr>
        <p:spPr>
          <a:xfrm>
            <a:off x="6665976" y="13203936"/>
            <a:ext cx="120700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01010"/>
                </a:solidFill>
                <a:latin typeface="Times New Roman"/>
              </a:defRPr>
            </a:pPr>
            <a:r>
              <a:t>Anion (IL⁻)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current and ionic-liquid-assisted starch disruption — revised diagram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